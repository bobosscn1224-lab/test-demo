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6858000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CCEA4"/>
    <a:srgbClr val="EFC487"/>
    <a:srgbClr val="630305"/>
    <a:srgbClr val="DCCDA5"/>
    <a:srgbClr val="4C240F"/>
    <a:srgbClr val="44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3" autoAdjust="0"/>
    <p:restoredTop sz="94692"/>
  </p:normalViewPr>
  <p:slideViewPr>
    <p:cSldViewPr snapToGrid="0">
      <p:cViewPr>
        <p:scale>
          <a:sx n="60" d="100"/>
          <a:sy n="60" d="100"/>
        </p:scale>
        <p:origin x="2054" y="-4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7DDE-CFF2-244C-8189-1D6B56C32BD8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1143000"/>
            <a:ext cx="996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4E162-6C39-EE43-BD8D-D898BC6629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5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476208"/>
            <a:ext cx="5829300" cy="739492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156312"/>
            <a:ext cx="5143500" cy="51282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9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295443"/>
            <a:ext cx="5915025" cy="883556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214591"/>
            <a:ext cx="5915025" cy="46464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3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30878"/>
            <a:ext cx="5915025" cy="410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06935"/>
            <a:ext cx="2901255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758774"/>
            <a:ext cx="2901255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06935"/>
            <a:ext cx="2915543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758774"/>
            <a:ext cx="2915543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2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058279"/>
            <a:ext cx="3471863" cy="150947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5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058279"/>
            <a:ext cx="3471863" cy="15094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2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30873"/>
            <a:ext cx="1478756" cy="180005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30873"/>
            <a:ext cx="4350544" cy="180005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30878"/>
            <a:ext cx="5915025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654366"/>
            <a:ext cx="5915025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31A-0CFF-41AA-B263-2F568EF76ECA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9687033"/>
            <a:ext cx="231457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480F280-FE05-5E3D-70E7-B87EFA611D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858000" cy="212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175020" y="14378173"/>
            <a:ext cx="6544959" cy="5628043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-14695" y="-64479"/>
            <a:ext cx="6857999" cy="2123658"/>
            <a:chOff x="-14695" y="939994"/>
            <a:chExt cx="6857999" cy="2123658"/>
          </a:xfrm>
        </p:grpSpPr>
        <p:sp>
          <p:nvSpPr>
            <p:cNvPr id="4" name="矩形 3"/>
            <p:cNvSpPr/>
            <p:nvPr/>
          </p:nvSpPr>
          <p:spPr>
            <a:xfrm>
              <a:off x="-14695" y="1046238"/>
              <a:ext cx="6857999" cy="1948108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6604" y="939994"/>
              <a:ext cx="67659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MTCV</a:t>
              </a:r>
              <a:r>
                <a:rPr lang="zh-CN" altLang="en-US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流程实践</a:t>
              </a:r>
              <a:r>
                <a:rPr lang="zh-CN" altLang="en-US" sz="5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  <a:endPara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M8.3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推进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客户回应与线索生成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线上直播活动</a:t>
              </a:r>
              <a:endPara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30999" y="2231397"/>
            <a:ext cx="4633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线上直播活动流程实践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2997" y="2716361"/>
            <a:ext cx="63186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成功组织开展</a:t>
            </a:r>
            <a:r>
              <a:rPr lang="en-US" altLang="zh-CN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场线上直播活动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，具体成果如下：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覆盖客户单位数：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2003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客数（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创建客户）：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810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正向回应率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愿意进一步交流率：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生成营销线索数：</a:t>
            </a:r>
            <a:r>
              <a:rPr lang="en-US" altLang="zh-CN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598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新建业务机会数（线索转化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销售创建）：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455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13133" y="5771108"/>
            <a:ext cx="3584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如何实践流程的？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786" y="2080192"/>
            <a:ext cx="6563331" cy="3340100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30977" y="5576512"/>
            <a:ext cx="6563331" cy="8637223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7332" y="9538761"/>
            <a:ext cx="6563332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活动策划阶段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增加启动会环节，拉通目标，议程，活动内容及明确责任分工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11269" y="14473729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流程使用者反馈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3787" y="14369955"/>
            <a:ext cx="6569114" cy="5664675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48650" y="14996498"/>
            <a:ext cx="6388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李海燕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程智梅（流程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组成员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与执行是业务开展及持续优化的核心支撑。从当前流程落地情况来看，无论是流程效率的提升，还是业务结果的改善，均成效显著，这充分印证了流程对业务的赋能价值。后续计划进一步细化客户标签与档案、深化精准运营，让流程更贴合业务实际，持续提升线索生成质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那迎春（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IMC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团队负责人）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直播活动在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年正式推行，旨在探索促进业务增长的新模式，并推动其向纵深、务实方向发展。通过规范化的落地执行流程与线索闭环的打通，该专项工作得以更高效、平稳地运行，同时有效促进了跨部门的高效协作。</a:t>
            </a:r>
            <a:endPara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23786" y="20120229"/>
            <a:ext cx="641296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M8.3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推进客户回应与线索生成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直播活动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详情</a:t>
            </a:r>
            <a:endParaRPr lang="en-US" altLang="zh-CN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书云文档：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-&gt;MTCV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流程实践案例库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https://ruijie.feishu.cn/docx/Ecswd4ByJouiAxxERXyc7au9n2c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30977" y="10366374"/>
            <a:ext cx="656333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活动准备与执行阶段：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加强管控，做好直播前准备工作，尤其对销售邀约做出明确要求和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规范，重点举措包括：发起活动拉通会、同步专属邀约二维码、提供工具包和转发文案，同时，进行邀约数据晾晒。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0976" y="11859244"/>
            <a:ext cx="656333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活动后跟进：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多维度收集与反馈活动信息，生成客户档案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新增客户推进与回访环节，对不同阶段的客户进行精准运营，从 “泛意向” 到 “高价值商机” 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“单次转化” 到 “长期价值复用”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，通过对私域客户的有效运营，延伸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活动价值，构建长期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协同效应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49" y="6337431"/>
            <a:ext cx="6283301" cy="312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3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28882</TotalTime>
  <Words>439</Words>
  <Application>Microsoft Office PowerPoint</Application>
  <PresentationFormat>自定义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Lenovo</cp:lastModifiedBy>
  <cp:revision>129</cp:revision>
  <dcterms:created xsi:type="dcterms:W3CDTF">2025-07-30T10:15:34Z</dcterms:created>
  <dcterms:modified xsi:type="dcterms:W3CDTF">2025-10-10T01:07:26Z</dcterms:modified>
</cp:coreProperties>
</file>