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7.svg" ContentType="image/svg+xml"/>
  <Override PartName="/ppt/media/image19.svg" ContentType="image/svg+xml"/>
  <Override PartName="/ppt/media/image21.svg" ContentType="image/svg+xml"/>
  <Override PartName="/ppt/media/image23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79" r:id="rId6"/>
    <p:sldId id="263" r:id="rId7"/>
    <p:sldId id="280" r:id="rId8"/>
    <p:sldId id="265" r:id="rId9"/>
    <p:sldId id="266" r:id="rId10"/>
    <p:sldId id="281" r:id="rId11"/>
    <p:sldId id="268" r:id="rId12"/>
    <p:sldId id="269" r:id="rId13"/>
    <p:sldId id="282" r:id="rId14"/>
    <p:sldId id="283" r:id="rId15"/>
    <p:sldId id="272" r:id="rId16"/>
    <p:sldId id="273" r:id="rId17"/>
    <p:sldId id="274" r:id="rId18"/>
    <p:sldId id="285" r:id="rId19"/>
    <p:sldId id="275" r:id="rId20"/>
    <p:sldId id="276" r:id="rId21"/>
    <p:sldId id="284" r:id="rId22"/>
    <p:sldId id="278" r:id="rId2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15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2" Type="http://schemas.openxmlformats.org/officeDocument/2006/relationships/tags" Target="../tags/tag18.xml"/><Relationship Id="rId11" Type="http://schemas.openxmlformats.org/officeDocument/2006/relationships/tags" Target="../tags/tag17.xml"/><Relationship Id="rId10" Type="http://schemas.openxmlformats.org/officeDocument/2006/relationships/tags" Target="../tags/tag16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37.xml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7" Type="http://schemas.openxmlformats.org/officeDocument/2006/relationships/tags" Target="../tags/tag45.xml"/><Relationship Id="rId16" Type="http://schemas.openxmlformats.org/officeDocument/2006/relationships/tags" Target="../tags/tag44.xml"/><Relationship Id="rId15" Type="http://schemas.openxmlformats.org/officeDocument/2006/relationships/tags" Target="../tags/tag43.xml"/><Relationship Id="rId14" Type="http://schemas.openxmlformats.org/officeDocument/2006/relationships/tags" Target="../tags/tag42.xml"/><Relationship Id="rId13" Type="http://schemas.openxmlformats.org/officeDocument/2006/relationships/tags" Target="../tags/tag41.xml"/><Relationship Id="rId12" Type="http://schemas.openxmlformats.org/officeDocument/2006/relationships/tags" Target="../tags/tag40.xml"/><Relationship Id="rId11" Type="http://schemas.openxmlformats.org/officeDocument/2006/relationships/tags" Target="../tags/tag39.xml"/><Relationship Id="rId10" Type="http://schemas.openxmlformats.org/officeDocument/2006/relationships/tags" Target="../tags/tag38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53.xml"/><Relationship Id="rId8" Type="http://schemas.openxmlformats.org/officeDocument/2006/relationships/tags" Target="../tags/tag52.xml"/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0" Type="http://schemas.openxmlformats.org/officeDocument/2006/relationships/tags" Target="../tags/tag7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7" Type="http://schemas.openxmlformats.org/officeDocument/2006/relationships/tags" Target="../tags/tag80.xml"/><Relationship Id="rId6" Type="http://schemas.openxmlformats.org/officeDocument/2006/relationships/tags" Target="../tags/tag79.xml"/><Relationship Id="rId5" Type="http://schemas.openxmlformats.org/officeDocument/2006/relationships/tags" Target="../tags/tag78.xml"/><Relationship Id="rId4" Type="http://schemas.openxmlformats.org/officeDocument/2006/relationships/tags" Target="../tags/tag77.xml"/><Relationship Id="rId3" Type="http://schemas.openxmlformats.org/officeDocument/2006/relationships/tags" Target="../tags/tag76.xml"/><Relationship Id="rId2" Type="http://schemas.openxmlformats.org/officeDocument/2006/relationships/tags" Target="../tags/tag7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9.xml"/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3" Type="http://schemas.openxmlformats.org/officeDocument/2006/relationships/tags" Target="../tags/tag93.xml"/><Relationship Id="rId12" Type="http://schemas.openxmlformats.org/officeDocument/2006/relationships/tags" Target="../tags/tag92.xml"/><Relationship Id="rId11" Type="http://schemas.openxmlformats.org/officeDocument/2006/relationships/tags" Target="../tags/tag91.xml"/><Relationship Id="rId10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13.xml"/><Relationship Id="rId8" Type="http://schemas.openxmlformats.org/officeDocument/2006/relationships/tags" Target="../tags/tag112.xml"/><Relationship Id="rId7" Type="http://schemas.openxmlformats.org/officeDocument/2006/relationships/tags" Target="../tags/tag111.xml"/><Relationship Id="rId6" Type="http://schemas.openxmlformats.org/officeDocument/2006/relationships/tags" Target="../tags/tag110.xml"/><Relationship Id="rId5" Type="http://schemas.openxmlformats.org/officeDocument/2006/relationships/tags" Target="../tags/tag109.xml"/><Relationship Id="rId4" Type="http://schemas.openxmlformats.org/officeDocument/2006/relationships/tags" Target="../tags/tag108.xml"/><Relationship Id="rId3" Type="http://schemas.openxmlformats.org/officeDocument/2006/relationships/tags" Target="../tags/tag107.xml"/><Relationship Id="rId2" Type="http://schemas.openxmlformats.org/officeDocument/2006/relationships/tags" Target="../tags/tag106.xml"/><Relationship Id="rId14" Type="http://schemas.openxmlformats.org/officeDocument/2006/relationships/tags" Target="../tags/tag118.xml"/><Relationship Id="rId13" Type="http://schemas.openxmlformats.org/officeDocument/2006/relationships/tags" Target="../tags/tag117.xml"/><Relationship Id="rId12" Type="http://schemas.openxmlformats.org/officeDocument/2006/relationships/tags" Target="../tags/tag116.xml"/><Relationship Id="rId11" Type="http://schemas.openxmlformats.org/officeDocument/2006/relationships/tags" Target="../tags/tag115.xml"/><Relationship Id="rId10" Type="http://schemas.openxmlformats.org/officeDocument/2006/relationships/tags" Target="../tags/tag11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34.xml"/><Relationship Id="rId8" Type="http://schemas.openxmlformats.org/officeDocument/2006/relationships/tags" Target="../tags/tag133.xml"/><Relationship Id="rId7" Type="http://schemas.openxmlformats.org/officeDocument/2006/relationships/tags" Target="../tags/tag132.xml"/><Relationship Id="rId6" Type="http://schemas.openxmlformats.org/officeDocument/2006/relationships/tags" Target="../tags/tag131.xml"/><Relationship Id="rId5" Type="http://schemas.openxmlformats.org/officeDocument/2006/relationships/tags" Target="../tags/tag130.xml"/><Relationship Id="rId4" Type="http://schemas.openxmlformats.org/officeDocument/2006/relationships/tags" Target="../tags/tag129.xml"/><Relationship Id="rId3" Type="http://schemas.openxmlformats.org/officeDocument/2006/relationships/tags" Target="../tags/tag128.xml"/><Relationship Id="rId2" Type="http://schemas.openxmlformats.org/officeDocument/2006/relationships/tags" Target="../tags/tag127.xml"/><Relationship Id="rId15" Type="http://schemas.openxmlformats.org/officeDocument/2006/relationships/tags" Target="../tags/tag140.xml"/><Relationship Id="rId14" Type="http://schemas.openxmlformats.org/officeDocument/2006/relationships/tags" Target="../tags/tag139.xml"/><Relationship Id="rId13" Type="http://schemas.openxmlformats.org/officeDocument/2006/relationships/tags" Target="../tags/tag138.xml"/><Relationship Id="rId12" Type="http://schemas.openxmlformats.org/officeDocument/2006/relationships/tags" Target="../tags/tag137.xml"/><Relationship Id="rId11" Type="http://schemas.openxmlformats.org/officeDocument/2006/relationships/tags" Target="../tags/tag136.xml"/><Relationship Id="rId10" Type="http://schemas.openxmlformats.org/officeDocument/2006/relationships/tags" Target="../tags/tag135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1" Type="http://schemas.openxmlformats.org/officeDocument/2006/relationships/tags" Target="../tags/tag160.xml"/><Relationship Id="rId20" Type="http://schemas.openxmlformats.org/officeDocument/2006/relationships/tags" Target="../tags/tag159.xml"/><Relationship Id="rId2" Type="http://schemas.openxmlformats.org/officeDocument/2006/relationships/tags" Target="../tags/tag141.xml"/><Relationship Id="rId19" Type="http://schemas.openxmlformats.org/officeDocument/2006/relationships/tags" Target="../tags/tag158.xml"/><Relationship Id="rId18" Type="http://schemas.openxmlformats.org/officeDocument/2006/relationships/tags" Target="../tags/tag157.xml"/><Relationship Id="rId17" Type="http://schemas.openxmlformats.org/officeDocument/2006/relationships/tags" Target="../tags/tag156.xml"/><Relationship Id="rId16" Type="http://schemas.openxmlformats.org/officeDocument/2006/relationships/tags" Target="../tags/tag155.xml"/><Relationship Id="rId15" Type="http://schemas.openxmlformats.org/officeDocument/2006/relationships/tags" Target="../tags/tag154.xml"/><Relationship Id="rId14" Type="http://schemas.openxmlformats.org/officeDocument/2006/relationships/tags" Target="../tags/tag153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tags" Target="../tags/tag172.xml"/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" Type="http://schemas.openxmlformats.org/officeDocument/2006/relationships/tags" Target="../tags/tag166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7" Type="http://schemas.openxmlformats.org/officeDocument/2006/relationships/tags" Target="../tags/tag178.xml"/><Relationship Id="rId6" Type="http://schemas.openxmlformats.org/officeDocument/2006/relationships/tags" Target="../tags/tag177.xml"/><Relationship Id="rId5" Type="http://schemas.openxmlformats.org/officeDocument/2006/relationships/tags" Target="../tags/tag176.xml"/><Relationship Id="rId4" Type="http://schemas.openxmlformats.org/officeDocument/2006/relationships/tags" Target="../tags/tag175.xml"/><Relationship Id="rId3" Type="http://schemas.openxmlformats.org/officeDocument/2006/relationships/tags" Target="../tags/tag174.xml"/><Relationship Id="rId2" Type="http://schemas.openxmlformats.org/officeDocument/2006/relationships/tags" Target="../tags/tag173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" Type="http://schemas.openxmlformats.org/officeDocument/2006/relationships/tags" Target="../tags/tag188.xml"/><Relationship Id="rId2" Type="http://schemas.openxmlformats.org/officeDocument/2006/relationships/tags" Target="../tags/tag187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5" Type="http://schemas.openxmlformats.org/officeDocument/2006/relationships/tags" Target="../tags/tag197.xml"/><Relationship Id="rId4" Type="http://schemas.openxmlformats.org/officeDocument/2006/relationships/tags" Target="../tags/tag196.xml"/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6" Type="http://schemas.openxmlformats.org/officeDocument/2006/relationships/tags" Target="../tags/tag202.xml"/><Relationship Id="rId5" Type="http://schemas.openxmlformats.org/officeDocument/2006/relationships/tags" Target="../tags/tag201.xml"/><Relationship Id="rId4" Type="http://schemas.openxmlformats.org/officeDocument/2006/relationships/tags" Target="../tags/tag200.xml"/><Relationship Id="rId3" Type="http://schemas.openxmlformats.org/officeDocument/2006/relationships/tags" Target="../tags/tag199.xml"/><Relationship Id="rId2" Type="http://schemas.openxmlformats.org/officeDocument/2006/relationships/tags" Target="../tags/tag198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8" Type="http://schemas.openxmlformats.org/officeDocument/2006/relationships/tags" Target="../tags/tag209.xml"/><Relationship Id="rId7" Type="http://schemas.openxmlformats.org/officeDocument/2006/relationships/tags" Target="../tags/tag208.xml"/><Relationship Id="rId6" Type="http://schemas.openxmlformats.org/officeDocument/2006/relationships/tags" Target="../tags/tag207.xml"/><Relationship Id="rId5" Type="http://schemas.openxmlformats.org/officeDocument/2006/relationships/tags" Target="../tags/tag206.xml"/><Relationship Id="rId4" Type="http://schemas.openxmlformats.org/officeDocument/2006/relationships/tags" Target="../tags/tag205.xml"/><Relationship Id="rId3" Type="http://schemas.openxmlformats.org/officeDocument/2006/relationships/tags" Target="../tags/tag204.xml"/><Relationship Id="rId2" Type="http://schemas.openxmlformats.org/officeDocument/2006/relationships/tags" Target="../tags/tag203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17.xml"/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224.xml"/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32.xml"/><Relationship Id="rId8" Type="http://schemas.openxmlformats.org/officeDocument/2006/relationships/tags" Target="../tags/tag231.xml"/><Relationship Id="rId7" Type="http://schemas.openxmlformats.org/officeDocument/2006/relationships/tags" Target="../tags/tag230.xml"/><Relationship Id="rId6" Type="http://schemas.openxmlformats.org/officeDocument/2006/relationships/tags" Target="../tags/tag229.xml"/><Relationship Id="rId5" Type="http://schemas.openxmlformats.org/officeDocument/2006/relationships/tags" Target="../tags/tag228.xml"/><Relationship Id="rId4" Type="http://schemas.openxmlformats.org/officeDocument/2006/relationships/tags" Target="../tags/tag227.xml"/><Relationship Id="rId3" Type="http://schemas.openxmlformats.org/officeDocument/2006/relationships/tags" Target="../tags/tag226.xml"/><Relationship Id="rId2" Type="http://schemas.openxmlformats.org/officeDocument/2006/relationships/tags" Target="../tags/tag225.xml"/><Relationship Id="rId18" Type="http://schemas.openxmlformats.org/officeDocument/2006/relationships/tags" Target="../tags/tag241.xml"/><Relationship Id="rId17" Type="http://schemas.openxmlformats.org/officeDocument/2006/relationships/tags" Target="../tags/tag240.xml"/><Relationship Id="rId16" Type="http://schemas.openxmlformats.org/officeDocument/2006/relationships/tags" Target="../tags/tag239.xml"/><Relationship Id="rId15" Type="http://schemas.openxmlformats.org/officeDocument/2006/relationships/tags" Target="../tags/tag238.xml"/><Relationship Id="rId14" Type="http://schemas.openxmlformats.org/officeDocument/2006/relationships/tags" Target="../tags/tag237.xml"/><Relationship Id="rId13" Type="http://schemas.openxmlformats.org/officeDocument/2006/relationships/tags" Target="../tags/tag236.xml"/><Relationship Id="rId12" Type="http://schemas.openxmlformats.org/officeDocument/2006/relationships/tags" Target="../tags/tag235.xml"/><Relationship Id="rId11" Type="http://schemas.openxmlformats.org/officeDocument/2006/relationships/tags" Target="../tags/tag234.xml"/><Relationship Id="rId10" Type="http://schemas.openxmlformats.org/officeDocument/2006/relationships/tags" Target="../tags/tag233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10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副标题 2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5726642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8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6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6324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6096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34036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39116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762000" y="5130800"/>
            <a:ext cx="6172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762000" y="5638800"/>
            <a:ext cx="6172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68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81534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1" hasCustomPrompt="1"/>
            <p:custDataLst>
              <p:tags r:id="rId7"/>
            </p:custDataLst>
          </p:nvPr>
        </p:nvSpPr>
        <p:spPr>
          <a:xfrm>
            <a:off x="8153400" y="34036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8305800" y="34036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8305800" y="3911600"/>
            <a:ext cx="3276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81534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8305800" y="5130800"/>
            <a:ext cx="3276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305800" y="5638800"/>
            <a:ext cx="3276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8_2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图片占位符 11"/>
          <p:cNvSpPr>
            <a:spLocks noGrp="1"/>
          </p:cNvSpPr>
          <p:nvPr>
            <p:ph type="pic" idx="16394" hasCustomPrompt="1"/>
            <p:custDataLst>
              <p:tags r:id="rId6"/>
            </p:custDataLst>
          </p:nvPr>
        </p:nvSpPr>
        <p:spPr>
          <a:xfrm>
            <a:off x="1143000" y="19558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图片占位符 14"/>
          <p:cNvSpPr>
            <a:spLocks noGrp="1"/>
          </p:cNvSpPr>
          <p:nvPr>
            <p:ph type="pic" idx="16395" hasCustomPrompt="1"/>
            <p:custDataLst>
              <p:tags r:id="rId9"/>
            </p:custDataLst>
          </p:nvPr>
        </p:nvSpPr>
        <p:spPr>
          <a:xfrm>
            <a:off x="4038600" y="19558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35052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35052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6" hasCustomPrompt="1"/>
            <p:custDataLst>
              <p:tags r:id="rId12"/>
            </p:custDataLst>
          </p:nvPr>
        </p:nvSpPr>
        <p:spPr>
          <a:xfrm>
            <a:off x="6934200" y="19558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64008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64008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1" name="图片占位符 20"/>
          <p:cNvSpPr>
            <a:spLocks noGrp="1"/>
          </p:cNvSpPr>
          <p:nvPr>
            <p:ph type="pic" idx="16397" hasCustomPrompt="1"/>
            <p:custDataLst>
              <p:tags r:id="rId15"/>
            </p:custDataLst>
          </p:nvPr>
        </p:nvSpPr>
        <p:spPr>
          <a:xfrm>
            <a:off x="9829800" y="1955800"/>
            <a:ext cx="1219200" cy="12192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2" hasCustomPrompt="1"/>
            <p:custDataLst>
              <p:tags r:id="rId16"/>
            </p:custDataLst>
          </p:nvPr>
        </p:nvSpPr>
        <p:spPr>
          <a:xfrm>
            <a:off x="9296400" y="3479800"/>
            <a:ext cx="2286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296400" y="3987800"/>
            <a:ext cx="2286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3302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3860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400800" y="33020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400800" y="3860800"/>
            <a:ext cx="51816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右-方向错位-并列-26_8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1524000"/>
            <a:ext cx="5384800" cy="2209800"/>
          </a:xfrm>
          <a:custGeom>
            <a:avLst/>
            <a:gdLst>
              <a:gd name="connisteX0" fmla="*/ 0 w 5384800"/>
              <a:gd name="connsiteY0" fmla="*/ 203200 h 2209800"/>
              <a:gd name="connisteX1" fmla="*/ 203200 w 5384800"/>
              <a:gd name="connsiteY1" fmla="*/ 0 h 2209800"/>
              <a:gd name="connisteX2" fmla="*/ 5384800 w 5384800"/>
              <a:gd name="connsiteY2" fmla="*/ 0 h 2209800"/>
              <a:gd name="connisteX3" fmla="*/ 5384800 w 5384800"/>
              <a:gd name="connsiteY3" fmla="*/ 2209800 h 2209800"/>
              <a:gd name="connisteX4" fmla="*/ 203200 w 5384800"/>
              <a:gd name="connsiteY4" fmla="*/ 2209800 h 2209800"/>
              <a:gd name="connisteX5" fmla="*/ 0 w 5384800"/>
              <a:gd name="connsiteY5" fmla="*/ 2006600 h 2209800"/>
              <a:gd name="connisteX6" fmla="*/ 0 w 5384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lnTo>
                  <a:pt x="5384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5994400" y="1524000"/>
            <a:ext cx="5588000" cy="2209800"/>
          </a:xfrm>
          <a:custGeom>
            <a:avLst/>
            <a:gdLst>
              <a:gd name="connisteX0" fmla="*/ 0 w 5588000"/>
              <a:gd name="connsiteY0" fmla="*/ 0 h 2209800"/>
              <a:gd name="connisteX1" fmla="*/ 5384800 w 5588000"/>
              <a:gd name="connsiteY1" fmla="*/ 0 h 2209800"/>
              <a:gd name="connisteX2" fmla="*/ 5588000 w 5588000"/>
              <a:gd name="connsiteY2" fmla="*/ 203200 h 2209800"/>
              <a:gd name="connisteX3" fmla="*/ 5588000 w 5588000"/>
              <a:gd name="connsiteY3" fmla="*/ 2006600 h 2209800"/>
              <a:gd name="connisteX4" fmla="*/ 5384800 w 5588000"/>
              <a:gd name="connsiteY4" fmla="*/ 2209800 h 2209800"/>
              <a:gd name="connisteX5" fmla="*/ 0 w 5588000"/>
              <a:gd name="connsiteY5" fmla="*/ 2209800 h 2209800"/>
              <a:gd name="connisteX6" fmla="*/ 0 w 5588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0"/>
                </a:moveTo>
                <a:lnTo>
                  <a:pt x="5384800" y="0"/>
                </a:lnTo>
                <a:cubicBezTo>
                  <a:pt x="5497024" y="0"/>
                  <a:pt x="5588000" y="90976"/>
                  <a:pt x="5588000" y="203200"/>
                </a:cubicBezTo>
                <a:lnTo>
                  <a:pt x="5588000" y="2006600"/>
                </a:lnTo>
                <a:cubicBezTo>
                  <a:pt x="5588000" y="2118824"/>
                  <a:pt x="5497024" y="2209800"/>
                  <a:pt x="5384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20447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2603500"/>
            <a:ext cx="4775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197600" y="4038600"/>
            <a:ext cx="5384800" cy="2209800"/>
          </a:xfrm>
          <a:custGeom>
            <a:avLst/>
            <a:gdLst>
              <a:gd name="connisteX0" fmla="*/ 0 w 5384800"/>
              <a:gd name="connsiteY0" fmla="*/ 0 h 2209800"/>
              <a:gd name="connisteX1" fmla="*/ 5181600 w 5384800"/>
              <a:gd name="connsiteY1" fmla="*/ 0 h 2209800"/>
              <a:gd name="connisteX2" fmla="*/ 5384800 w 5384800"/>
              <a:gd name="connsiteY2" fmla="*/ 203200 h 2209800"/>
              <a:gd name="connisteX3" fmla="*/ 5384800 w 5384800"/>
              <a:gd name="connsiteY3" fmla="*/ 2006600 h 2209800"/>
              <a:gd name="connisteX4" fmla="*/ 5181600 w 5384800"/>
              <a:gd name="connsiteY4" fmla="*/ 2209800 h 2209800"/>
              <a:gd name="connisteX5" fmla="*/ 0 w 5384800"/>
              <a:gd name="connsiteY5" fmla="*/ 2209800 h 2209800"/>
              <a:gd name="connisteX6" fmla="*/ 0 w 5384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0"/>
                </a:moveTo>
                <a:lnTo>
                  <a:pt x="5181600" y="0"/>
                </a:lnTo>
                <a:cubicBezTo>
                  <a:pt x="5293824" y="0"/>
                  <a:pt x="5384800" y="90976"/>
                  <a:pt x="5384800" y="203200"/>
                </a:cubicBezTo>
                <a:lnTo>
                  <a:pt x="5384800" y="2006600"/>
                </a:lnTo>
                <a:cubicBezTo>
                  <a:pt x="5384800" y="2118824"/>
                  <a:pt x="5293824" y="2209800"/>
                  <a:pt x="5181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5588000" cy="2209800"/>
          </a:xfrm>
          <a:custGeom>
            <a:avLst/>
            <a:gdLst>
              <a:gd name="connisteX0" fmla="*/ 0 w 5588000"/>
              <a:gd name="connsiteY0" fmla="*/ 203200 h 2209800"/>
              <a:gd name="connisteX1" fmla="*/ 203200 w 5588000"/>
              <a:gd name="connsiteY1" fmla="*/ 0 h 2209800"/>
              <a:gd name="connisteX2" fmla="*/ 5588000 w 5588000"/>
              <a:gd name="connsiteY2" fmla="*/ 0 h 2209800"/>
              <a:gd name="connisteX3" fmla="*/ 5588000 w 5588000"/>
              <a:gd name="connsiteY3" fmla="*/ 2209800 h 2209800"/>
              <a:gd name="connisteX4" fmla="*/ 203200 w 5588000"/>
              <a:gd name="connsiteY4" fmla="*/ 2209800 h 2209800"/>
              <a:gd name="connisteX5" fmla="*/ 0 w 5588000"/>
              <a:gd name="connsiteY5" fmla="*/ 2006600 h 2209800"/>
              <a:gd name="connisteX6" fmla="*/ 0 w 5588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588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0" y="0"/>
                </a:lnTo>
                <a:lnTo>
                  <a:pt x="5588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02400" y="4559300"/>
            <a:ext cx="4775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02400" y="5118100"/>
            <a:ext cx="4775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31750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0" hasCustomPrompt="1"/>
            <p:custDataLst>
              <p:tags r:id="rId6"/>
            </p:custDataLst>
          </p:nvPr>
        </p:nvSpPr>
        <p:spPr>
          <a:xfrm>
            <a:off x="609600" y="609600"/>
            <a:ext cx="10972800" cy="20320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09600" y="4165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09600" y="4724400"/>
            <a:ext cx="518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400800" y="41656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400800" y="4724400"/>
            <a:ext cx="51816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87" hasCustomPrompt="1"/>
            <p:custDataLst>
              <p:tags r:id="rId6"/>
            </p:custDataLst>
          </p:nvPr>
        </p:nvSpPr>
        <p:spPr>
          <a:xfrm>
            <a:off x="6096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75438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8001000" y="3124200"/>
            <a:ext cx="31242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6096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9144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9144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6248400" y="3556000"/>
            <a:ext cx="5334000" cy="2692400"/>
          </a:xfrm>
          <a:custGeom>
            <a:avLst/>
            <a:gdLst>
              <a:gd name="connisteX0" fmla="*/ 0 w 5334000"/>
              <a:gd name="connsiteY0" fmla="*/ 0 h 2692400"/>
              <a:gd name="connisteX1" fmla="*/ 5334000 w 5334000"/>
              <a:gd name="connsiteY1" fmla="*/ 0 h 2692400"/>
              <a:gd name="connisteX2" fmla="*/ 5334000 w 5334000"/>
              <a:gd name="connsiteY2" fmla="*/ 2489200 h 2692400"/>
              <a:gd name="connisteX3" fmla="*/ 5130800 w 5334000"/>
              <a:gd name="connsiteY3" fmla="*/ 2692400 h 2692400"/>
              <a:gd name="connisteX4" fmla="*/ 203200 w 5334000"/>
              <a:gd name="connsiteY4" fmla="*/ 2692400 h 2692400"/>
              <a:gd name="connisteX5" fmla="*/ 0 w 5334000"/>
              <a:gd name="connsiteY5" fmla="*/ 2489200 h 2692400"/>
              <a:gd name="connisteX6" fmla="*/ 0 w 5334000"/>
              <a:gd name="connsiteY6" fmla="*/ 0 h 269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692400">
                <a:moveTo>
                  <a:pt x="0" y="0"/>
                </a:moveTo>
                <a:lnTo>
                  <a:pt x="5334000" y="0"/>
                </a:lnTo>
                <a:lnTo>
                  <a:pt x="5334000" y="2489200"/>
                </a:lnTo>
                <a:cubicBezTo>
                  <a:pt x="5334000" y="2601424"/>
                  <a:pt x="5243024" y="2692400"/>
                  <a:pt x="5130800" y="2692400"/>
                </a:cubicBezTo>
                <a:lnTo>
                  <a:pt x="203200" y="2692400"/>
                </a:lnTo>
                <a:cubicBezTo>
                  <a:pt x="90976" y="2692400"/>
                  <a:pt x="0" y="2601424"/>
                  <a:pt x="0" y="24892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6553200" y="3759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6553200" y="4216400"/>
            <a:ext cx="47244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上标下内-装饰背景-装饰背景-并列-57_7_group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装饰  1"/>
          <p:cNvSpPr>
            <a:spLocks noGrp="1"/>
          </p:cNvSpPr>
          <p:nvPr>
            <p:ph type="body" idx="16390" hasCustomPrompt="1"/>
            <p:custDataLst>
              <p:tags r:id="rId6"/>
            </p:custDataLst>
          </p:nvPr>
        </p:nvSpPr>
        <p:spPr>
          <a:xfrm>
            <a:off x="3149600" y="15240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图片占位符 12"/>
          <p:cNvSpPr>
            <a:spLocks noGrp="1"/>
          </p:cNvSpPr>
          <p:nvPr>
            <p:ph type="pic" idx="16391" hasCustomPrompt="1"/>
            <p:custDataLst>
              <p:tags r:id="rId7"/>
            </p:custDataLst>
          </p:nvPr>
        </p:nvSpPr>
        <p:spPr>
          <a:xfrm>
            <a:off x="6096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3454400" y="21971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3454400" y="27559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3149600" y="4038600"/>
            <a:ext cx="8432800" cy="2209800"/>
          </a:xfrm>
          <a:custGeom>
            <a:avLst/>
            <a:gdLst>
              <a:gd name="connisteX0" fmla="*/ 0 w 8432800"/>
              <a:gd name="connsiteY0" fmla="*/ 0 h 2209800"/>
              <a:gd name="connisteX1" fmla="*/ 8229600 w 8432800"/>
              <a:gd name="connsiteY1" fmla="*/ 0 h 2209800"/>
              <a:gd name="connisteX2" fmla="*/ 8432800 w 8432800"/>
              <a:gd name="connsiteY2" fmla="*/ 203200 h 2209800"/>
              <a:gd name="connisteX3" fmla="*/ 8432800 w 8432800"/>
              <a:gd name="connsiteY3" fmla="*/ 2006600 h 2209800"/>
              <a:gd name="connisteX4" fmla="*/ 8229600 w 8432800"/>
              <a:gd name="connsiteY4" fmla="*/ 2209800 h 2209800"/>
              <a:gd name="connisteX5" fmla="*/ 0 w 8432800"/>
              <a:gd name="connsiteY5" fmla="*/ 2209800 h 2209800"/>
              <a:gd name="connisteX6" fmla="*/ 0 w 84328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8432800" h="2209800">
                <a:moveTo>
                  <a:pt x="0" y="0"/>
                </a:moveTo>
                <a:lnTo>
                  <a:pt x="8229600" y="0"/>
                </a:lnTo>
                <a:cubicBezTo>
                  <a:pt x="8341824" y="0"/>
                  <a:pt x="8432800" y="90976"/>
                  <a:pt x="8432800" y="203200"/>
                </a:cubicBezTo>
                <a:lnTo>
                  <a:pt x="8432800" y="2006600"/>
                </a:lnTo>
                <a:cubicBezTo>
                  <a:pt x="8432800" y="2118824"/>
                  <a:pt x="8341824" y="2209800"/>
                  <a:pt x="82296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图片占位符 16"/>
          <p:cNvSpPr>
            <a:spLocks noGrp="1"/>
          </p:cNvSpPr>
          <p:nvPr>
            <p:ph type="pic" idx="16393" hasCustomPrompt="1"/>
            <p:custDataLst>
              <p:tags r:id="rId11"/>
            </p:custDataLst>
          </p:nvPr>
        </p:nvSpPr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8" hasCustomPrompt="1"/>
            <p:custDataLst>
              <p:tags r:id="rId12"/>
            </p:custDataLst>
          </p:nvPr>
        </p:nvSpPr>
        <p:spPr>
          <a:xfrm>
            <a:off x="3454400" y="4711700"/>
            <a:ext cx="782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3454400" y="5270500"/>
            <a:ext cx="78232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4_1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3352800" y="15875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3352800" y="2146300"/>
            <a:ext cx="2590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5" name="内容占位符 14"/>
          <p:cNvSpPr>
            <a:spLocks noGrp="1"/>
          </p:cNvSpPr>
          <p:nvPr>
            <p:ph idx="16393" hasCustomPrompt="1"/>
            <p:custDataLst>
              <p:tags r:id="rId9"/>
            </p:custDataLst>
          </p:nvPr>
        </p:nvSpPr>
        <p:spPr>
          <a:xfrm>
            <a:off x="62484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8991600" y="15875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8991600" y="2146300"/>
            <a:ext cx="2590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8" name="内容占位符 17"/>
          <p:cNvSpPr>
            <a:spLocks noGrp="1"/>
          </p:cNvSpPr>
          <p:nvPr>
            <p:ph idx="16394" hasCustomPrompt="1"/>
            <p:custDataLst>
              <p:tags r:id="rId12"/>
            </p:custDataLst>
          </p:nvPr>
        </p:nvSpPr>
        <p:spPr>
          <a:xfrm>
            <a:off x="6096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3352800" y="4102100"/>
            <a:ext cx="2590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3352800" y="4660900"/>
            <a:ext cx="2590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7" name="日期占位符 4"/>
          <p:cNvSpPr>
            <a:spLocks noGrp="1"/>
          </p:cNvSpPr>
          <p:nvPr userDrawn="1">
            <p:ph type="dt" sz="half" idx="16385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 userDrawn="1">
            <p:ph type="ftr" sz="quarter" idx="16386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 userDrawn="1">
            <p:ph type="sldNum" sz="quarter" idx="16387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 userDrawn="1">
            <p:ph type="title" idx="16388" hasCustomPrompt="1"/>
            <p:custDataLst>
              <p:tags r:id="rId8"/>
            </p:custDataLst>
          </p:nvPr>
        </p:nvSpPr>
        <p:spPr>
          <a:xfrm>
            <a:off x="1903942" y="3070225"/>
            <a:ext cx="8384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6389" hasCustomPrompt="1"/>
            <p:custDataLst>
              <p:tags r:id="rId9"/>
            </p:custDataLst>
          </p:nvPr>
        </p:nvSpPr>
        <p:spPr>
          <a:xfrm>
            <a:off x="5332413" y="1444625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ln w="25400">
                  <a:solidFill>
                    <a:schemeClr val="accent1"/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标题 10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12" name="内容占位符 11"/>
          <p:cNvSpPr>
            <a:spLocks noGrp="1"/>
          </p:cNvSpPr>
          <p:nvPr>
            <p:ph idx="16392" hasCustomPrompt="1"/>
            <p:custDataLst>
              <p:tags r:id="rId6"/>
            </p:custDataLst>
          </p:nvPr>
        </p:nvSpPr>
        <p:spPr>
          <a:xfrm>
            <a:off x="609600" y="37084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6096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7620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7620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44704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46228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46228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8331200" y="15240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4"/>
            </p:custDataLst>
          </p:nvPr>
        </p:nvSpPr>
        <p:spPr>
          <a:xfrm>
            <a:off x="8483600" y="1524000"/>
            <a:ext cx="3098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8483600" y="2032000"/>
            <a:ext cx="3098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副标题 10"/>
          <p:cNvSpPr>
            <a:spLocks noGrp="1"/>
          </p:cNvSpPr>
          <p:nvPr>
            <p:ph type="subTitle" idx="16386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标题 11"/>
          <p:cNvSpPr>
            <a:spLocks noGrp="1"/>
          </p:cNvSpPr>
          <p:nvPr>
            <p:ph type="ctrTitle" idx="16385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0703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8"/>
            </p:custDataLst>
          </p:nvPr>
        </p:nvSpPr>
        <p:spPr>
          <a:xfrm>
            <a:off x="48514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50800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7994650" y="14478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8775700" y="13716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9004300" y="12954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文本占位符 18"/>
          <p:cNvSpPr>
            <a:spLocks noGrp="1"/>
          </p:cNvSpPr>
          <p:nvPr>
            <p:ph type="body" idx="16392" hasCustomPrompt="1"/>
            <p:custDataLst>
              <p:tags r:id="rId13"/>
            </p:custDataLst>
          </p:nvPr>
        </p:nvSpPr>
        <p:spPr>
          <a:xfrm>
            <a:off x="40703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16399" hasCustomPrompt="1"/>
            <p:custDataLst>
              <p:tags r:id="rId14"/>
            </p:custDataLst>
          </p:nvPr>
        </p:nvSpPr>
        <p:spPr>
          <a:xfrm>
            <a:off x="48514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1" hasCustomPrompt="1"/>
            <p:custDataLst>
              <p:tags r:id="rId15"/>
            </p:custDataLst>
          </p:nvPr>
        </p:nvSpPr>
        <p:spPr>
          <a:xfrm>
            <a:off x="50800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4" hasCustomPrompt="1"/>
            <p:custDataLst>
              <p:tags r:id="rId16"/>
            </p:custDataLst>
          </p:nvPr>
        </p:nvSpPr>
        <p:spPr>
          <a:xfrm>
            <a:off x="7994650" y="31242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8775700" y="30480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3" hasCustomPrompt="1"/>
            <p:custDataLst>
              <p:tags r:id="rId18"/>
            </p:custDataLst>
          </p:nvPr>
        </p:nvSpPr>
        <p:spPr>
          <a:xfrm>
            <a:off x="9004300" y="29718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6" hasCustomPrompt="1"/>
            <p:custDataLst>
              <p:tags r:id="rId19"/>
            </p:custDataLst>
          </p:nvPr>
        </p:nvSpPr>
        <p:spPr>
          <a:xfrm>
            <a:off x="4070350" y="48006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05</a:t>
            </a:r>
            <a:endParaRPr lang="zh-CN" altLang="en-US" smtClean="0"/>
          </a:p>
        </p:txBody>
      </p:sp>
      <p:sp>
        <p:nvSpPr>
          <p:cNvPr id="26" name="装饰  5"/>
          <p:cNvSpPr>
            <a:spLocks noGrp="1"/>
          </p:cNvSpPr>
          <p:nvPr>
            <p:ph type="body" idx="16401" hasCustomPrompt="1"/>
            <p:custDataLst>
              <p:tags r:id="rId20"/>
            </p:custDataLst>
          </p:nvPr>
        </p:nvSpPr>
        <p:spPr>
          <a:xfrm>
            <a:off x="4851400" y="47244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7" name="文本占位符 26"/>
          <p:cNvSpPr>
            <a:spLocks noGrp="1"/>
          </p:cNvSpPr>
          <p:nvPr>
            <p:ph type="body" idx="16395" hasCustomPrompt="1"/>
            <p:custDataLst>
              <p:tags r:id="rId21"/>
            </p:custDataLst>
          </p:nvPr>
        </p:nvSpPr>
        <p:spPr>
          <a:xfrm>
            <a:off x="5080000" y="46482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任意多边形 17"/>
          <p:cNvSpPr/>
          <p:nvPr userDrawn="1">
            <p:custDataLst>
              <p:tags r:id="rId2"/>
            </p:custDataLst>
          </p:nvPr>
        </p:nvSpPr>
        <p:spPr>
          <a:xfrm>
            <a:off x="7534910" y="2957195"/>
            <a:ext cx="4657090" cy="3030855"/>
          </a:xfrm>
          <a:custGeom>
            <a:avLst/>
            <a:gdLst>
              <a:gd name="connsiteX0" fmla="*/ 0 w 7334"/>
              <a:gd name="connsiteY0" fmla="*/ 4754 h 4773"/>
              <a:gd name="connsiteX1" fmla="*/ 1297 w 7334"/>
              <a:gd name="connsiteY1" fmla="*/ 4754 h 4773"/>
              <a:gd name="connsiteX2" fmla="*/ 1297 w 7334"/>
              <a:gd name="connsiteY2" fmla="*/ 3267 h 4773"/>
              <a:gd name="connsiteX3" fmla="*/ 2032 w 7334"/>
              <a:gd name="connsiteY3" fmla="*/ 2990 h 4773"/>
              <a:gd name="connsiteX4" fmla="*/ 2028 w 7334"/>
              <a:gd name="connsiteY4" fmla="*/ 4767 h 4773"/>
              <a:gd name="connsiteX5" fmla="*/ 1736 w 7334"/>
              <a:gd name="connsiteY5" fmla="*/ 4769 h 4773"/>
              <a:gd name="connsiteX6" fmla="*/ 1736 w 7334"/>
              <a:gd name="connsiteY6" fmla="*/ 1950 h 4773"/>
              <a:gd name="connsiteX7" fmla="*/ 3109 w 7334"/>
              <a:gd name="connsiteY7" fmla="*/ 2275 h 4773"/>
              <a:gd name="connsiteX8" fmla="*/ 3109 w 7334"/>
              <a:gd name="connsiteY8" fmla="*/ 4773 h 4773"/>
              <a:gd name="connsiteX9" fmla="*/ 2594 w 7334"/>
              <a:gd name="connsiteY9" fmla="*/ 4773 h 4773"/>
              <a:gd name="connsiteX10" fmla="*/ 2604 w 7334"/>
              <a:gd name="connsiteY10" fmla="*/ 0 h 4773"/>
              <a:gd name="connsiteX11" fmla="*/ 3656 w 7334"/>
              <a:gd name="connsiteY11" fmla="*/ 7 h 4773"/>
              <a:gd name="connsiteX12" fmla="*/ 3653 w 7334"/>
              <a:gd name="connsiteY12" fmla="*/ 3834 h 4773"/>
              <a:gd name="connsiteX13" fmla="*/ 3404 w 7334"/>
              <a:gd name="connsiteY13" fmla="*/ 3837 h 4773"/>
              <a:gd name="connsiteX14" fmla="*/ 3404 w 7334"/>
              <a:gd name="connsiteY14" fmla="*/ 2979 h 4773"/>
              <a:gd name="connsiteX15" fmla="*/ 4594 w 7334"/>
              <a:gd name="connsiteY15" fmla="*/ 2978 h 4773"/>
              <a:gd name="connsiteX16" fmla="*/ 4593 w 7334"/>
              <a:gd name="connsiteY16" fmla="*/ 4339 h 4773"/>
              <a:gd name="connsiteX17" fmla="*/ 5122 w 7334"/>
              <a:gd name="connsiteY17" fmla="*/ 4338 h 4773"/>
              <a:gd name="connsiteX18" fmla="*/ 5120 w 7334"/>
              <a:gd name="connsiteY18" fmla="*/ 4771 h 4773"/>
              <a:gd name="connsiteX19" fmla="*/ 7334 w 7334"/>
              <a:gd name="connsiteY19" fmla="*/ 4769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7334" h="4773">
                <a:moveTo>
                  <a:pt x="0" y="4754"/>
                </a:moveTo>
                <a:lnTo>
                  <a:pt x="1297" y="4754"/>
                </a:lnTo>
                <a:lnTo>
                  <a:pt x="1297" y="3267"/>
                </a:lnTo>
                <a:lnTo>
                  <a:pt x="2032" y="2990"/>
                </a:lnTo>
                <a:lnTo>
                  <a:pt x="2028" y="4767"/>
                </a:lnTo>
                <a:lnTo>
                  <a:pt x="1736" y="4769"/>
                </a:lnTo>
                <a:lnTo>
                  <a:pt x="1736" y="1950"/>
                </a:lnTo>
                <a:lnTo>
                  <a:pt x="3109" y="2275"/>
                </a:lnTo>
                <a:lnTo>
                  <a:pt x="3109" y="4773"/>
                </a:lnTo>
                <a:lnTo>
                  <a:pt x="2594" y="4773"/>
                </a:lnTo>
                <a:lnTo>
                  <a:pt x="2604" y="0"/>
                </a:lnTo>
                <a:lnTo>
                  <a:pt x="3656" y="7"/>
                </a:lnTo>
                <a:lnTo>
                  <a:pt x="3653" y="3834"/>
                </a:lnTo>
                <a:lnTo>
                  <a:pt x="3404" y="3837"/>
                </a:lnTo>
                <a:lnTo>
                  <a:pt x="3404" y="2979"/>
                </a:lnTo>
                <a:lnTo>
                  <a:pt x="4594" y="2978"/>
                </a:lnTo>
                <a:lnTo>
                  <a:pt x="4593" y="4339"/>
                </a:lnTo>
                <a:lnTo>
                  <a:pt x="5122" y="4338"/>
                </a:lnTo>
                <a:lnTo>
                  <a:pt x="5120" y="4771"/>
                </a:lnTo>
                <a:lnTo>
                  <a:pt x="7334" y="47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0" name="直接连接符 9"/>
          <p:cNvCxnSpPr/>
          <p:nvPr userDrawn="1">
            <p:custDataLst>
              <p:tags r:id="rId3"/>
            </p:custDataLst>
          </p:nvPr>
        </p:nvCxnSpPr>
        <p:spPr>
          <a:xfrm>
            <a:off x="9528175" y="2393950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3" name="椭圆 2"/>
          <p:cNvSpPr>
            <a:spLocks noChangeAspect="1"/>
          </p:cNvSpPr>
          <p:nvPr userDrawn="1">
            <p:custDataLst>
              <p:tags r:id="rId4"/>
            </p:custDataLst>
          </p:nvPr>
        </p:nvSpPr>
        <p:spPr>
          <a:xfrm>
            <a:off x="7488000" y="5914800"/>
            <a:ext cx="108000" cy="108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50800" y="511200"/>
            <a:ext cx="2174400" cy="1404000"/>
          </a:xfrm>
        </p:spPr>
        <p:txBody>
          <a:bodyPr wrap="square" lIns="90000" tIns="46800" rIns="90000" bIns="46800" anchor="ctr">
            <a:normAutofit/>
          </a:bodyPr>
          <a:lstStyle>
            <a:lvl1pPr algn="r">
              <a:defRPr sz="5400"/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2"/>
          <p:cNvSpPr/>
          <p:nvPr userDrawn="1">
            <p:custDataLst>
              <p:tags r:id="rId2"/>
            </p:custDataLst>
          </p:nvPr>
        </p:nvSpPr>
        <p:spPr>
          <a:xfrm>
            <a:off x="0" y="2429510"/>
            <a:ext cx="12192000" cy="3218815"/>
          </a:xfrm>
          <a:custGeom>
            <a:avLst/>
            <a:gdLst>
              <a:gd name="connsiteX0" fmla="*/ 0 w 19205"/>
              <a:gd name="connsiteY0" fmla="*/ 5042 h 5069"/>
              <a:gd name="connsiteX1" fmla="*/ 2204 w 19205"/>
              <a:gd name="connsiteY1" fmla="*/ 5044 h 5069"/>
              <a:gd name="connsiteX2" fmla="*/ 2204 w 19205"/>
              <a:gd name="connsiteY2" fmla="*/ 4474 h 5069"/>
              <a:gd name="connsiteX3" fmla="*/ 3010 w 19205"/>
              <a:gd name="connsiteY3" fmla="*/ 4470 h 5069"/>
              <a:gd name="connsiteX4" fmla="*/ 3014 w 19205"/>
              <a:gd name="connsiteY4" fmla="*/ 3374 h 5069"/>
              <a:gd name="connsiteX5" fmla="*/ 4234 w 19205"/>
              <a:gd name="connsiteY5" fmla="*/ 3374 h 5069"/>
              <a:gd name="connsiteX6" fmla="*/ 4234 w 19205"/>
              <a:gd name="connsiteY6" fmla="*/ 4294 h 5069"/>
              <a:gd name="connsiteX7" fmla="*/ 3914 w 19205"/>
              <a:gd name="connsiteY7" fmla="*/ 4294 h 5069"/>
              <a:gd name="connsiteX8" fmla="*/ 3914 w 19205"/>
              <a:gd name="connsiteY8" fmla="*/ 2524 h 5069"/>
              <a:gd name="connsiteX9" fmla="*/ 4274 w 19205"/>
              <a:gd name="connsiteY9" fmla="*/ 2524 h 5069"/>
              <a:gd name="connsiteX10" fmla="*/ 4278 w 19205"/>
              <a:gd name="connsiteY10" fmla="*/ 0 h 5069"/>
              <a:gd name="connsiteX11" fmla="*/ 5058 w 19205"/>
              <a:gd name="connsiteY11" fmla="*/ 480 h 5069"/>
              <a:gd name="connsiteX12" fmla="*/ 5044 w 19205"/>
              <a:gd name="connsiteY12" fmla="*/ 4864 h 5069"/>
              <a:gd name="connsiteX13" fmla="*/ 4701 w 19205"/>
              <a:gd name="connsiteY13" fmla="*/ 4863 h 5069"/>
              <a:gd name="connsiteX14" fmla="*/ 4701 w 19205"/>
              <a:gd name="connsiteY14" fmla="*/ 1968 h 5069"/>
              <a:gd name="connsiteX15" fmla="*/ 5663 w 19205"/>
              <a:gd name="connsiteY15" fmla="*/ 1965 h 5069"/>
              <a:gd name="connsiteX16" fmla="*/ 5662 w 19205"/>
              <a:gd name="connsiteY16" fmla="*/ 4024 h 5069"/>
              <a:gd name="connsiteX17" fmla="*/ 6454 w 19205"/>
              <a:gd name="connsiteY17" fmla="*/ 4024 h 5069"/>
              <a:gd name="connsiteX18" fmla="*/ 6457 w 19205"/>
              <a:gd name="connsiteY18" fmla="*/ 5069 h 5069"/>
              <a:gd name="connsiteX19" fmla="*/ 19205 w 19205"/>
              <a:gd name="connsiteY19" fmla="*/ 5069 h 5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5" h="5069">
                <a:moveTo>
                  <a:pt x="0" y="5042"/>
                </a:moveTo>
                <a:lnTo>
                  <a:pt x="2204" y="5044"/>
                </a:lnTo>
                <a:lnTo>
                  <a:pt x="2204" y="4474"/>
                </a:lnTo>
                <a:lnTo>
                  <a:pt x="3010" y="4470"/>
                </a:lnTo>
                <a:lnTo>
                  <a:pt x="3014" y="3374"/>
                </a:lnTo>
                <a:lnTo>
                  <a:pt x="4234" y="3374"/>
                </a:lnTo>
                <a:lnTo>
                  <a:pt x="4234" y="4294"/>
                </a:lnTo>
                <a:lnTo>
                  <a:pt x="3914" y="4294"/>
                </a:lnTo>
                <a:lnTo>
                  <a:pt x="3914" y="2524"/>
                </a:lnTo>
                <a:lnTo>
                  <a:pt x="4274" y="2524"/>
                </a:lnTo>
                <a:lnTo>
                  <a:pt x="4278" y="0"/>
                </a:lnTo>
                <a:lnTo>
                  <a:pt x="5058" y="480"/>
                </a:lnTo>
                <a:lnTo>
                  <a:pt x="5044" y="4864"/>
                </a:lnTo>
                <a:lnTo>
                  <a:pt x="4701" y="4863"/>
                </a:lnTo>
                <a:lnTo>
                  <a:pt x="4701" y="1968"/>
                </a:lnTo>
                <a:lnTo>
                  <a:pt x="5663" y="1965"/>
                </a:lnTo>
                <a:lnTo>
                  <a:pt x="5662" y="4024"/>
                </a:lnTo>
                <a:lnTo>
                  <a:pt x="6454" y="4024"/>
                </a:lnTo>
                <a:lnTo>
                  <a:pt x="6457" y="5069"/>
                </a:lnTo>
                <a:lnTo>
                  <a:pt x="19205" y="5069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5078942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20XX YEAR</a:t>
            </a:r>
            <a:endParaRPr lang="zh-CN" altLang="en-US" smtClean="0"/>
          </a:p>
        </p:txBody>
      </p:sp>
      <p:sp>
        <p:nvSpPr>
          <p:cNvPr id="6" name="标题 1"/>
          <p:cNvSpPr>
            <a:spLocks noGrp="1"/>
          </p:cNvSpPr>
          <p:nvPr>
            <p:ph type="ctrTitle" idx="16388" hasCustomPrompt="1"/>
            <p:custDataLst>
              <p:tags r:id="rId7"/>
            </p:custDataLst>
          </p:nvPr>
        </p:nvSpPr>
        <p:spPr>
          <a:xfrm>
            <a:off x="4823354" y="2159000"/>
            <a:ext cx="6352646" cy="2540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
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90" hasCustomPrompt="1"/>
            <p:custDataLst>
              <p:tags r:id="rId8"/>
            </p:custDataLst>
          </p:nvPr>
        </p:nvSpPr>
        <p:spPr>
          <a:xfrm>
            <a:off x="8635118" y="4749800"/>
            <a:ext cx="2540882" cy="533400"/>
          </a:xfrm>
        </p:spPr>
        <p:txBody>
          <a:bodyPr vert="horz" wrap="square" lIns="0" tIns="0" rIns="0" bIns="0" anchor="ctr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-1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7"/>
          <p:cNvSpPr/>
          <p:nvPr>
            <p:custDataLst>
              <p:tags r:id="rId2"/>
            </p:custDataLst>
          </p:nvPr>
        </p:nvSpPr>
        <p:spPr>
          <a:xfrm>
            <a:off x="5881370" y="4941570"/>
            <a:ext cx="6301740" cy="1591310"/>
          </a:xfrm>
          <a:custGeom>
            <a:avLst/>
            <a:gdLst>
              <a:gd name="connsiteX0" fmla="*/ 2 w 9924"/>
              <a:gd name="connsiteY0" fmla="*/ 2235 h 2506"/>
              <a:gd name="connsiteX1" fmla="*/ 0 w 9924"/>
              <a:gd name="connsiteY1" fmla="*/ 230 h 2506"/>
              <a:gd name="connsiteX2" fmla="*/ 220 w 9924"/>
              <a:gd name="connsiteY2" fmla="*/ 0 h 2506"/>
              <a:gd name="connsiteX3" fmla="*/ 500 w 9924"/>
              <a:gd name="connsiteY3" fmla="*/ 0 h 2506"/>
              <a:gd name="connsiteX4" fmla="*/ 710 w 9924"/>
              <a:gd name="connsiteY4" fmla="*/ 220 h 2506"/>
              <a:gd name="connsiteX5" fmla="*/ 710 w 9924"/>
              <a:gd name="connsiteY5" fmla="*/ 2050 h 2506"/>
              <a:gd name="connsiteX6" fmla="*/ 500 w 9924"/>
              <a:gd name="connsiteY6" fmla="*/ 2050 h 2506"/>
              <a:gd name="connsiteX7" fmla="*/ 500 w 9924"/>
              <a:gd name="connsiteY7" fmla="*/ 980 h 2506"/>
              <a:gd name="connsiteX8" fmla="*/ 1153 w 9924"/>
              <a:gd name="connsiteY8" fmla="*/ 982 h 2506"/>
              <a:gd name="connsiteX9" fmla="*/ 1153 w 9924"/>
              <a:gd name="connsiteY9" fmla="*/ 1942 h 2506"/>
              <a:gd name="connsiteX10" fmla="*/ 1936 w 9924"/>
              <a:gd name="connsiteY10" fmla="*/ 1946 h 2506"/>
              <a:gd name="connsiteX11" fmla="*/ 1936 w 9924"/>
              <a:gd name="connsiteY11" fmla="*/ 2268 h 2506"/>
              <a:gd name="connsiteX12" fmla="*/ 2281 w 9924"/>
              <a:gd name="connsiteY12" fmla="*/ 2268 h 2506"/>
              <a:gd name="connsiteX13" fmla="*/ 2283 w 9924"/>
              <a:gd name="connsiteY13" fmla="*/ 2506 h 2506"/>
              <a:gd name="connsiteX14" fmla="*/ 9924 w 9924"/>
              <a:gd name="connsiteY14" fmla="*/ 2501 h 2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9924" h="2506">
                <a:moveTo>
                  <a:pt x="2" y="2235"/>
                </a:moveTo>
                <a:lnTo>
                  <a:pt x="0" y="230"/>
                </a:lnTo>
                <a:lnTo>
                  <a:pt x="220" y="0"/>
                </a:lnTo>
                <a:lnTo>
                  <a:pt x="500" y="0"/>
                </a:lnTo>
                <a:lnTo>
                  <a:pt x="710" y="220"/>
                </a:lnTo>
                <a:lnTo>
                  <a:pt x="710" y="2050"/>
                </a:lnTo>
                <a:lnTo>
                  <a:pt x="500" y="2050"/>
                </a:lnTo>
                <a:lnTo>
                  <a:pt x="500" y="980"/>
                </a:lnTo>
                <a:lnTo>
                  <a:pt x="1153" y="982"/>
                </a:lnTo>
                <a:lnTo>
                  <a:pt x="1153" y="1942"/>
                </a:lnTo>
                <a:lnTo>
                  <a:pt x="1936" y="1946"/>
                </a:lnTo>
                <a:lnTo>
                  <a:pt x="1936" y="2268"/>
                </a:lnTo>
                <a:lnTo>
                  <a:pt x="2281" y="2268"/>
                </a:lnTo>
                <a:lnTo>
                  <a:pt x="2283" y="2506"/>
                </a:lnTo>
                <a:lnTo>
                  <a:pt x="9924" y="2501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任意多边形 8"/>
          <p:cNvSpPr/>
          <p:nvPr>
            <p:custDataLst>
              <p:tags r:id="rId3"/>
            </p:custDataLst>
          </p:nvPr>
        </p:nvSpPr>
        <p:spPr>
          <a:xfrm>
            <a:off x="0" y="5236845"/>
            <a:ext cx="5894705" cy="1302385"/>
          </a:xfrm>
          <a:custGeom>
            <a:avLst/>
            <a:gdLst>
              <a:gd name="connsiteX0" fmla="*/ 9283 w 9283"/>
              <a:gd name="connsiteY0" fmla="*/ 1758 h 2051"/>
              <a:gd name="connsiteX1" fmla="*/ 9062 w 9283"/>
              <a:gd name="connsiteY1" fmla="*/ 1755 h 2051"/>
              <a:gd name="connsiteX2" fmla="*/ 9062 w 9283"/>
              <a:gd name="connsiteY2" fmla="*/ 0 h 2051"/>
              <a:gd name="connsiteX3" fmla="*/ 8410 w 9283"/>
              <a:gd name="connsiteY3" fmla="*/ 547 h 2051"/>
              <a:gd name="connsiteX4" fmla="*/ 8410 w 9283"/>
              <a:gd name="connsiteY4" fmla="*/ 2028 h 2051"/>
              <a:gd name="connsiteX5" fmla="*/ 8710 w 9283"/>
              <a:gd name="connsiteY5" fmla="*/ 2028 h 2051"/>
              <a:gd name="connsiteX6" fmla="*/ 8710 w 9283"/>
              <a:gd name="connsiteY6" fmla="*/ 1158 h 2051"/>
              <a:gd name="connsiteX7" fmla="*/ 7675 w 9283"/>
              <a:gd name="connsiteY7" fmla="*/ 906 h 2051"/>
              <a:gd name="connsiteX8" fmla="*/ 7674 w 9283"/>
              <a:gd name="connsiteY8" fmla="*/ 1785 h 2051"/>
              <a:gd name="connsiteX9" fmla="*/ 7084 w 9283"/>
              <a:gd name="connsiteY9" fmla="*/ 1785 h 2051"/>
              <a:gd name="connsiteX10" fmla="*/ 7086 w 9283"/>
              <a:gd name="connsiteY10" fmla="*/ 2051 h 2051"/>
              <a:gd name="connsiteX11" fmla="*/ 0 w 9283"/>
              <a:gd name="connsiteY11" fmla="*/ 2047 h 2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83" h="2051">
                <a:moveTo>
                  <a:pt x="9283" y="1758"/>
                </a:moveTo>
                <a:lnTo>
                  <a:pt x="9062" y="1755"/>
                </a:lnTo>
                <a:lnTo>
                  <a:pt x="9062" y="0"/>
                </a:lnTo>
                <a:lnTo>
                  <a:pt x="8410" y="547"/>
                </a:lnTo>
                <a:lnTo>
                  <a:pt x="8410" y="2028"/>
                </a:lnTo>
                <a:lnTo>
                  <a:pt x="8710" y="2028"/>
                </a:lnTo>
                <a:lnTo>
                  <a:pt x="8710" y="1158"/>
                </a:lnTo>
                <a:lnTo>
                  <a:pt x="7675" y="906"/>
                </a:lnTo>
                <a:lnTo>
                  <a:pt x="7674" y="1785"/>
                </a:lnTo>
                <a:lnTo>
                  <a:pt x="7084" y="1785"/>
                </a:lnTo>
                <a:lnTo>
                  <a:pt x="7086" y="2051"/>
                </a:lnTo>
                <a:lnTo>
                  <a:pt x="0" y="2047"/>
                </a:lnTo>
              </a:path>
            </a:pathLst>
          </a:cu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4"/>
            </p:custDataLst>
          </p:nvPr>
        </p:nvCxnSpPr>
        <p:spPr>
          <a:xfrm>
            <a:off x="6106795" y="4594225"/>
            <a:ext cx="0" cy="347345"/>
          </a:xfrm>
          <a:prstGeom prst="line">
            <a:avLst/>
          </a:prstGeom>
          <a:noFill/>
          <a:ln w="25400">
            <a:solidFill>
              <a:schemeClr val="accent1">
                <a:alpha val="8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7" name="日期占位符 4"/>
          <p:cNvSpPr>
            <a:spLocks noGrp="1"/>
          </p:cNvSpPr>
          <p:nvPr userDrawn="1"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5"/>
          <p:cNvSpPr>
            <a:spLocks noGrp="1"/>
          </p:cNvSpPr>
          <p:nvPr userDrawn="1"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6"/>
          <p:cNvSpPr>
            <a:spLocks noGrp="1"/>
          </p:cNvSpPr>
          <p:nvPr userDrawn="1"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 userDrawn="1">
            <p:ph type="title" idx="17826049" hasCustomPrompt="1"/>
            <p:custDataLst>
              <p:tags r:id="rId8"/>
            </p:custDataLst>
          </p:nvPr>
        </p:nvSpPr>
        <p:spPr>
          <a:xfrm>
            <a:off x="1903942" y="3070225"/>
            <a:ext cx="8384117" cy="1524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7826561" hasCustomPrompt="1"/>
            <p:custDataLst>
              <p:tags r:id="rId9"/>
            </p:custDataLst>
          </p:nvPr>
        </p:nvSpPr>
        <p:spPr>
          <a:xfrm>
            <a:off x="5332413" y="1444625"/>
            <a:ext cx="1527175" cy="1524000"/>
          </a:xfrm>
        </p:spPr>
        <p:txBody>
          <a:bodyPr vert="horz" wrap="none" lIns="0" tIns="0" rIns="0" bIns="0" anchor="ctr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ln w="25400">
                  <a:solidFill>
                    <a:schemeClr val="accent1"/>
                  </a:solidFill>
                </a:ln>
                <a:noFill/>
              </a:defRPr>
            </a:lvl1pPr>
          </a:lstStyle>
          <a:p>
            <a:pPr lvl="0"/>
            <a:r>
              <a:rPr lang="zh-CN" altLang="en-US" dirty="0"/>
              <a:t>01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-1_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 userDrawn="1">
            <p:custDataLst>
              <p:tags r:id="rId2"/>
            </p:custDataLst>
          </p:nvPr>
        </p:nvSpPr>
        <p:spPr>
          <a:xfrm>
            <a:off x="0" y="2167890"/>
            <a:ext cx="12191365" cy="3030855"/>
          </a:xfrm>
          <a:custGeom>
            <a:avLst/>
            <a:gdLst>
              <a:gd name="connsiteX0" fmla="*/ 0 w 19207"/>
              <a:gd name="connsiteY0" fmla="*/ 4755 h 4773"/>
              <a:gd name="connsiteX1" fmla="*/ 2772 w 19207"/>
              <a:gd name="connsiteY1" fmla="*/ 4754 h 4773"/>
              <a:gd name="connsiteX2" fmla="*/ 2772 w 19207"/>
              <a:gd name="connsiteY2" fmla="*/ 3267 h 4773"/>
              <a:gd name="connsiteX3" fmla="*/ 3507 w 19207"/>
              <a:gd name="connsiteY3" fmla="*/ 2990 h 4773"/>
              <a:gd name="connsiteX4" fmla="*/ 3503 w 19207"/>
              <a:gd name="connsiteY4" fmla="*/ 4767 h 4773"/>
              <a:gd name="connsiteX5" fmla="*/ 3211 w 19207"/>
              <a:gd name="connsiteY5" fmla="*/ 4769 h 4773"/>
              <a:gd name="connsiteX6" fmla="*/ 3211 w 19207"/>
              <a:gd name="connsiteY6" fmla="*/ 1950 h 4773"/>
              <a:gd name="connsiteX7" fmla="*/ 4584 w 19207"/>
              <a:gd name="connsiteY7" fmla="*/ 2275 h 4773"/>
              <a:gd name="connsiteX8" fmla="*/ 4584 w 19207"/>
              <a:gd name="connsiteY8" fmla="*/ 4773 h 4773"/>
              <a:gd name="connsiteX9" fmla="*/ 4069 w 19207"/>
              <a:gd name="connsiteY9" fmla="*/ 4773 h 4773"/>
              <a:gd name="connsiteX10" fmla="*/ 4079 w 19207"/>
              <a:gd name="connsiteY10" fmla="*/ 0 h 4773"/>
              <a:gd name="connsiteX11" fmla="*/ 5131 w 19207"/>
              <a:gd name="connsiteY11" fmla="*/ 7 h 4773"/>
              <a:gd name="connsiteX12" fmla="*/ 5128 w 19207"/>
              <a:gd name="connsiteY12" fmla="*/ 3834 h 4773"/>
              <a:gd name="connsiteX13" fmla="*/ 4879 w 19207"/>
              <a:gd name="connsiteY13" fmla="*/ 3837 h 4773"/>
              <a:gd name="connsiteX14" fmla="*/ 4879 w 19207"/>
              <a:gd name="connsiteY14" fmla="*/ 2979 h 4773"/>
              <a:gd name="connsiteX15" fmla="*/ 6069 w 19207"/>
              <a:gd name="connsiteY15" fmla="*/ 2978 h 4773"/>
              <a:gd name="connsiteX16" fmla="*/ 6068 w 19207"/>
              <a:gd name="connsiteY16" fmla="*/ 4339 h 4773"/>
              <a:gd name="connsiteX17" fmla="*/ 6597 w 19207"/>
              <a:gd name="connsiteY17" fmla="*/ 4338 h 4773"/>
              <a:gd name="connsiteX18" fmla="*/ 6595 w 19207"/>
              <a:gd name="connsiteY18" fmla="*/ 4771 h 4773"/>
              <a:gd name="connsiteX19" fmla="*/ 19207 w 19207"/>
              <a:gd name="connsiteY19" fmla="*/ 4770 h 4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9207" h="4773">
                <a:moveTo>
                  <a:pt x="0" y="4755"/>
                </a:moveTo>
                <a:lnTo>
                  <a:pt x="2772" y="4754"/>
                </a:lnTo>
                <a:lnTo>
                  <a:pt x="2772" y="3267"/>
                </a:lnTo>
                <a:lnTo>
                  <a:pt x="3507" y="2990"/>
                </a:lnTo>
                <a:lnTo>
                  <a:pt x="3503" y="4767"/>
                </a:lnTo>
                <a:lnTo>
                  <a:pt x="3211" y="4769"/>
                </a:lnTo>
                <a:lnTo>
                  <a:pt x="3211" y="1950"/>
                </a:lnTo>
                <a:lnTo>
                  <a:pt x="4584" y="2275"/>
                </a:lnTo>
                <a:lnTo>
                  <a:pt x="4584" y="4773"/>
                </a:lnTo>
                <a:lnTo>
                  <a:pt x="4069" y="4773"/>
                </a:lnTo>
                <a:lnTo>
                  <a:pt x="4079" y="0"/>
                </a:lnTo>
                <a:lnTo>
                  <a:pt x="5131" y="7"/>
                </a:lnTo>
                <a:lnTo>
                  <a:pt x="5128" y="3834"/>
                </a:lnTo>
                <a:lnTo>
                  <a:pt x="4879" y="3837"/>
                </a:lnTo>
                <a:lnTo>
                  <a:pt x="4879" y="2979"/>
                </a:lnTo>
                <a:lnTo>
                  <a:pt x="6069" y="2978"/>
                </a:lnTo>
                <a:lnTo>
                  <a:pt x="6068" y="4339"/>
                </a:lnTo>
                <a:lnTo>
                  <a:pt x="6597" y="4338"/>
                </a:lnTo>
                <a:lnTo>
                  <a:pt x="6595" y="4771"/>
                </a:lnTo>
                <a:lnTo>
                  <a:pt x="19207" y="4770"/>
                </a:lnTo>
              </a:path>
            </a:pathLst>
          </a:cu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8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26715" y="1604645"/>
            <a:ext cx="0" cy="563245"/>
          </a:xfrm>
          <a:prstGeom prst="line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cxnSp>
      <p:sp>
        <p:nvSpPr>
          <p:cNvPr id="10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9" name="副标题 2"/>
          <p:cNvSpPr>
            <a:spLocks noGrp="1"/>
          </p:cNvSpPr>
          <p:nvPr>
            <p:ph type="body" idx="17826305" hasCustomPrompt="1"/>
            <p:custDataLst>
              <p:tags r:id="rId7"/>
            </p:custDataLst>
          </p:nvPr>
        </p:nvSpPr>
        <p:spPr>
          <a:xfrm>
            <a:off x="5726642" y="2667000"/>
            <a:ext cx="54493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 baseline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THE END</a:t>
            </a:r>
            <a:endParaRPr lang="zh-CN" altLang="en-US" dirty="0"/>
          </a:p>
        </p:txBody>
      </p:sp>
      <p:sp>
        <p:nvSpPr>
          <p:cNvPr id="6" name="标题 1"/>
          <p:cNvSpPr>
            <a:spLocks noGrp="1"/>
          </p:cNvSpPr>
          <p:nvPr>
            <p:ph type="ctrTitle" idx="17826049" hasCustomPrompt="1"/>
            <p:custDataLst>
              <p:tags r:id="rId8"/>
            </p:custDataLst>
          </p:nvPr>
        </p:nvSpPr>
        <p:spPr>
          <a:xfrm>
            <a:off x="5724878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spc="0"/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5" Type="http://schemas.openxmlformats.org/officeDocument/2006/relationships/theme" Target="../theme/theme2.xml"/><Relationship Id="rId34" Type="http://schemas.openxmlformats.org/officeDocument/2006/relationships/tags" Target="../tags/tag249.xml"/><Relationship Id="rId33" Type="http://schemas.openxmlformats.org/officeDocument/2006/relationships/tags" Target="../tags/tag248.xml"/><Relationship Id="rId32" Type="http://schemas.openxmlformats.org/officeDocument/2006/relationships/tags" Target="../tags/tag247.xml"/><Relationship Id="rId31" Type="http://schemas.openxmlformats.org/officeDocument/2006/relationships/tags" Target="../tags/tag246.xml"/><Relationship Id="rId30" Type="http://schemas.openxmlformats.org/officeDocument/2006/relationships/tags" Target="../tags/tag245.xml"/><Relationship Id="rId3" Type="http://schemas.openxmlformats.org/officeDocument/2006/relationships/slideLayout" Target="../slideLayouts/slideLayout13.xml"/><Relationship Id="rId29" Type="http://schemas.openxmlformats.org/officeDocument/2006/relationships/tags" Target="../tags/tag244.xml"/><Relationship Id="rId28" Type="http://schemas.openxmlformats.org/officeDocument/2006/relationships/tags" Target="../tags/tag243.xml"/><Relationship Id="rId27" Type="http://schemas.openxmlformats.org/officeDocument/2006/relationships/tags" Target="../tags/tag242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5"/>
          <p:cNvSpPr>
            <a:spLocks noChangeAspect="1"/>
          </p:cNvSpPr>
          <p:nvPr userDrawn="1">
            <p:custDataLst>
              <p:tags r:id="rId27"/>
            </p:custDataLst>
          </p:nvPr>
        </p:nvSpPr>
        <p:spPr>
          <a:xfrm flipH="1">
            <a:off x="635" y="5456555"/>
            <a:ext cx="12191365" cy="1255395"/>
          </a:xfrm>
          <a:custGeom>
            <a:avLst/>
            <a:gdLst>
              <a:gd name="connsiteX0" fmla="*/ 0 w 17629"/>
              <a:gd name="connsiteY0" fmla="*/ 1621 h 1626"/>
              <a:gd name="connsiteX1" fmla="*/ 1899 w 17629"/>
              <a:gd name="connsiteY1" fmla="*/ 1621 h 1626"/>
              <a:gd name="connsiteX2" fmla="*/ 1899 w 17629"/>
              <a:gd name="connsiteY2" fmla="*/ 1378 h 1626"/>
              <a:gd name="connsiteX3" fmla="*/ 2246 w 17629"/>
              <a:gd name="connsiteY3" fmla="*/ 1378 h 1626"/>
              <a:gd name="connsiteX4" fmla="*/ 2244 w 17629"/>
              <a:gd name="connsiteY4" fmla="*/ 982 h 1626"/>
              <a:gd name="connsiteX5" fmla="*/ 2765 w 17629"/>
              <a:gd name="connsiteY5" fmla="*/ 975 h 1626"/>
              <a:gd name="connsiteX6" fmla="*/ 2765 w 17629"/>
              <a:gd name="connsiteY6" fmla="*/ 1290 h 1626"/>
              <a:gd name="connsiteX7" fmla="*/ 2617 w 17629"/>
              <a:gd name="connsiteY7" fmla="*/ 1291 h 1626"/>
              <a:gd name="connsiteX8" fmla="*/ 2617 w 17629"/>
              <a:gd name="connsiteY8" fmla="*/ 133 h 1626"/>
              <a:gd name="connsiteX9" fmla="*/ 3295 w 17629"/>
              <a:gd name="connsiteY9" fmla="*/ 0 h 1626"/>
              <a:gd name="connsiteX10" fmla="*/ 3294 w 17629"/>
              <a:gd name="connsiteY10" fmla="*/ 1533 h 1626"/>
              <a:gd name="connsiteX11" fmla="*/ 3015 w 17629"/>
              <a:gd name="connsiteY11" fmla="*/ 1535 h 1626"/>
              <a:gd name="connsiteX12" fmla="*/ 3015 w 17629"/>
              <a:gd name="connsiteY12" fmla="*/ 755 h 1626"/>
              <a:gd name="connsiteX13" fmla="*/ 3603 w 17629"/>
              <a:gd name="connsiteY13" fmla="*/ 637 h 1626"/>
              <a:gd name="connsiteX14" fmla="*/ 3602 w 17629"/>
              <a:gd name="connsiteY14" fmla="*/ 1177 h 1626"/>
              <a:gd name="connsiteX15" fmla="*/ 4024 w 17629"/>
              <a:gd name="connsiteY15" fmla="*/ 1176 h 1626"/>
              <a:gd name="connsiteX16" fmla="*/ 4024 w 17629"/>
              <a:gd name="connsiteY16" fmla="*/ 1626 h 1626"/>
              <a:gd name="connsiteX17" fmla="*/ 17629 w 17629"/>
              <a:gd name="connsiteY17" fmla="*/ 1621 h 16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17629" h="1626">
                <a:moveTo>
                  <a:pt x="0" y="1621"/>
                </a:moveTo>
                <a:lnTo>
                  <a:pt x="1899" y="1621"/>
                </a:lnTo>
                <a:lnTo>
                  <a:pt x="1899" y="1378"/>
                </a:lnTo>
                <a:lnTo>
                  <a:pt x="2246" y="1378"/>
                </a:lnTo>
                <a:lnTo>
                  <a:pt x="2244" y="982"/>
                </a:lnTo>
                <a:cubicBezTo>
                  <a:pt x="2417" y="980"/>
                  <a:pt x="2593" y="975"/>
                  <a:pt x="2765" y="975"/>
                </a:cubicBezTo>
                <a:lnTo>
                  <a:pt x="2765" y="1290"/>
                </a:lnTo>
                <a:lnTo>
                  <a:pt x="2617" y="1291"/>
                </a:lnTo>
                <a:lnTo>
                  <a:pt x="2617" y="133"/>
                </a:lnTo>
                <a:lnTo>
                  <a:pt x="3295" y="0"/>
                </a:lnTo>
                <a:cubicBezTo>
                  <a:pt x="3296" y="468"/>
                  <a:pt x="3298" y="1057"/>
                  <a:pt x="3294" y="1533"/>
                </a:cubicBezTo>
                <a:lnTo>
                  <a:pt x="3015" y="1535"/>
                </a:lnTo>
                <a:lnTo>
                  <a:pt x="3015" y="755"/>
                </a:lnTo>
                <a:lnTo>
                  <a:pt x="3603" y="637"/>
                </a:lnTo>
                <a:lnTo>
                  <a:pt x="3602" y="1177"/>
                </a:lnTo>
                <a:lnTo>
                  <a:pt x="4024" y="1176"/>
                </a:lnTo>
                <a:lnTo>
                  <a:pt x="4024" y="1626"/>
                </a:lnTo>
                <a:lnTo>
                  <a:pt x="17629" y="1621"/>
                </a:lnTo>
              </a:path>
            </a:pathLst>
          </a:custGeom>
          <a:noFill/>
          <a:ln w="19050">
            <a:solidFill>
              <a:schemeClr val="accent1">
                <a:alpha val="3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28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9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30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31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3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>
            <p:custDataLst>
              <p:tags r:id="rId3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3.xml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" Type="http://schemas.openxmlformats.org/officeDocument/2006/relationships/tags" Target="../tags/tag251.xml"/><Relationship Id="rId1" Type="http://schemas.openxmlformats.org/officeDocument/2006/relationships/tags" Target="../tags/tag25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2.xml"/><Relationship Id="rId8" Type="http://schemas.openxmlformats.org/officeDocument/2006/relationships/tags" Target="../tags/tag261.xml"/><Relationship Id="rId7" Type="http://schemas.openxmlformats.org/officeDocument/2006/relationships/tags" Target="../tags/tag260.xml"/><Relationship Id="rId6" Type="http://schemas.openxmlformats.org/officeDocument/2006/relationships/tags" Target="../tags/tag259.xml"/><Relationship Id="rId5" Type="http://schemas.openxmlformats.org/officeDocument/2006/relationships/tags" Target="../tags/tag258.xml"/><Relationship Id="rId4" Type="http://schemas.openxmlformats.org/officeDocument/2006/relationships/tags" Target="../tags/tag257.xml"/><Relationship Id="rId3" Type="http://schemas.openxmlformats.org/officeDocument/2006/relationships/tags" Target="../tags/tag256.xml"/><Relationship Id="rId2" Type="http://schemas.openxmlformats.org/officeDocument/2006/relationships/tags" Target="../tags/tag255.xml"/><Relationship Id="rId19" Type="http://schemas.openxmlformats.org/officeDocument/2006/relationships/slideLayout" Target="../slideLayouts/slideLayout24.xml"/><Relationship Id="rId18" Type="http://schemas.openxmlformats.org/officeDocument/2006/relationships/tags" Target="../tags/tag271.xml"/><Relationship Id="rId17" Type="http://schemas.openxmlformats.org/officeDocument/2006/relationships/tags" Target="../tags/tag270.xml"/><Relationship Id="rId16" Type="http://schemas.openxmlformats.org/officeDocument/2006/relationships/tags" Target="../tags/tag269.xml"/><Relationship Id="rId15" Type="http://schemas.openxmlformats.org/officeDocument/2006/relationships/tags" Target="../tags/tag268.xml"/><Relationship Id="rId14" Type="http://schemas.openxmlformats.org/officeDocument/2006/relationships/tags" Target="../tags/tag267.xml"/><Relationship Id="rId13" Type="http://schemas.openxmlformats.org/officeDocument/2006/relationships/tags" Target="../tags/tag266.xml"/><Relationship Id="rId12" Type="http://schemas.openxmlformats.org/officeDocument/2006/relationships/tags" Target="../tags/tag265.xml"/><Relationship Id="rId11" Type="http://schemas.openxmlformats.org/officeDocument/2006/relationships/tags" Target="../tags/tag264.xml"/><Relationship Id="rId10" Type="http://schemas.openxmlformats.org/officeDocument/2006/relationships/tags" Target="../tags/tag263.xml"/><Relationship Id="rId1" Type="http://schemas.openxmlformats.org/officeDocument/2006/relationships/tags" Target="../tags/tag25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79.xml"/><Relationship Id="rId8" Type="http://schemas.openxmlformats.org/officeDocument/2006/relationships/tags" Target="../tags/tag278.xml"/><Relationship Id="rId7" Type="http://schemas.openxmlformats.org/officeDocument/2006/relationships/tags" Target="../tags/tag277.xml"/><Relationship Id="rId6" Type="http://schemas.openxmlformats.org/officeDocument/2006/relationships/tags" Target="../tags/tag276.xml"/><Relationship Id="rId5" Type="http://schemas.openxmlformats.org/officeDocument/2006/relationships/tags" Target="../tags/tag275.xml"/><Relationship Id="rId4" Type="http://schemas.openxmlformats.org/officeDocument/2006/relationships/tags" Target="../tags/tag274.xml"/><Relationship Id="rId3" Type="http://schemas.openxmlformats.org/officeDocument/2006/relationships/image" Target="../media/image1.jpeg"/><Relationship Id="rId2" Type="http://schemas.openxmlformats.org/officeDocument/2006/relationships/tags" Target="../tags/tag273.xml"/><Relationship Id="rId14" Type="http://schemas.openxmlformats.org/officeDocument/2006/relationships/slideLayout" Target="../slideLayouts/slideLayout23.xml"/><Relationship Id="rId13" Type="http://schemas.openxmlformats.org/officeDocument/2006/relationships/tags" Target="../tags/tag283.xml"/><Relationship Id="rId12" Type="http://schemas.openxmlformats.org/officeDocument/2006/relationships/tags" Target="../tags/tag282.xml"/><Relationship Id="rId11" Type="http://schemas.openxmlformats.org/officeDocument/2006/relationships/tags" Target="../tags/tag281.xml"/><Relationship Id="rId10" Type="http://schemas.openxmlformats.org/officeDocument/2006/relationships/tags" Target="../tags/tag280.xml"/><Relationship Id="rId1" Type="http://schemas.openxmlformats.org/officeDocument/2006/relationships/tags" Target="../tags/tag27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286.xml"/><Relationship Id="rId2" Type="http://schemas.openxmlformats.org/officeDocument/2006/relationships/tags" Target="../tags/tag285.xml"/><Relationship Id="rId1" Type="http://schemas.openxmlformats.org/officeDocument/2006/relationships/tags" Target="../tags/tag28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93.xml"/><Relationship Id="rId8" Type="http://schemas.openxmlformats.org/officeDocument/2006/relationships/tags" Target="../tags/tag292.xml"/><Relationship Id="rId7" Type="http://schemas.openxmlformats.org/officeDocument/2006/relationships/image" Target="../media/image3.jpeg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" Type="http://schemas.openxmlformats.org/officeDocument/2006/relationships/image" Target="../media/image2.jpeg"/><Relationship Id="rId2" Type="http://schemas.openxmlformats.org/officeDocument/2006/relationships/tags" Target="../tags/tag288.xml"/><Relationship Id="rId15" Type="http://schemas.openxmlformats.org/officeDocument/2006/relationships/slideLayout" Target="../slideLayouts/slideLayout21.xml"/><Relationship Id="rId14" Type="http://schemas.openxmlformats.org/officeDocument/2006/relationships/tags" Target="../tags/tag297.xml"/><Relationship Id="rId13" Type="http://schemas.openxmlformats.org/officeDocument/2006/relationships/tags" Target="../tags/tag296.xml"/><Relationship Id="rId12" Type="http://schemas.openxmlformats.org/officeDocument/2006/relationships/tags" Target="../tags/tag295.xml"/><Relationship Id="rId11" Type="http://schemas.openxmlformats.org/officeDocument/2006/relationships/image" Target="../media/image4.jpeg"/><Relationship Id="rId10" Type="http://schemas.openxmlformats.org/officeDocument/2006/relationships/tags" Target="../tags/tag294.xml"/><Relationship Id="rId1" Type="http://schemas.openxmlformats.org/officeDocument/2006/relationships/tags" Target="../tags/tag28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tags" Target="../tags/tag304.xml"/><Relationship Id="rId7" Type="http://schemas.openxmlformats.org/officeDocument/2006/relationships/tags" Target="../tags/tag303.xml"/><Relationship Id="rId6" Type="http://schemas.openxmlformats.org/officeDocument/2006/relationships/tags" Target="../tags/tag302.xml"/><Relationship Id="rId5" Type="http://schemas.openxmlformats.org/officeDocument/2006/relationships/tags" Target="../tags/tag301.xml"/><Relationship Id="rId4" Type="http://schemas.openxmlformats.org/officeDocument/2006/relationships/image" Target="../media/image5.jpeg"/><Relationship Id="rId3" Type="http://schemas.openxmlformats.org/officeDocument/2006/relationships/tags" Target="../tags/tag300.xml"/><Relationship Id="rId2" Type="http://schemas.openxmlformats.org/officeDocument/2006/relationships/tags" Target="../tags/tag299.xml"/><Relationship Id="rId13" Type="http://schemas.openxmlformats.org/officeDocument/2006/relationships/slideLayout" Target="../slideLayouts/slideLayout20.xml"/><Relationship Id="rId12" Type="http://schemas.openxmlformats.org/officeDocument/2006/relationships/tags" Target="../tags/tag307.xml"/><Relationship Id="rId11" Type="http://schemas.openxmlformats.org/officeDocument/2006/relationships/tags" Target="../tags/tag306.xml"/><Relationship Id="rId10" Type="http://schemas.openxmlformats.org/officeDocument/2006/relationships/tags" Target="../tags/tag305.xml"/><Relationship Id="rId1" Type="http://schemas.openxmlformats.org/officeDocument/2006/relationships/tags" Target="../tags/tag29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310.xml"/><Relationship Id="rId2" Type="http://schemas.openxmlformats.org/officeDocument/2006/relationships/tags" Target="../tags/tag309.xml"/><Relationship Id="rId1" Type="http://schemas.openxmlformats.org/officeDocument/2006/relationships/tags" Target="../tags/tag308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tags" Target="../tags/tag317.xml"/><Relationship Id="rId7" Type="http://schemas.openxmlformats.org/officeDocument/2006/relationships/tags" Target="../tags/tag316.xml"/><Relationship Id="rId6" Type="http://schemas.openxmlformats.org/officeDocument/2006/relationships/tags" Target="../tags/tag315.xml"/><Relationship Id="rId5" Type="http://schemas.openxmlformats.org/officeDocument/2006/relationships/tags" Target="../tags/tag314.xml"/><Relationship Id="rId4" Type="http://schemas.openxmlformats.org/officeDocument/2006/relationships/image" Target="../media/image7.jpeg"/><Relationship Id="rId3" Type="http://schemas.openxmlformats.org/officeDocument/2006/relationships/tags" Target="../tags/tag313.xml"/><Relationship Id="rId2" Type="http://schemas.openxmlformats.org/officeDocument/2006/relationships/tags" Target="../tags/tag312.xml"/><Relationship Id="rId13" Type="http://schemas.openxmlformats.org/officeDocument/2006/relationships/slideLayout" Target="../slideLayouts/slideLayout19.xml"/><Relationship Id="rId12" Type="http://schemas.openxmlformats.org/officeDocument/2006/relationships/tags" Target="../tags/tag320.xml"/><Relationship Id="rId11" Type="http://schemas.openxmlformats.org/officeDocument/2006/relationships/tags" Target="../tags/tag319.xml"/><Relationship Id="rId10" Type="http://schemas.openxmlformats.org/officeDocument/2006/relationships/tags" Target="../tags/tag318.xml"/><Relationship Id="rId1" Type="http://schemas.openxmlformats.org/officeDocument/2006/relationships/tags" Target="../tags/tag311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" Type="http://schemas.openxmlformats.org/officeDocument/2006/relationships/tags" Target="../tags/tag323.xml"/><Relationship Id="rId3" Type="http://schemas.openxmlformats.org/officeDocument/2006/relationships/image" Target="../media/image9.jpeg"/><Relationship Id="rId2" Type="http://schemas.openxmlformats.org/officeDocument/2006/relationships/tags" Target="../tags/tag322.xml"/><Relationship Id="rId1" Type="http://schemas.openxmlformats.org/officeDocument/2006/relationships/tags" Target="../tags/tag321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328.xml"/><Relationship Id="rId2" Type="http://schemas.openxmlformats.org/officeDocument/2006/relationships/tags" Target="../tags/tag327.xml"/><Relationship Id="rId1" Type="http://schemas.openxmlformats.org/officeDocument/2006/relationships/tags" Target="../tags/tag326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tags" Target="../tags/tag335.xml"/><Relationship Id="rId7" Type="http://schemas.openxmlformats.org/officeDocument/2006/relationships/tags" Target="../tags/tag334.xml"/><Relationship Id="rId6" Type="http://schemas.openxmlformats.org/officeDocument/2006/relationships/tags" Target="../tags/tag333.xml"/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image" Target="../media/image10.jpeg"/><Relationship Id="rId2" Type="http://schemas.openxmlformats.org/officeDocument/2006/relationships/tags" Target="../tags/tag330.xml"/><Relationship Id="rId1" Type="http://schemas.openxmlformats.org/officeDocument/2006/relationships/tags" Target="../tags/tag329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image" Target="../media/image11.png"/><Relationship Id="rId7" Type="http://schemas.openxmlformats.org/officeDocument/2006/relationships/tags" Target="../tags/tag342.xml"/><Relationship Id="rId6" Type="http://schemas.openxmlformats.org/officeDocument/2006/relationships/tags" Target="../tags/tag341.xml"/><Relationship Id="rId5" Type="http://schemas.openxmlformats.org/officeDocument/2006/relationships/tags" Target="../tags/tag340.xml"/><Relationship Id="rId4" Type="http://schemas.openxmlformats.org/officeDocument/2006/relationships/tags" Target="../tags/tag339.xml"/><Relationship Id="rId3" Type="http://schemas.openxmlformats.org/officeDocument/2006/relationships/tags" Target="../tags/tag338.xml"/><Relationship Id="rId2" Type="http://schemas.openxmlformats.org/officeDocument/2006/relationships/tags" Target="../tags/tag337.xml"/><Relationship Id="rId11" Type="http://schemas.openxmlformats.org/officeDocument/2006/relationships/slideLayout" Target="../slideLayouts/slideLayout16.xml"/><Relationship Id="rId10" Type="http://schemas.openxmlformats.org/officeDocument/2006/relationships/tags" Target="../tags/tag343.xml"/><Relationship Id="rId1" Type="http://schemas.openxmlformats.org/officeDocument/2006/relationships/tags" Target="../tags/tag336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49.xml"/><Relationship Id="rId8" Type="http://schemas.openxmlformats.org/officeDocument/2006/relationships/image" Target="../media/image15.png"/><Relationship Id="rId7" Type="http://schemas.openxmlformats.org/officeDocument/2006/relationships/image" Target="../media/image14.png"/><Relationship Id="rId6" Type="http://schemas.openxmlformats.org/officeDocument/2006/relationships/image" Target="../media/image13.png"/><Relationship Id="rId5" Type="http://schemas.openxmlformats.org/officeDocument/2006/relationships/tags" Target="../tags/tag348.xml"/><Relationship Id="rId4" Type="http://schemas.openxmlformats.org/officeDocument/2006/relationships/tags" Target="../tags/tag347.xml"/><Relationship Id="rId3" Type="http://schemas.openxmlformats.org/officeDocument/2006/relationships/tags" Target="../tags/tag346.xml"/><Relationship Id="rId2" Type="http://schemas.openxmlformats.org/officeDocument/2006/relationships/tags" Target="../tags/tag345.xml"/><Relationship Id="rId10" Type="http://schemas.openxmlformats.org/officeDocument/2006/relationships/slideLayout" Target="../slideLayouts/slideLayout15.xml"/><Relationship Id="rId1" Type="http://schemas.openxmlformats.org/officeDocument/2006/relationships/tags" Target="../tags/tag344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352.xml"/><Relationship Id="rId2" Type="http://schemas.openxmlformats.org/officeDocument/2006/relationships/tags" Target="../tags/tag351.xml"/><Relationship Id="rId1" Type="http://schemas.openxmlformats.org/officeDocument/2006/relationships/tags" Target="../tags/tag35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9.svg"/><Relationship Id="rId8" Type="http://schemas.openxmlformats.org/officeDocument/2006/relationships/image" Target="../media/image18.png"/><Relationship Id="rId7" Type="http://schemas.openxmlformats.org/officeDocument/2006/relationships/tags" Target="../tags/tag357.xml"/><Relationship Id="rId6" Type="http://schemas.openxmlformats.org/officeDocument/2006/relationships/tags" Target="../tags/tag356.xml"/><Relationship Id="rId5" Type="http://schemas.openxmlformats.org/officeDocument/2006/relationships/tags" Target="../tags/tag355.xml"/><Relationship Id="rId4" Type="http://schemas.openxmlformats.org/officeDocument/2006/relationships/image" Target="../media/image17.svg"/><Relationship Id="rId3" Type="http://schemas.openxmlformats.org/officeDocument/2006/relationships/image" Target="../media/image16.png"/><Relationship Id="rId23" Type="http://schemas.openxmlformats.org/officeDocument/2006/relationships/slideLayout" Target="../slideLayouts/slideLayout14.xml"/><Relationship Id="rId22" Type="http://schemas.openxmlformats.org/officeDocument/2006/relationships/tags" Target="../tags/tag366.xml"/><Relationship Id="rId21" Type="http://schemas.openxmlformats.org/officeDocument/2006/relationships/tags" Target="../tags/tag365.xml"/><Relationship Id="rId20" Type="http://schemas.openxmlformats.org/officeDocument/2006/relationships/tags" Target="../tags/tag364.xml"/><Relationship Id="rId2" Type="http://schemas.openxmlformats.org/officeDocument/2006/relationships/tags" Target="../tags/tag354.xml"/><Relationship Id="rId19" Type="http://schemas.openxmlformats.org/officeDocument/2006/relationships/image" Target="../media/image23.svg"/><Relationship Id="rId18" Type="http://schemas.openxmlformats.org/officeDocument/2006/relationships/image" Target="../media/image22.png"/><Relationship Id="rId17" Type="http://schemas.openxmlformats.org/officeDocument/2006/relationships/tags" Target="../tags/tag363.xml"/><Relationship Id="rId16" Type="http://schemas.openxmlformats.org/officeDocument/2006/relationships/tags" Target="../tags/tag362.xml"/><Relationship Id="rId15" Type="http://schemas.openxmlformats.org/officeDocument/2006/relationships/tags" Target="../tags/tag361.xml"/><Relationship Id="rId14" Type="http://schemas.openxmlformats.org/officeDocument/2006/relationships/image" Target="../media/image21.svg"/><Relationship Id="rId13" Type="http://schemas.openxmlformats.org/officeDocument/2006/relationships/image" Target="../media/image20.png"/><Relationship Id="rId12" Type="http://schemas.openxmlformats.org/officeDocument/2006/relationships/tags" Target="../tags/tag360.xml"/><Relationship Id="rId11" Type="http://schemas.openxmlformats.org/officeDocument/2006/relationships/tags" Target="../tags/tag359.xml"/><Relationship Id="rId10" Type="http://schemas.openxmlformats.org/officeDocument/2006/relationships/tags" Target="../tags/tag358.xml"/><Relationship Id="rId1" Type="http://schemas.openxmlformats.org/officeDocument/2006/relationships/tags" Target="../tags/tag35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image" Target="../media/image24.png"/><Relationship Id="rId1" Type="http://schemas.openxmlformats.org/officeDocument/2006/relationships/tags" Target="../tags/tag367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2.xml"/><Relationship Id="rId3" Type="http://schemas.openxmlformats.org/officeDocument/2006/relationships/tags" Target="../tags/tag370.xml"/><Relationship Id="rId2" Type="http://schemas.openxmlformats.org/officeDocument/2006/relationships/tags" Target="../tags/tag369.xml"/><Relationship Id="rId1" Type="http://schemas.openxmlformats.org/officeDocument/2006/relationships/tags" Target="../tags/tag368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78.xml"/><Relationship Id="rId8" Type="http://schemas.openxmlformats.org/officeDocument/2006/relationships/tags" Target="../tags/tag377.xml"/><Relationship Id="rId7" Type="http://schemas.openxmlformats.org/officeDocument/2006/relationships/tags" Target="../tags/tag376.xml"/><Relationship Id="rId6" Type="http://schemas.openxmlformats.org/officeDocument/2006/relationships/tags" Target="../tags/tag375.xml"/><Relationship Id="rId5" Type="http://schemas.openxmlformats.org/officeDocument/2006/relationships/tags" Target="../tags/tag374.xml"/><Relationship Id="rId4" Type="http://schemas.openxmlformats.org/officeDocument/2006/relationships/tags" Target="../tags/tag373.xml"/><Relationship Id="rId3" Type="http://schemas.openxmlformats.org/officeDocument/2006/relationships/image" Target="../media/image25.jpeg"/><Relationship Id="rId2" Type="http://schemas.openxmlformats.org/officeDocument/2006/relationships/tags" Target="../tags/tag372.xml"/><Relationship Id="rId11" Type="http://schemas.openxmlformats.org/officeDocument/2006/relationships/slideLayout" Target="../slideLayouts/slideLayout13.xml"/><Relationship Id="rId10" Type="http://schemas.openxmlformats.org/officeDocument/2006/relationships/tags" Target="../tags/tag379.xml"/><Relationship Id="rId1" Type="http://schemas.openxmlformats.org/officeDocument/2006/relationships/tags" Target="../tags/tag371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87.xml"/><Relationship Id="rId8" Type="http://schemas.openxmlformats.org/officeDocument/2006/relationships/tags" Target="../tags/tag386.xml"/><Relationship Id="rId7" Type="http://schemas.openxmlformats.org/officeDocument/2006/relationships/tags" Target="../tags/tag385.xml"/><Relationship Id="rId6" Type="http://schemas.openxmlformats.org/officeDocument/2006/relationships/tags" Target="../tags/tag384.xml"/><Relationship Id="rId5" Type="http://schemas.openxmlformats.org/officeDocument/2006/relationships/tags" Target="../tags/tag383.xml"/><Relationship Id="rId4" Type="http://schemas.openxmlformats.org/officeDocument/2006/relationships/tags" Target="../tags/tag382.xml"/><Relationship Id="rId3" Type="http://schemas.openxmlformats.org/officeDocument/2006/relationships/image" Target="../media/image26.jpeg"/><Relationship Id="rId2" Type="http://schemas.openxmlformats.org/officeDocument/2006/relationships/tags" Target="../tags/tag381.xml"/><Relationship Id="rId11" Type="http://schemas.openxmlformats.org/officeDocument/2006/relationships/slideLayout" Target="../slideLayouts/slideLayout12.xml"/><Relationship Id="rId10" Type="http://schemas.openxmlformats.org/officeDocument/2006/relationships/tags" Target="../tags/tag388.xml"/><Relationship Id="rId1" Type="http://schemas.openxmlformats.org/officeDocument/2006/relationships/tags" Target="../tags/tag380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.xml"/><Relationship Id="rId3" Type="http://schemas.openxmlformats.org/officeDocument/2006/relationships/tags" Target="../tags/tag391.xml"/><Relationship Id="rId2" Type="http://schemas.openxmlformats.org/officeDocument/2006/relationships/tags" Target="../tags/tag390.xml"/><Relationship Id="rId1" Type="http://schemas.openxmlformats.org/officeDocument/2006/relationships/tags" Target="../tags/tag38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2025/10/15</a:t>
            </a:r>
            <a:endParaRPr lang="en-US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提升漏斗质量自工序项目案例分享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90"/>
            <p:custDataLst>
              <p:tags r:id="rId3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汇报人: bob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装饰  3"/>
          <p:cNvSpPr>
            <a:spLocks noGrp="1"/>
          </p:cNvSpPr>
          <p:nvPr>
            <p:ph type="body" idx="16397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 fontScale="60000"/>
          </a:bodyPr>
          <a:p>
            <a:r>
              <a:rPr lang="zh-CN" altLang="en-US"/>
              <a:t>借开题报告定方向，明确项目核心价值，制定可行的项目计划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8" name="装饰  6"/>
          <p:cNvSpPr>
            <a:spLocks noGrp="1"/>
          </p:cNvSpPr>
          <p:nvPr>
            <p:ph type="body" idx="16398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用业务整理表理关系，打通上下游协同链路</a:t>
            </a:r>
            <a:endParaRPr lang="zh-CN" altLang="en-US" sz="1400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1" name="装饰  9"/>
          <p:cNvSpPr>
            <a:spLocks noGrp="1"/>
          </p:cNvSpPr>
          <p:nvPr>
            <p:ph type="body" idx="16399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靠业务要素整理表拆细节，定位精准优化点</a:t>
            </a:r>
            <a:endParaRPr lang="zh-CN" altLang="en-US" sz="140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4" name="装饰  2"/>
          <p:cNvSpPr>
            <a:spLocks noGrp="1"/>
          </p:cNvSpPr>
          <p:nvPr>
            <p:ph type="body" idx="16400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凭流程图梳逻辑，明确角色与时效要求</a:t>
            </a:r>
            <a:endParaRPr lang="zh-CN" altLang="en-US" sz="140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6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  <p:sp>
        <p:nvSpPr>
          <p:cNvPr id="17" name="装饰  5"/>
          <p:cNvSpPr>
            <a:spLocks noGrp="1"/>
          </p:cNvSpPr>
          <p:nvPr>
            <p:ph type="body" idx="1640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5"/>
            <p:custDataLst>
              <p:tags r:id="rId17"/>
            </p:custDataLst>
          </p:nvPr>
        </p:nvSpPr>
        <p:spPr/>
        <p:txBody>
          <a:bodyPr>
            <a:normAutofit/>
          </a:bodyPr>
          <a:p>
            <a:r>
              <a:rPr lang="zh-CN" altLang="en-US" sz="1400"/>
              <a:t>以自工序为纽带，与上下游达成合意共识</a:t>
            </a:r>
            <a:endParaRPr lang="zh-CN" altLang="en-US" sz="1400"/>
          </a:p>
        </p:txBody>
      </p:sp>
    </p:spTree>
    <p:custDataLst>
      <p:tags r:id="rId18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自工序方法提升漏斗质量</a:t>
            </a:r>
            <a:endParaRPr lang="zh-CN" altLang="en-US"/>
          </a:p>
        </p:txBody>
      </p:sp>
      <p:pic>
        <p:nvPicPr>
          <p:cNvPr id="3" name="内容占位符 2" descr="3952afdf-a96f-11f0-afe7-1e0690b9115b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t="1309" b="1309"/>
          <a:stretch>
            <a:fillRect/>
          </a:stretch>
        </p:blipFill>
        <p:spPr>
          <a:xfrm>
            <a:off x="609600" y="37084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核心工具应用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以开题报告、业务整理表等为核心工具，逐步实现问题发现、分析、解决与上下游共识，确保流程标准化。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实践路径解析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/>
        <p:txBody>
          <a:bodyPr/>
          <a:p>
            <a:r>
              <a:rPr lang="zh-CN" altLang="en-US"/>
              <a:t>通过流程图梳理业务要素，明确各环节逻辑关系，结合业务整理表细化执行步骤，提升漏斗质量。</a:t>
            </a:r>
            <a:endParaRPr lang="zh-CN" altLang="en-US"/>
          </a:p>
        </p:txBody>
      </p:sp>
      <p:sp>
        <p:nvSpPr>
          <p:cNvPr id="10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方法价值总结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自工序方法精准指导业务实践，强化流程管理规范性，推动项目成果与业务目标深度契合。</a:t>
            </a:r>
            <a:endParaRPr lang="zh-CN" altLang="en-US"/>
          </a:p>
        </p:txBody>
      </p:sp>
    </p:spTree>
    <p:custDataLst>
      <p:tags r:id="rId1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借开题报告定方向，明确项目核心价值，制定可行的项目计划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01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项目启动与目标设定</a:t>
            </a:r>
            <a:endParaRPr lang="zh-CN" altLang="en-US"/>
          </a:p>
        </p:txBody>
      </p:sp>
      <p:pic>
        <p:nvPicPr>
          <p:cNvPr id="3" name="内容占位符 2" descr="36dd48d8-a96f-11f0-bc9f-26f4325dd8ec"/>
          <p:cNvPicPr>
            <a:picLocks noChangeAspect="1"/>
          </p:cNvPicPr>
          <p:nvPr>
            <p:ph idx="16392"/>
            <p:custDataLst>
              <p:tags r:id="rId2"/>
            </p:custDataLst>
          </p:nvPr>
        </p:nvPicPr>
        <p:blipFill>
          <a:blip r:embed="rId3"/>
          <a:srcRect l="13148" r="13148"/>
          <a:stretch>
            <a:fillRect/>
          </a:stretch>
        </p:blipFill>
        <p:spPr>
          <a:xfrm>
            <a:off x="609600" y="15240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项目背景和痛点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3352800" y="2146300"/>
            <a:ext cx="8229600" cy="1524000"/>
          </a:xfrm>
        </p:spPr>
        <p:txBody>
          <a:bodyPr>
            <a:normAutofit/>
          </a:bodyPr>
          <a:p>
            <a:r>
              <a:rPr lang="en-US" altLang="zh-CN"/>
              <a:t>1</a:t>
            </a:r>
            <a:r>
              <a:rPr lang="zh-CN" altLang="en-US"/>
              <a:t>）输入的配置不准确，随意填配置凑金额，导致预测不准，形成呆滞料和库存</a:t>
            </a:r>
            <a:endParaRPr lang="zh-CN" altLang="en-US"/>
          </a:p>
          <a:p>
            <a:r>
              <a:rPr lang="en-US" altLang="zh-CN"/>
              <a:t>2</a:t>
            </a:r>
            <a:r>
              <a:rPr lang="zh-CN" altLang="en-US"/>
              <a:t>）时间输入不准，更新不及时，导致备货排产不及时，影响客户交付</a:t>
            </a:r>
            <a:endParaRPr lang="zh-CN" altLang="en-US"/>
          </a:p>
          <a:p>
            <a:r>
              <a:rPr lang="en-US" altLang="zh-CN"/>
              <a:t>3</a:t>
            </a:r>
            <a:r>
              <a:rPr lang="zh-CN" altLang="en-US"/>
              <a:t>）不质量的商机最后关头调出漏斗，漏斗抖动率大，影响业务决策</a:t>
            </a:r>
            <a:endParaRPr lang="zh-CN" altLang="en-US"/>
          </a:p>
          <a:p>
            <a:r>
              <a:rPr lang="zh-CN" altLang="en-US"/>
              <a:t>以上这些做法给</a:t>
            </a:r>
            <a:r>
              <a:rPr lang="en-US" altLang="zh-CN"/>
              <a:t>EBG</a:t>
            </a:r>
            <a:r>
              <a:rPr lang="zh-CN" altLang="en-US"/>
              <a:t>造成很大损失</a:t>
            </a:r>
            <a:r>
              <a:rPr lang="en-US" altLang="zh-CN"/>
              <a:t>,</a:t>
            </a:r>
            <a:r>
              <a:rPr lang="zh-CN" altLang="en-US"/>
              <a:t>公司计提扣除的净利润上千万，影响到了每个人的利益</a:t>
            </a:r>
            <a:endParaRPr lang="zh-CN" altLang="en-US"/>
          </a:p>
        </p:txBody>
      </p:sp>
      <p:pic>
        <p:nvPicPr>
          <p:cNvPr id="6" name="内容占位符 5" descr="36dd45b5-a96f-11f0-bc9f-26f4325dd8ec"/>
          <p:cNvPicPr>
            <a:picLocks noChangeAspect="1"/>
          </p:cNvPicPr>
          <p:nvPr>
            <p:ph idx="16393"/>
            <p:custDataLst>
              <p:tags r:id="rId6"/>
            </p:custDataLst>
          </p:nvPr>
        </p:nvPicPr>
        <p:blipFill>
          <a:blip r:embed="rId7"/>
          <a:srcRect b="9375"/>
          <a:stretch>
            <a:fillRect/>
          </a:stretch>
        </p:blipFill>
        <p:spPr>
          <a:xfrm>
            <a:off x="6248400" y="397514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8991600" y="4038640"/>
            <a:ext cx="2590800" cy="406400"/>
          </a:xfrm>
        </p:spPr>
        <p:txBody>
          <a:bodyPr/>
          <a:p>
            <a:r>
              <a:rPr lang="zh-CN" altLang="en-US"/>
              <a:t>项目目标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8991600" y="4597440"/>
            <a:ext cx="2590800" cy="1524000"/>
          </a:xfrm>
        </p:spPr>
        <p:txBody>
          <a:bodyPr/>
          <a:p>
            <a:r>
              <a:rPr lang="zh-CN" altLang="en-US"/>
              <a:t>提升"N/T"准确性以优化供应链备货效率,解决漏斗质量难题,为订单与要货预测提供数据支持。</a:t>
            </a:r>
            <a:endParaRPr lang="zh-CN" altLang="en-US"/>
          </a:p>
        </p:txBody>
      </p:sp>
      <p:pic>
        <p:nvPicPr>
          <p:cNvPr id="9" name="内容占位符 8" descr="36dd47b0-a96f-11f0-bc9f-26f4325dd8ec"/>
          <p:cNvPicPr>
            <a:picLocks noChangeAspect="1"/>
          </p:cNvPicPr>
          <p:nvPr>
            <p:ph idx="16394"/>
            <p:custDataLst>
              <p:tags r:id="rId10"/>
            </p:custDataLst>
          </p:nvPr>
        </p:nvPicPr>
        <p:blipFill>
          <a:blip r:embed="rId11"/>
          <a:srcRect l="20402" t="13420" r="20115" b="32673"/>
          <a:stretch>
            <a:fillRect/>
          </a:stretch>
        </p:blipFill>
        <p:spPr>
          <a:xfrm>
            <a:off x="609600" y="4038600"/>
            <a:ext cx="2438400" cy="2209800"/>
          </a:xfrm>
          <a:custGeom>
            <a:avLst/>
            <a:gdLst>
              <a:gd name="connisteX0" fmla="*/ 0 w 2438400"/>
              <a:gd name="connsiteY0" fmla="*/ 203200 h 2209800"/>
              <a:gd name="connisteX1" fmla="*/ 203200 w 2438400"/>
              <a:gd name="connsiteY1" fmla="*/ 0 h 2209800"/>
              <a:gd name="connisteX2" fmla="*/ 2235200 w 2438400"/>
              <a:gd name="connsiteY2" fmla="*/ 0 h 2209800"/>
              <a:gd name="connisteX3" fmla="*/ 2438400 w 2438400"/>
              <a:gd name="connsiteY3" fmla="*/ 203200 h 2209800"/>
              <a:gd name="connisteX4" fmla="*/ 2438400 w 2438400"/>
              <a:gd name="connsiteY4" fmla="*/ 2006600 h 2209800"/>
              <a:gd name="connisteX5" fmla="*/ 2235200 w 2438400"/>
              <a:gd name="connsiteY5" fmla="*/ 2209800 h 2209800"/>
              <a:gd name="connisteX6" fmla="*/ 203200 w 2438400"/>
              <a:gd name="connsiteY6" fmla="*/ 2209800 h 2209800"/>
              <a:gd name="connisteX7" fmla="*/ 0 w 2438400"/>
              <a:gd name="connsiteY7" fmla="*/ 2006600 h 2209800"/>
              <a:gd name="connisteX8" fmla="*/ 0 w 2438400"/>
              <a:gd name="connsiteY8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4384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235200" y="0"/>
                </a:lnTo>
                <a:cubicBezTo>
                  <a:pt x="2347424" y="0"/>
                  <a:pt x="2438400" y="90976"/>
                  <a:pt x="2438400" y="203200"/>
                </a:cubicBezTo>
                <a:lnTo>
                  <a:pt x="2438400" y="2006600"/>
                </a:lnTo>
                <a:cubicBezTo>
                  <a:pt x="2438400" y="2118824"/>
                  <a:pt x="2347424" y="2209800"/>
                  <a:pt x="2235200" y="2209800"/>
                </a:cubicBez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2"/>
            </p:custDataLst>
          </p:nvPr>
        </p:nvSpPr>
        <p:spPr/>
        <p:txBody>
          <a:bodyPr/>
          <a:p>
            <a:r>
              <a:rPr lang="zh-CN" altLang="en-US"/>
              <a:t>项目计划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制定详尽计划,明确各阶段任务及时间节点,确保项目有序进行,避免盲目推进。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项目实施与风险管理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36bb3fcb-a96f-11f0-b286-eacfc26c559a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b="13000"/>
          <a:stretch>
            <a:fillRect/>
          </a:stretch>
        </p:blipFill>
        <p:spPr>
          <a:xfrm>
            <a:off x="609600" y="15240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项目实施策略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项目试点验证后全面推广，同步强化执行与技术保障。试点区域：山东，上海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36bb3edd-a96f-11f0-b286-eacfc26c559a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t="13000"/>
          <a:stretch>
            <a:fillRect/>
          </a:stretch>
        </p:blipFill>
        <p:spPr>
          <a:xfrm>
            <a:off x="609600" y="4038600"/>
            <a:ext cx="2540000" cy="2209800"/>
          </a:xfrm>
          <a:custGeom>
            <a:avLst/>
            <a:gdLst>
              <a:gd name="connisteX0" fmla="*/ 0 w 2540000"/>
              <a:gd name="connsiteY0" fmla="*/ 203200 h 2209800"/>
              <a:gd name="connisteX1" fmla="*/ 203200 w 2540000"/>
              <a:gd name="connsiteY1" fmla="*/ 0 h 2209800"/>
              <a:gd name="connisteX2" fmla="*/ 2540000 w 2540000"/>
              <a:gd name="connsiteY2" fmla="*/ 0 h 2209800"/>
              <a:gd name="connisteX3" fmla="*/ 2540000 w 2540000"/>
              <a:gd name="connsiteY3" fmla="*/ 2209800 h 2209800"/>
              <a:gd name="connisteX4" fmla="*/ 203200 w 2540000"/>
              <a:gd name="connsiteY4" fmla="*/ 2209800 h 2209800"/>
              <a:gd name="connisteX5" fmla="*/ 0 w 2540000"/>
              <a:gd name="connsiteY5" fmla="*/ 2006600 h 2209800"/>
              <a:gd name="connisteX6" fmla="*/ 0 w 254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4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540000" y="0"/>
                </a:lnTo>
                <a:lnTo>
                  <a:pt x="254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技术支撑措施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>
          <a:xfrm>
            <a:off x="3454400" y="5270500"/>
            <a:ext cx="7823200" cy="816769"/>
          </a:xfrm>
        </p:spPr>
        <p:txBody>
          <a:bodyPr>
            <a:normAutofit/>
          </a:bodyPr>
          <a:p>
            <a:r>
              <a:rPr lang="zh-CN" altLang="en-US"/>
              <a:t>优化系统固化业务规则，实时追踪进度与效果，确保方案全周期落地。涉及系统：</a:t>
            </a:r>
            <a:r>
              <a:rPr lang="en-US" altLang="zh-CN"/>
              <a:t>CRM</a:t>
            </a:r>
            <a:r>
              <a:rPr lang="zh-CN" altLang="en-US"/>
              <a:t>，配置器，</a:t>
            </a:r>
            <a:r>
              <a:rPr lang="en-US" altLang="zh-CN"/>
              <a:t>ECP</a:t>
            </a:r>
            <a:r>
              <a:rPr lang="zh-CN" altLang="en-US"/>
              <a:t>等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用业务整理表理关系，打通上下游协同链路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02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商机验证工序拆解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4" name="图片占位符 3" descr="3a019d82-a96f-11f0-b7bb-421221ba689b"/>
          <p:cNvPicPr>
            <a:picLocks noChangeAspect="1"/>
          </p:cNvPicPr>
          <p:nvPr>
            <p:ph type="pic" idx="16391"/>
            <p:custDataLst>
              <p:tags r:id="rId3"/>
            </p:custDataLst>
          </p:nvPr>
        </p:nvPicPr>
        <p:blipFill>
          <a:blip r:embed="rId4"/>
          <a:srcRect l="2273" r="2273"/>
          <a:stretch>
            <a:fillRect/>
          </a:stretch>
        </p:blipFill>
        <p:spPr>
          <a:xfrm>
            <a:off x="6096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商机验证工序拆解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针对“N/T”质量问题，梳理“商机验证”核心工序，明确上工序（线索管理）、本工序（售前配置+销售信息）、下工序（供应链备货）关联，确保信息完整，配置精准，满足供应链备货需求。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pic>
        <p:nvPicPr>
          <p:cNvPr id="8" name="图片占位符 7" descr="3a019e88-a96f-11f0-b7bb-421221ba689b"/>
          <p:cNvPicPr>
            <a:picLocks noChangeAspect="1"/>
          </p:cNvPicPr>
          <p:nvPr>
            <p:ph type="pic" idx="16393"/>
            <p:custDataLst>
              <p:tags r:id="rId8"/>
            </p:custDataLst>
          </p:nvPr>
        </p:nvPicPr>
        <p:blipFill>
          <a:blip r:embed="rId9"/>
          <a:srcRect l="2273" r="2273"/>
          <a:stretch>
            <a:fillRect/>
          </a:stretch>
        </p:blipFill>
        <p:spPr>
          <a:xfrm>
            <a:off x="6248400" y="1524000"/>
            <a:ext cx="5334000" cy="2032000"/>
          </a:xfrm>
          <a:custGeom>
            <a:avLst/>
            <a:gdLst>
              <a:gd name="connisteX0" fmla="*/ 0 w 5334000"/>
              <a:gd name="connsiteY0" fmla="*/ 203200 h 2032000"/>
              <a:gd name="connisteX1" fmla="*/ 203200 w 5334000"/>
              <a:gd name="connsiteY1" fmla="*/ 0 h 2032000"/>
              <a:gd name="connisteX2" fmla="*/ 5130800 w 5334000"/>
              <a:gd name="connsiteY2" fmla="*/ 0 h 2032000"/>
              <a:gd name="connisteX3" fmla="*/ 5334000 w 5334000"/>
              <a:gd name="connsiteY3" fmla="*/ 203200 h 2032000"/>
              <a:gd name="connisteX4" fmla="*/ 5334000 w 5334000"/>
              <a:gd name="connsiteY4" fmla="*/ 2032000 h 2032000"/>
              <a:gd name="connisteX5" fmla="*/ 0 w 5334000"/>
              <a:gd name="connsiteY5" fmla="*/ 2032000 h 2032000"/>
              <a:gd name="connisteX6" fmla="*/ 0 w 5334000"/>
              <a:gd name="connsiteY6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032000"/>
                </a:lnTo>
                <a:lnTo>
                  <a:pt x="0" y="2032000"/>
                </a:ln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工序间信息传递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规范上工序输入标准，如线索阶段需提供详细客户需求，保证本工序配置质量；明确下工序对“N/T”的要求，确保产品型号、数量清晰，时间点准确，以制定合理备货计划。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工序增值环节识别</a:t>
            </a:r>
            <a:endParaRPr lang="zh-CN" altLang="en-US"/>
          </a:p>
        </p:txBody>
      </p:sp>
      <p:pic>
        <p:nvPicPr>
          <p:cNvPr id="3" name="内容占位符 2" descr="36e7bc0e-a96f-11f0-b286-eacfc26c559a"/>
          <p:cNvPicPr>
            <a:picLocks noChangeAspect="1"/>
          </p:cNvPicPr>
          <p:nvPr>
            <p:ph idx="16387"/>
            <p:custDataLst>
              <p:tags r:id="rId2"/>
            </p:custDataLst>
          </p:nvPr>
        </p:nvPicPr>
        <p:blipFill>
          <a:blip r:embed="rId3"/>
          <a:srcRect t="16027" b="16027"/>
          <a:stretch>
            <a:fillRect/>
          </a:stretch>
        </p:blipFill>
        <p:spPr>
          <a:xfrm>
            <a:off x="6096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识别工序增值环节，如： “N/T” 质量自检与商机进漏斗审批；剔除无效流程，为后续优化奠定协同基础</a:t>
            </a:r>
            <a:endParaRPr lang="zh-CN" altLang="en-US"/>
          </a:p>
        </p:txBody>
      </p:sp>
    </p:spTree>
    <p:custDataLst>
      <p:tags r:id="rId6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靠业务要素整理表拆细节，定位精准优化点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03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问题拆解与流程优化</a:t>
            </a:r>
            <a:endParaRPr lang="zh-CN" altLang="en-US"/>
          </a:p>
        </p:txBody>
      </p:sp>
      <p:pic>
        <p:nvPicPr>
          <p:cNvPr id="3" name="内容占位符 2" descr="39322838-a96f-11f0-be6d-32af3c801604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t="4047" b="4047"/>
          <a:stretch>
            <a:fillRect/>
          </a:stretch>
        </p:blipFill>
        <p:spPr>
          <a:xfrm>
            <a:off x="609600" y="609600"/>
            <a:ext cx="10972800" cy="2032000"/>
          </a:xfrm>
          <a:custGeom>
            <a:avLst/>
            <a:gdLst>
              <a:gd name="connisteX0" fmla="*/ 0 w 10972800"/>
              <a:gd name="connsiteY0" fmla="*/ 203200 h 2032000"/>
              <a:gd name="connisteX1" fmla="*/ 203200 w 10972800"/>
              <a:gd name="connsiteY1" fmla="*/ 0 h 2032000"/>
              <a:gd name="connisteX2" fmla="*/ 10769600 w 10972800"/>
              <a:gd name="connsiteY2" fmla="*/ 0 h 2032000"/>
              <a:gd name="connisteX3" fmla="*/ 10972800 w 10972800"/>
              <a:gd name="connsiteY3" fmla="*/ 203200 h 2032000"/>
              <a:gd name="connisteX4" fmla="*/ 10972800 w 10972800"/>
              <a:gd name="connsiteY4" fmla="*/ 1828800 h 2032000"/>
              <a:gd name="connisteX5" fmla="*/ 10769600 w 10972800"/>
              <a:gd name="connsiteY5" fmla="*/ 2032000 h 2032000"/>
              <a:gd name="connisteX6" fmla="*/ 203200 w 10972800"/>
              <a:gd name="connsiteY6" fmla="*/ 2032000 h 2032000"/>
              <a:gd name="connisteX7" fmla="*/ 0 w 10972800"/>
              <a:gd name="connsiteY7" fmla="*/ 1828800 h 2032000"/>
              <a:gd name="connisteX8" fmla="*/ 0 w 10972800"/>
              <a:gd name="connsiteY8" fmla="*/ 2032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03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1828800"/>
                </a:lnTo>
                <a:cubicBezTo>
                  <a:pt x="10972800" y="1941024"/>
                  <a:pt x="10881824" y="2032000"/>
                  <a:pt x="10769600" y="2032000"/>
                </a:cubicBezTo>
                <a:lnTo>
                  <a:pt x="203200" y="2032000"/>
                </a:lnTo>
                <a:cubicBezTo>
                  <a:pt x="90976" y="2032000"/>
                  <a:pt x="0" y="1941024"/>
                  <a:pt x="0" y="18288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问题拆解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针对"N"配置随意与"T"填写无依据，通过业务要素整理表明确"售前配置清单 - 销售录入 - 提交申请 - 区域审批 - 清单校准"各环节，揭示销售依赖历史清单、擅自修改及审批疏忽等症结。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流程优化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优化方案聚焦提升清单准确度与审批效率，建议引入标准化配置可信度评分方法对配置清单质量做把控，强化销售培训明确</a:t>
            </a:r>
            <a:r>
              <a:rPr lang="en-US" altLang="zh-CN"/>
              <a:t>T</a:t>
            </a:r>
            <a:r>
              <a:rPr lang="zh-CN" altLang="en-US"/>
              <a:t>的填写标准和方法，完善审批机制以保障质量控制。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" name="装饰 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609600" y="4038600"/>
            <a:ext cx="5384800" cy="2209800"/>
          </a:xfrm>
          <a:custGeom>
            <a:avLst/>
            <a:gdLst>
              <a:gd name="connisteX0" fmla="*/ 0 w 5384800"/>
              <a:gd name="connsiteY0" fmla="*/ 203200 h 2209800"/>
              <a:gd name="connisteX1" fmla="*/ 203200 w 5384800"/>
              <a:gd name="connsiteY1" fmla="*/ 0 h 2209800"/>
              <a:gd name="connisteX2" fmla="*/ 5384800 w 5384800"/>
              <a:gd name="connsiteY2" fmla="*/ 0 h 2209800"/>
              <a:gd name="connisteX3" fmla="*/ 5384800 w 5384800"/>
              <a:gd name="connsiteY3" fmla="*/ 2209800 h 2209800"/>
              <a:gd name="connisteX4" fmla="*/ 203200 w 5384800"/>
              <a:gd name="connsiteY4" fmla="*/ 2209800 h 2209800"/>
              <a:gd name="connisteX5" fmla="*/ 0 w 5384800"/>
              <a:gd name="connsiteY5" fmla="*/ 2006600 h 2209800"/>
              <a:gd name="connisteX6" fmla="*/ 0 w 53848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848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384800" y="0"/>
                </a:lnTo>
                <a:lnTo>
                  <a:pt x="53848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wrap="square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538480" indent="-20637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798830" indent="-1619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030605" indent="-149225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235075" indent="-1270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针对"N"的优化策略</a:t>
            </a:r>
            <a:endParaRPr lang="zh-CN" altLang="en-US"/>
          </a:p>
        </p:txBody>
      </p:sp>
      <p:sp>
        <p:nvSpPr>
          <p:cNvPr id="3" name="装饰  1"/>
          <p:cNvSpPr>
            <a:spLocks noGrp="1"/>
          </p:cNvSpPr>
          <p:nvPr>
            <p:ph type="body" idx="16390"/>
            <p:custDataLst>
              <p:tags r:id="rId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配置可信度评估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细化“N”的配置可信度打分，依据预算金额、产品系列、型号、数量设定五级评分体系。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914400" y="4356894"/>
            <a:ext cx="4775200" cy="406400"/>
          </a:xfrm>
        </p:spPr>
        <p:txBody>
          <a:bodyPr/>
          <a:p>
            <a:r>
              <a:rPr lang="zh-CN" altLang="en-US"/>
              <a:t>识别优化关键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914400" y="4999038"/>
            <a:ext cx="4775200" cy="1014413"/>
          </a:xfrm>
        </p:spPr>
        <p:txBody>
          <a:bodyPr>
            <a:normAutofit/>
          </a:bodyPr>
          <a:p>
            <a:r>
              <a:rPr lang="zh-CN" altLang="en-US"/>
              <a:t>重点识别“N”中因缺乏量化质量标准导致的优化点（进漏斗时与进漏斗后），确保评分规则全面覆盖。</a:t>
            </a:r>
            <a:endParaRPr lang="zh-CN" altLang="en-US"/>
          </a:p>
        </p:txBody>
      </p:sp>
      <p:pic>
        <p:nvPicPr>
          <p:cNvPr id="12" name="图片 11" descr="post_object_image_25201706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7560" y="628601"/>
            <a:ext cx="5476042" cy="3031380"/>
          </a:xfrm>
          <a:prstGeom prst="rect">
            <a:avLst/>
          </a:prstGeom>
        </p:spPr>
      </p:pic>
      <p:pic>
        <p:nvPicPr>
          <p:cNvPr id="16" name="图片 15" descr="post_object_image_392821195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97560" y="3733800"/>
            <a:ext cx="5605311" cy="2890238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311944" y="271463"/>
            <a:ext cx="10972800" cy="609600"/>
          </a:xfrm>
        </p:spPr>
        <p:txBody>
          <a:bodyPr/>
          <a:p>
            <a:r>
              <a:rPr lang="zh-CN" altLang="en-US"/>
              <a:t>针对"T"的时间填写逻辑优化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514350" y="1254085"/>
            <a:ext cx="5181600" cy="406400"/>
          </a:xfrm>
        </p:spPr>
        <p:txBody>
          <a:bodyPr/>
          <a:p>
            <a:r>
              <a:rPr lang="zh-CN" altLang="en-US"/>
              <a:t>时间填写逻辑拆解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514350" y="1696641"/>
            <a:ext cx="2514600" cy="1002506"/>
          </a:xfrm>
        </p:spPr>
        <p:txBody>
          <a:bodyPr>
            <a:normAutofit fontScale="90000"/>
          </a:bodyPr>
          <a:p>
            <a:r>
              <a:rPr lang="zh-CN" altLang="en-US"/>
              <a:t>针对 "T"，分析发现无统一估算方法及未关联客户需求的问题点，通过深入研究，提出改进策略。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>
          <a:xfrm>
            <a:off x="431006" y="2806303"/>
            <a:ext cx="2776537" cy="406400"/>
          </a:xfrm>
        </p:spPr>
        <p:txBody>
          <a:bodyPr/>
          <a:p>
            <a:r>
              <a:rPr lang="zh-CN" altLang="en-US"/>
              <a:t>优化方案设计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431006" y="3404235"/>
            <a:ext cx="2859881" cy="3133725"/>
          </a:xfrm>
        </p:spPr>
        <p:txBody>
          <a:bodyPr>
            <a:noAutofit/>
          </a:bodyPr>
          <a:p>
            <a:r>
              <a:rPr lang="en-US" altLang="zh-CN" sz="1400"/>
              <a:t>1</a:t>
            </a:r>
            <a:r>
              <a:rPr lang="zh-CN" altLang="en-US" sz="1400">
                <a:cs typeface="Arial" panose="020B0604020202020204" pitchFamily="34" charset="0"/>
              </a:rPr>
              <a:t>、</a:t>
            </a:r>
            <a:r>
              <a:rPr lang="zh-CN" altLang="en-US" sz="1400"/>
              <a:t>统一</a:t>
            </a:r>
            <a:r>
              <a:rPr lang="zh-CN" altLang="en-US" sz="1400">
                <a:cs typeface="Arial" panose="020B0604020202020204" pitchFamily="34" charset="0"/>
              </a:rPr>
              <a:t>时间定义</a:t>
            </a:r>
            <a:endParaRPr lang="zh-CN" altLang="en-US" sz="1400">
              <a:cs typeface="Arial" panose="020B0604020202020204" pitchFamily="34" charset="0"/>
            </a:endParaRPr>
          </a:p>
          <a:p>
            <a:r>
              <a:rPr lang="en-US" altLang="zh-CN" sz="1400"/>
              <a:t>2</a:t>
            </a:r>
            <a:r>
              <a:rPr lang="zh-CN" altLang="en-US" sz="1400"/>
              <a:t>、引入倒推法与正推法，依据客户上线时间反推要货时间</a:t>
            </a:r>
            <a:endParaRPr lang="zh-CN" altLang="en-US" sz="1400"/>
          </a:p>
          <a:p>
            <a:r>
              <a:rPr lang="en-US" altLang="zh-CN" sz="1400"/>
              <a:t>3</a:t>
            </a:r>
            <a:r>
              <a:rPr lang="zh-CN" altLang="en-US" sz="1400"/>
              <a:t>、根据不同类型项目特点，结合</a:t>
            </a:r>
            <a:r>
              <a:rPr lang="zh-CN" altLang="en-US" sz="1400">
                <a:solidFill>
                  <a:schemeClr val="tx1"/>
                </a:solidFill>
              </a:rPr>
              <a:t>销售</a:t>
            </a:r>
            <a:r>
              <a:rPr lang="zh-CN" altLang="en-US" sz="1400"/>
              <a:t>周期确定开标时间</a:t>
            </a:r>
            <a:endParaRPr lang="zh-CN" altLang="en-US" sz="1400"/>
          </a:p>
          <a:p>
            <a:r>
              <a:rPr lang="en-US" altLang="zh-CN" sz="1400"/>
              <a:t>4</a:t>
            </a:r>
            <a:r>
              <a:rPr lang="zh-CN" altLang="en-US" sz="1400"/>
              <a:t>、结合供应链对产品交付</a:t>
            </a:r>
            <a:r>
              <a:rPr lang="en-US" altLang="zh-CN" sz="1400"/>
              <a:t>SLA</a:t>
            </a:r>
            <a:r>
              <a:rPr lang="zh-CN" altLang="en-US" sz="1400"/>
              <a:t>优化前端配置方案，同时考虑下单关键环节耗时，赋能销售精确推算预计下单时间</a:t>
            </a:r>
            <a:endParaRPr lang="zh-CN" altLang="en-US" sz="1400"/>
          </a:p>
        </p:txBody>
      </p:sp>
      <p:pic>
        <p:nvPicPr>
          <p:cNvPr id="8" name="图片 7" descr="post_object_image_10787587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7106" y="1316891"/>
            <a:ext cx="4093450" cy="2150150"/>
          </a:xfrm>
          <a:prstGeom prst="rect">
            <a:avLst/>
          </a:prstGeom>
        </p:spPr>
      </p:pic>
      <p:pic>
        <p:nvPicPr>
          <p:cNvPr id="9" name="图片 8" descr="post_object_image_15794809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91437" y="1254085"/>
            <a:ext cx="3503949" cy="2275761"/>
          </a:xfrm>
          <a:prstGeom prst="rect">
            <a:avLst/>
          </a:prstGeom>
        </p:spPr>
      </p:pic>
      <p:pic>
        <p:nvPicPr>
          <p:cNvPr id="10" name="图片 9" descr="post_object_image_414324417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7106" y="3637002"/>
            <a:ext cx="7604044" cy="2800597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凭流程图梳逻辑，明确角色与时效要求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04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绘制业务流程图优化执行效率</a:t>
            </a:r>
            <a:endParaRPr lang="zh-CN" altLang="en-US"/>
          </a:p>
        </p:txBody>
      </p:sp>
      <p:pic>
        <p:nvPicPr>
          <p:cNvPr id="15" name="图片占位符 14" descr="1"/>
          <p:cNvPicPr>
            <a:picLocks noChangeAspect="1"/>
          </p:cNvPicPr>
          <p:nvPr>
            <p:ph type="pic" idx="16394"/>
            <p:custDataLst>
              <p:tags r:id="rId2"/>
            </p:custDataLst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3000" y="1955800"/>
            <a:ext cx="1219200" cy="1219200"/>
          </a:xfrm>
          <a:prstGeom prst="rect">
            <a:avLst/>
          </a:prstGeom>
        </p:spPr>
      </p:pic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流程图核心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商机填报至漏斗内更新，48小时内完成商机审批，售前负责"N"配置自检，销售"T"填报提交，区域经理审批。</a:t>
            </a:r>
            <a:endParaRPr lang="zh-CN" altLang="en-US"/>
          </a:p>
        </p:txBody>
      </p:sp>
      <p:pic>
        <p:nvPicPr>
          <p:cNvPr id="16" name="图片占位符 15" descr="2"/>
          <p:cNvPicPr>
            <a:picLocks noChangeAspect="1"/>
          </p:cNvPicPr>
          <p:nvPr>
            <p:ph type="pic" idx="16395"/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038600" y="1955800"/>
            <a:ext cx="1219200" cy="1219200"/>
          </a:xfrm>
          <a:prstGeom prst="rect">
            <a:avLst/>
          </a:prstGeom>
        </p:spPr>
      </p:pic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角色职责明确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售前"N"配置打分，销售"T"填报，区域经理审批，异常"N"可信度不达标，售前重配，解决角色模糊流程卡顿。</a:t>
            </a:r>
            <a:endParaRPr lang="zh-CN" altLang="en-US"/>
          </a:p>
        </p:txBody>
      </p:sp>
      <p:pic>
        <p:nvPicPr>
          <p:cNvPr id="17" name="图片占位符 16" descr="3"/>
          <p:cNvPicPr>
            <a:picLocks noChangeAspect="1"/>
          </p:cNvPicPr>
          <p:nvPr>
            <p:ph type="pic" idx="16396"/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934200" y="1955800"/>
            <a:ext cx="1219200" cy="1219200"/>
          </a:xfrm>
          <a:prstGeom prst="rect">
            <a:avLst/>
          </a:prstGeom>
        </p:spPr>
      </p:pic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15"/>
            </p:custDataLst>
          </p:nvPr>
        </p:nvSpPr>
        <p:spPr/>
        <p:txBody>
          <a:bodyPr/>
          <a:p>
            <a:r>
              <a:rPr lang="zh-CN" altLang="en-US"/>
              <a:t>异常反馈路径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91"/>
            <p:custDataLst>
              <p:tags r:id="rId16"/>
            </p:custDataLst>
          </p:nvPr>
        </p:nvSpPr>
        <p:spPr/>
        <p:txBody>
          <a:bodyPr/>
          <a:p>
            <a:r>
              <a:rPr lang="zh-CN" altLang="en-US"/>
              <a:t>“N”可信度不足，通知售前重做配置，确保流程顺畅，提升跨岗位协同效率，可视化依据助力团队协作。</a:t>
            </a:r>
            <a:endParaRPr lang="zh-CN" altLang="en-US"/>
          </a:p>
        </p:txBody>
      </p:sp>
      <p:pic>
        <p:nvPicPr>
          <p:cNvPr id="18" name="图片占位符 17" descr="4"/>
          <p:cNvPicPr>
            <a:picLocks noChangeAspect="1"/>
          </p:cNvPicPr>
          <p:nvPr>
            <p:ph type="pic" idx="16397"/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829800" y="1955800"/>
            <a:ext cx="1219200" cy="1219200"/>
          </a:xfrm>
          <a:prstGeom prst="rect">
            <a:avLst/>
          </a:prstGeom>
        </p:spPr>
      </p:pic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20"/>
            </p:custDataLst>
          </p:nvPr>
        </p:nvSpPr>
        <p:spPr/>
        <p:txBody>
          <a:bodyPr/>
          <a:p>
            <a:r>
              <a:rPr lang="zh-CN" altLang="en-US"/>
              <a:t>时效性要求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21"/>
            </p:custDataLst>
          </p:nvPr>
        </p:nvSpPr>
        <p:spPr/>
        <p:txBody>
          <a:bodyPr/>
          <a:p>
            <a:r>
              <a:rPr lang="zh-CN" altLang="en-US"/>
              <a:t>48小时内完成商机审批，明确各环节时效，保证流程高效运行，解决以往流程拖延问题，提升整体工作效率。</a:t>
            </a:r>
            <a:endParaRPr lang="zh-CN" altLang="en-US"/>
          </a:p>
        </p:txBody>
      </p:sp>
    </p:spTree>
    <p:custDataLst>
      <p:tags r:id="rId2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478631" y="402431"/>
            <a:ext cx="10972800" cy="609600"/>
          </a:xfrm>
          <a:noFill/>
        </p:spPr>
        <p:txBody>
          <a:bodyPr vert="horz" wrap="square" lIns="0" tIns="0" rIns="0" bIns="0" rtlCol="0" anchor="t">
            <a:normAutofit/>
          </a:bodyPr>
          <a:p>
            <a:pPr marL="0" indent="0" algn="l" defTabSz="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zh-CN" altLang="en-US">
                <a:solidFill>
                  <a:schemeClr val="tx1"/>
                </a:solidFill>
                <a:latin typeface="+mn-lt"/>
                <a:ea typeface="+mn-ea"/>
                <a:cs typeface="+mn-cs"/>
              </a:rPr>
              <a:t>项目流程图</a:t>
            </a:r>
            <a:endParaRPr lang="zh-CN" alt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7" name="图片 6" descr="post_object_image_2832581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4469" y="1410304"/>
            <a:ext cx="8534400" cy="45339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803022" y="2274698"/>
            <a:ext cx="1166813" cy="3309938"/>
          </a:xfrm>
          <a:prstGeom prst="rect">
            <a:avLst/>
          </a:prstGeom>
          <a:solidFill>
            <a:schemeClr val="bg2">
              <a:alpha val="100000"/>
            </a:schemeClr>
          </a:solidFill>
          <a:ln w="12700" cap="flat" cmpd="sng" algn="ctr">
            <a:solidFill>
              <a:schemeClr val="phClr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r>
              <a:rPr lang="zh-CN" altLang="en-US">
                <a:solidFill>
                  <a:srgbClr val="000000"/>
                </a:solidFill>
              </a:rPr>
              <a:t>梳理活动，</a:t>
            </a:r>
            <a:r>
              <a:rPr lang="zh-CN" altLang="en-US">
                <a:solidFill>
                  <a:srgbClr val="000000"/>
                </a:solidFill>
              </a:rPr>
              <a:t>打通逻辑，明确职责，</a:t>
            </a:r>
            <a:endParaRPr lang="zh-CN" altLang="en-US">
              <a:solidFill>
                <a:srgbClr val="000000"/>
              </a:solidFill>
            </a:endParaRPr>
          </a:p>
          <a:p>
            <a:pPr algn="ctr"/>
            <a:r>
              <a:rPr lang="zh-CN" altLang="en-US">
                <a:solidFill>
                  <a:srgbClr val="000000"/>
                </a:solidFill>
              </a:rPr>
              <a:t>确定时间，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" name="右箭头 11"/>
          <p:cNvSpPr/>
          <p:nvPr userDrawn="1"/>
        </p:nvSpPr>
        <p:spPr>
          <a:xfrm>
            <a:off x="2169855" y="3691604"/>
            <a:ext cx="629435" cy="561019"/>
          </a:xfrm>
          <a:prstGeom prst="rightArrow">
            <a:avLst/>
          </a:prstGeom>
          <a:ln w="12700" cap="flat" cmpd="sng" algn="ctr">
            <a:solidFill>
              <a:schemeClr val="phClr"/>
            </a:solidFill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以自工序为纽带，与上下游达成合意共识</a:t>
            </a:r>
            <a:endParaRPr lang="zh-CN" altLang="en-US"/>
          </a:p>
        </p:txBody>
      </p:sp>
      <p:sp>
        <p:nvSpPr>
          <p:cNvPr id="3" name="节编号 3"/>
          <p:cNvSpPr>
            <a:spLocks noGrp="1"/>
          </p:cNvSpPr>
          <p:nvPr>
            <p:ph type="body" sz="quarter" idx="16389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05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自工序双向协同理念</a:t>
            </a:r>
            <a:endParaRPr lang="zh-CN" altLang="en-US"/>
          </a:p>
        </p:txBody>
      </p:sp>
      <p:pic>
        <p:nvPicPr>
          <p:cNvPr id="3" name="内容占位符 2" descr="369f8a0f-a96f-11f0-bc9f-26f4325dd8ec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r="16386"/>
          <a:stretch>
            <a:fillRect/>
          </a:stretch>
        </p:blipFill>
        <p:spPr>
          <a:xfrm>
            <a:off x="6096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>
          <a:xfrm>
            <a:off x="8153400" y="2546350"/>
            <a:ext cx="50800" cy="111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8305800" y="2546350"/>
            <a:ext cx="3276600" cy="406400"/>
          </a:xfrm>
        </p:spPr>
        <p:txBody>
          <a:bodyPr/>
          <a:p>
            <a:r>
              <a:rPr lang="zh-CN" altLang="en-US"/>
              <a:t>双向协同理念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8305800" y="3054350"/>
            <a:ext cx="3276600" cy="609600"/>
          </a:xfrm>
        </p:spPr>
        <p:txBody>
          <a:bodyPr/>
          <a:p>
            <a:r>
              <a:rPr lang="zh-CN" altLang="en-US"/>
              <a:t>双向协同理念推动跨部门协作，确保质量标准与需求精准对齐。</a:t>
            </a:r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>
          <a:xfrm>
            <a:off x="8153400" y="4273550"/>
            <a:ext cx="50840" cy="1392317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8305800" y="4273550"/>
            <a:ext cx="3276600" cy="406400"/>
          </a:xfrm>
        </p:spPr>
        <p:txBody>
          <a:bodyPr/>
          <a:p>
            <a:r>
              <a:rPr lang="zh-CN" altLang="en-US"/>
              <a:t>跨部门培训与目标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8305800" y="4781550"/>
            <a:ext cx="3681413" cy="966788"/>
          </a:xfrm>
        </p:spPr>
        <p:txBody>
          <a:bodyPr>
            <a:normAutofit/>
          </a:bodyPr>
          <a:p>
            <a:r>
              <a:rPr lang="zh-CN" altLang="en-US"/>
              <a:t>跨部门培训促质量共识，优化流程，共筑高效低耗目标。组织销售，售前，销管</a:t>
            </a:r>
            <a:r>
              <a:rPr lang="en-US" altLang="zh-CN"/>
              <a:t>BP</a:t>
            </a:r>
            <a:r>
              <a:rPr lang="zh-CN" altLang="en-US"/>
              <a:t>团队多次培训宣贯，落实流程执行。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自工序系统方法论实践</a:t>
            </a:r>
            <a:endParaRPr lang="zh-CN" altLang="en-US"/>
          </a:p>
        </p:txBody>
      </p:sp>
      <p:pic>
        <p:nvPicPr>
          <p:cNvPr id="3" name="内容占位符 2" descr="381528ac-a96f-11f0-929a-767917c3b265"/>
          <p:cNvPicPr>
            <a:picLocks noChangeAspect="1"/>
          </p:cNvPicPr>
          <p:nvPr>
            <p:ph idx="16390"/>
            <p:custDataLst>
              <p:tags r:id="rId2"/>
            </p:custDataLst>
          </p:nvPr>
        </p:nvPicPr>
        <p:blipFill>
          <a:blip r:embed="rId3"/>
          <a:srcRect l="22339" r="13805"/>
          <a:stretch>
            <a:fillRect/>
          </a:stretch>
        </p:blipFill>
        <p:spPr>
          <a:xfrm>
            <a:off x="75438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</p:spPr>
      </p:pic>
      <p:sp>
        <p:nvSpPr>
          <p:cNvPr id="4" name="装饰  2"/>
          <p:cNvSpPr>
            <a:spLocks noGrp="1"/>
          </p:cNvSpPr>
          <p:nvPr>
            <p:ph type="body" idx="16391"/>
            <p:custDataLst>
              <p:tags r:id="rId4"/>
            </p:custDataLst>
          </p:nvPr>
        </p:nvSpPr>
        <p:spPr>
          <a:xfrm>
            <a:off x="660360" y="1611077"/>
            <a:ext cx="50765" cy="1368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5"/>
            </p:custDataLst>
          </p:nvPr>
        </p:nvSpPr>
        <p:spPr>
          <a:xfrm>
            <a:off x="812760" y="1611077"/>
            <a:ext cx="6172200" cy="406400"/>
          </a:xfrm>
        </p:spPr>
        <p:txBody>
          <a:bodyPr/>
          <a:p>
            <a:r>
              <a:rPr lang="zh-CN" altLang="en-US"/>
              <a:t>自工序理念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6"/>
            </p:custDataLst>
          </p:nvPr>
        </p:nvSpPr>
        <p:spPr>
          <a:xfrm>
            <a:off x="812760" y="2119077"/>
            <a:ext cx="6172200" cy="1123416"/>
          </a:xfrm>
        </p:spPr>
        <p:txBody>
          <a:bodyPr>
            <a:normAutofit/>
          </a:bodyPr>
          <a:p>
            <a:r>
              <a:rPr lang="zh-CN" altLang="en-US"/>
              <a:t>自工序不是单一工具的应用，而是</a:t>
            </a:r>
            <a:r>
              <a:rPr lang="en-US" altLang="zh-CN"/>
              <a:t> “</a:t>
            </a:r>
            <a:r>
              <a:rPr lang="zh-CN" altLang="en-US"/>
              <a:t>工具组合</a:t>
            </a:r>
            <a:r>
              <a:rPr lang="en-US" altLang="zh-CN"/>
              <a:t> + </a:t>
            </a:r>
            <a:r>
              <a:rPr lang="zh-CN" altLang="en-US"/>
              <a:t>业务融合</a:t>
            </a:r>
            <a:r>
              <a:rPr lang="en-US" altLang="zh-CN"/>
              <a:t> + </a:t>
            </a:r>
            <a:r>
              <a:rPr lang="zh-CN" altLang="en-US"/>
              <a:t>协同共识</a:t>
            </a:r>
            <a:r>
              <a:rPr lang="en-US" altLang="zh-CN"/>
              <a:t>” </a:t>
            </a:r>
            <a:r>
              <a:rPr lang="zh-CN" altLang="en-US"/>
              <a:t>的系统方法论</a:t>
            </a:r>
            <a:endParaRPr lang="zh-CN" altLang="en-US"/>
          </a:p>
          <a:p>
            <a:endParaRPr lang="zh-CN" altLang="en-US"/>
          </a:p>
        </p:txBody>
      </p:sp>
      <p:sp>
        <p:nvSpPr>
          <p:cNvPr id="7" name="装饰  5"/>
          <p:cNvSpPr>
            <a:spLocks noGrp="1"/>
          </p:cNvSpPr>
          <p:nvPr>
            <p:ph type="body" idx="16392"/>
            <p:custDataLst>
              <p:tags r:id="rId7"/>
            </p:custDataLst>
          </p:nvPr>
        </p:nvSpPr>
        <p:spPr>
          <a:xfrm>
            <a:off x="660360" y="3338277"/>
            <a:ext cx="50800" cy="111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8"/>
            </p:custDataLst>
          </p:nvPr>
        </p:nvSpPr>
        <p:spPr>
          <a:xfrm>
            <a:off x="812760" y="3338277"/>
            <a:ext cx="6172200" cy="406400"/>
          </a:xfrm>
        </p:spPr>
        <p:txBody>
          <a:bodyPr/>
          <a:p>
            <a:r>
              <a:rPr lang="zh-CN" altLang="en-US"/>
              <a:t>实践成效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9"/>
            </p:custDataLst>
          </p:nvPr>
        </p:nvSpPr>
        <p:spPr>
          <a:xfrm>
            <a:off x="812760" y="3846277"/>
            <a:ext cx="6172200" cy="609600"/>
          </a:xfrm>
        </p:spPr>
        <p:txBody>
          <a:bodyPr/>
          <a:p>
            <a:r>
              <a:rPr lang="zh-CN" altLang="en-US"/>
              <a:t>山东区域"N"产品准确率跃升11%，流程优化思路可复用，为</a:t>
            </a:r>
            <a:r>
              <a:rPr lang="zh-CN" altLang="en-US">
                <a:solidFill>
                  <a:schemeClr val="tx1"/>
                </a:solidFill>
              </a:rPr>
              <a:t>流程全面推广落实</a:t>
            </a:r>
            <a:r>
              <a:rPr lang="zh-CN" altLang="en-US"/>
              <a:t>提供实操蓝本。</a:t>
            </a:r>
            <a:endParaRPr lang="zh-CN" altLang="en-US"/>
          </a:p>
        </p:txBody>
      </p:sp>
      <p:graphicFrame>
        <p:nvGraphicFramePr>
          <p:cNvPr id="10" name="表格 9"/>
          <p:cNvGraphicFramePr/>
          <p:nvPr/>
        </p:nvGraphicFramePr>
        <p:xfrm>
          <a:off x="1199893" y="4647423"/>
          <a:ext cx="5144135" cy="1793875"/>
        </p:xfrm>
        <a:graphic>
          <a:graphicData uri="http://schemas.openxmlformats.org/drawingml/2006/table">
            <a:tbl>
              <a:tblPr/>
              <a:tblGrid>
                <a:gridCol w="1108710"/>
                <a:gridCol w="933450"/>
                <a:gridCol w="651510"/>
                <a:gridCol w="622300"/>
                <a:gridCol w="914400"/>
                <a:gridCol w="913765"/>
              </a:tblGrid>
              <a:tr h="45275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区域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\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月度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E08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2025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年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8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月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E08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2025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年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7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月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E08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2024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年</a:t>
                      </a:r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8</a:t>
                      </a: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月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E08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环比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E085"/>
                    </a:solidFill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sz="1100" b="1">
                          <a:solidFill>
                            <a:srgbClr val="000000"/>
                          </a:solidFill>
                        </a:rPr>
                        <a:t>同比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8EE085"/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100">
                          <a:solidFill>
                            <a:srgbClr val="000000"/>
                          </a:solidFill>
                        </a:rPr>
                        <a:t>山东（产品）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86%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28%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75%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↑58%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↑11%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100">
                          <a:solidFill>
                            <a:srgbClr val="000000"/>
                          </a:solidFill>
                        </a:rPr>
                        <a:t>上海（产品）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76%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46%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61%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↑30%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↑15%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100">
                          <a:solidFill>
                            <a:srgbClr val="000000"/>
                          </a:solidFill>
                        </a:rPr>
                        <a:t>山东（金额）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90%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32%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70%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↑58%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↑20%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3528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zh-CN" sz="1100">
                          <a:solidFill>
                            <a:srgbClr val="000000"/>
                          </a:solidFill>
                        </a:rPr>
                        <a:t>上海（金额）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</a:rPr>
                        <a:t>92%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51%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69%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↑41%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600">
                          <a:solidFill>
                            <a:srgbClr val="F54A45"/>
                          </a:solidFill>
                        </a:rPr>
                        <a:t>↑23%</a:t>
                      </a:r>
                      <a:endParaRPr lang="zh-CN" altLang="en-US"/>
                    </a:p>
                  </a:txBody>
                  <a:tcPr vert="horz" anchor="ctr" anchorCtr="0">
                    <a:lnL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1F2329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custDataLst>
      <p:tags r:id="rId10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2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1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1b89b0fe96f2710d1fca4e04c23334103f6d22d"/>
  <p:tag name="KSO_WM_NEWLAYOUT_GROUP_ID" val="layout_6"/>
  <p:tag name="KSO_WM_NEWLAYOUT_ID" val="slide_6e840fafb5c552eb"/>
</p:tagLst>
</file>

<file path=ppt/tags/tag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e9c6130c9e3a7e651cdbb3cb5e9e121650e4934"/>
  <p:tag name="KSO_WM_NEWLAYOUT_GROUP_ID" val="layout_30"/>
  <p:tag name="KSO_WM_NEWLAYOUT_ID" val="slide_3ec92465831fe5d3"/>
</p:tagLst>
</file>

<file path=ppt/tags/tag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199c299274a3ee34aa4f7b32e9d7f3760db4f18"/>
  <p:tag name="KSO_WM_NEWLAYOUT_GROUP_ID" val="layout_10008"/>
  <p:tag name="KSO_WM_NEWLAYOUT_ID" val="slide_07d2ae8fadd6af19"/>
</p:tagLst>
</file>

<file path=ppt/tags/tag34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7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40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43.xml><?xml version="1.0" encoding="utf-8"?>
<p:tagLst xmlns:p="http://schemas.openxmlformats.org/presentationml/2006/main">
  <p:tag name="KSO_WM_FIGMA_DECORATION_INDEX" val="4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4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46c6336583f207b78f0f7cad81fc513eac19a60"/>
  <p:tag name="KSO_WM_NEWLAYOUT_GROUP_ID" val="layout_10007"/>
  <p:tag name="KSO_WM_NEWLAYOUT_ID" val="slide_2faf873680021aa9"/>
</p:tagLst>
</file>

<file path=ppt/tags/tag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5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c4d11a54412118ed36147df92c83a18d5c753bb"/>
  <p:tag name="KSO_WM_NEWLAYOUT_GROUP_ID" val="layout_26"/>
  <p:tag name="KSO_WM_NEWLAYOUT_ID" val="slide_f64549512ce8df60"/>
</p:tagLst>
</file>

<file path=ppt/tags/tag5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6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6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21a9e8fc226c9e3e2025a28937783958de5a6a9"/>
  <p:tag name="KSO_WM_NEWLAYOUT_GROUP_ID" val="layout_51"/>
  <p:tag name="KSO_WM_NEWLAYOUT_ID" val="slide_54fafa5e2dac5e66"/>
</p:tagLst>
</file>

<file path=ppt/tags/tag7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a3d1b3088ea349a9ff28412e41cffc05d8c078a"/>
  <p:tag name="KSO_WM_NEWLAYOUT_GROUP_ID" val="layout_60"/>
  <p:tag name="KSO_WM_NEWLAYOUT_ID" val="slide_c69ad2d25c98cfd5"/>
</p:tagLst>
</file>

<file path=ppt/tags/tag7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80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8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5a34f6fb544d447b24ba9cb13aad6bb26d83c4a"/>
  <p:tag name="KSO_WM_NEWLAYOUT_GROUP_ID" val="layout_2"/>
  <p:tag name="KSO_WM_NEWLAYOUT_ID" val="slide_d37966ae9f0f3cb6"/>
</p:tagLst>
</file>

<file path=ppt/tags/tag8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0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9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9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d955be619eddb48c47cacafdc2984b6fccc013b"/>
  <p:tag name="KSO_WM_NEWLAYOUT_GROUP_ID" val="layout_57"/>
  <p:tag name="KSO_WM_NEWLAYOUT_ID" val="slide_f24c085d64b9f239"/>
</p:tagLst>
</file>

<file path=ppt/tags/tag98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2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0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1f41e2ee767e59ccfb8b3df146b86fa8955c018"/>
  <p:tag name="KSO_WM_NEWLAYOUT_GROUP_ID" val="layout_10014"/>
  <p:tag name="KSO_WM_NEWLAYOUT_ID" val="slide_1ec9cc69a2ce418b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1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1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5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6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e9eda71500ca913d075e721e3dafd1967ba65cf"/>
  <p:tag name="KSO_WM_NEWLAYOUT_GROUP_ID" val="layout_59"/>
  <p:tag name="KSO_WM_NEWLAYOUT_ID" val="slide_20c1f52a92422207"/>
</p:tagLst>
</file>

<file path=ppt/tags/tag13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3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38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1d44bb9e481141db97c30fd2619270ed2fd976f7"/>
  <p:tag name="KSO_WM_NEWLAYOUT_GROUP_ID" val="layout_1-5"/>
  <p:tag name="KSO_WM_NEWLAYOUT_ID" val="slide_cea45c27deb23863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4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5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5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5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</p:tagLst>
</file>

<file path=ppt/tags/tag15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</p:tagLst>
</file>

<file path=ppt/tags/tag1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16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1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162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1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6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2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7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2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2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69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标题"/>
  <p:tag name="KSO_WM_UNIT_ID" val="_2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1"/>
  <p:tag name="KSO_WM_UNIT_VALUE" val="3"/>
  <p:tag name="KSO_WM_TEMPLATE_INDEX" val="40490573"/>
  <p:tag name="KSO_WM_TEMPLATE_CATEGORY" val="custom"/>
</p:tagLst>
</file>

<file path=ppt/tags/tag170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1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2.xml><?xml version="1.0" encoding="utf-8"?>
<p:tagLst xmlns:p="http://schemas.openxmlformats.org/presentationml/2006/main">
  <p:tag name="KSO_WM_UNIT_ID" val="_2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3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17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5.xml><?xml version="1.0" encoding="utf-8"?>
<p:tagLst xmlns:p="http://schemas.openxmlformats.org/presentationml/2006/main">
  <p:tag name="KSO_WM_UNIT_TYPE" val="f"/>
  <p:tag name="KSO_WM_UNIT_SUBTYPE" val="a"/>
  <p:tag name="KSO_WM_UNIT_INDEX" val="2"/>
  <p:tag name="KSO_WM_BEAUTIFY_FLAG" val="#wm#"/>
  <p:tag name="KSO_WM_TAG_VERSION" val="3.0"/>
  <p:tag name="KSO_WM_UNIT_PRESET_TEXT" val="单击此处编辑母版文本样式&#10;第二级&#10;第三级&#10;第四级&#10;第五级"/>
  <p:tag name="KSO_WM_UNIT_ID" val="_3*f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6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7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8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79.xml><?xml version="1.0" encoding="utf-8"?>
<p:tagLst xmlns:p="http://schemas.openxmlformats.org/presentationml/2006/main">
  <p:tag name="KSO_WM_UNIT_TYPE" val="h_a"/>
  <p:tag name="KSO_WM_UNIT_INDEX" val="1_1"/>
  <p:tag name="KSO_WM_BEAUTIFY_FLAG" val="#wm#"/>
  <p:tag name="KSO_WM_TAG_VERSION" val="3.0"/>
  <p:tag name="KSO_WM_UNIT_PRESET_TEXT" val="单击此处编辑母版标题样式"/>
  <p:tag name="KSO_WM_UNIT_ID" val="_4*h_a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TEMPLATE_INDEX" val="40490573"/>
  <p:tag name="KSO_WM_TEMPLATE_CATEGORY" val="custom"/>
</p:tagLst>
</file>

<file path=ppt/tags/tag180.xml><?xml version="1.0" encoding="utf-8"?>
<p:tagLst xmlns:p="http://schemas.openxmlformats.org/presentationml/2006/main">
  <p:tag name="KSO_WM_UNIT_TYPE" val="h_f"/>
  <p:tag name="KSO_WM_UNIT_SUBTYPE" val="a"/>
  <p:tag name="KSO_WM_UNIT_INDEX" val="1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1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573"/>
  <p:tag name="KSO_WM_TEMPLATE_CATEGORY" val="custom"/>
</p:tagLst>
</file>

<file path=ppt/tags/tag181.xml><?xml version="1.0" encoding="utf-8"?>
<p:tagLst xmlns:p="http://schemas.openxmlformats.org/presentationml/2006/main">
  <p:tag name="KSO_WM_UNIT_TYPE" val="h_a"/>
  <p:tag name="KSO_WM_UNIT_INDEX" val="2_1"/>
  <p:tag name="KSO_WM_BEAUTIFY_FLAG" val="#wm#"/>
  <p:tag name="KSO_WM_TAG_VERSION" val="3.0"/>
  <p:tag name="KSO_WM_UNIT_PRESET_TEXT" val="单击此处编辑母版标题样式"/>
  <p:tag name="KSO_WM_UNIT_ID" val="_4*h_a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UNIT_ISCONTENTSTITLE" val="0"/>
  <p:tag name="KSO_WM_UNIT_VALUE" val="20"/>
  <p:tag name="KSO_WM_TEMPLATE_INDEX" val="40490573"/>
  <p:tag name="KSO_WM_TEMPLATE_CATEGORY" val="custom"/>
</p:tagLst>
</file>

<file path=ppt/tags/tag182.xml><?xml version="1.0" encoding="utf-8"?>
<p:tagLst xmlns:p="http://schemas.openxmlformats.org/presentationml/2006/main">
  <p:tag name="KSO_WM_UNIT_TYPE" val="h_f"/>
  <p:tag name="KSO_WM_UNIT_SUBTYPE" val="a"/>
  <p:tag name="KSO_WM_UNIT_INDEX" val="2_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4*h_f*2_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_1"/>
  <p:tag name="KSO_WM_TEMPLATE_INDEX" val="40490573"/>
  <p:tag name="KSO_WM_TEMPLATE_CATEGORY" val="custom"/>
</p:tagLst>
</file>

<file path=ppt/tags/tag18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84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85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8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4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3"/>
  <p:tag name="KSO_WM_TEMPLATE_CATEGORY" val="custom"/>
</p:tagLst>
</file>

<file path=ppt/tags/tag18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5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188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89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0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2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3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7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6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7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19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  <p:tag name="KSO_WM_UNIT_PRESET_TEXT" val="单击此处编辑副标题"/>
  <p:tag name="KSO_WM_UNIT_ID" val="_8*b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INDEX" val="40490573"/>
  <p:tag name="KSO_WM_TEMPLATE_CATEGORY" val="custom"/>
</p:tagLst>
</file>

<file path=ppt/tags/tag199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0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1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8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UNIT_VALUE" val="29"/>
  <p:tag name="KSO_WM_TEMPLATE_INDEX" val="40490573"/>
  <p:tag name="KSO_WM_TEMPLATE_CATEGORY" val="custom"/>
</p:tagLst>
</file>

<file path=ppt/tags/tag203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9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4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5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6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7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d5a6e8d833aaa5eb7436aa53f0c199f1cef2336"/>
  <p:tag name="KSO_WM_NEWLAYOUT_ID" val="5448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09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0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D" val="_10*i*3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3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4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5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7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11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19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D" val="_11*i*2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0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1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2.xml><?xml version="1.0" encoding="utf-8"?>
<p:tagLst xmlns:p="http://schemas.openxmlformats.org/presentationml/2006/main">
  <p:tag name="KSO_WM_UNIT_ID" val="_1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3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2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7b44bfd2419cae341c63cea49430d15869841f40"/>
  <p:tag name="KSO_WM_NEWLAYOUT_ID" val="1"/>
</p:tagLst>
</file>

<file path=ppt/tags/tag2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3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3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3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4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2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  <p:tag name="KSO_WM_UNIT_PRESET_TEXT" val="单击此处编辑母版标题样式"/>
  <p:tag name="KSO_WM_UNIT_ID" val="_0*a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UNIT_ISCONTENTSTITLE" val="0"/>
  <p:tag name="KSO_WM_TEMPLATE_CATEGORY" val="custom"/>
  <p:tag name="KSO_WM_TEMPLATE_INDEX" val="40490573"/>
</p:tagLst>
</file>

<file path=ppt/tags/tag244.xml><?xml version="1.0" encoding="utf-8"?>
<p:tagLst xmlns:p="http://schemas.openxmlformats.org/presentationml/2006/main">
  <p:tag name="KSO_WM_UNIT_TYPE" val="f"/>
  <p:tag name="KSO_WM_UNIT_SUBTYPE" val="a"/>
  <p:tag name="KSO_WM_UNIT_INDEX" val="1"/>
  <p:tag name="KSO_WM_BEAUTIFY_FLAG" val="#wm#"/>
  <p:tag name="KSO_WM_TAG_VERSION" val="3.0"/>
  <p:tag name="KSO_WM_UNIT_PRESET_TEXT" val="单击此处编辑母版文本样式&#10;第二级&#10;第三级&#10;第四级&#10;第五级"/>
  <p:tag name="KSO_WM_UNIT_ID" val="_0*f*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CATEGORY" val="custom"/>
  <p:tag name="KSO_WM_TEMPLATE_INDEX" val="40490573"/>
</p:tagLst>
</file>

<file path=ppt/tags/tag24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6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7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48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TEMPLATE_MASTER_TYPE" val="0"/>
  <p:tag name="KSO_WM_TAG_VERSION" val="3.0"/>
</p:tagLst>
</file>

<file path=ppt/tags/tag249.xml><?xml version="1.0" encoding="utf-8"?>
<p:tagLst xmlns:p="http://schemas.openxmlformats.org/presentationml/2006/main">
  <p:tag name="KSO_WM_AITEMPLATE_STYLE_ID" val="69796640259"/>
</p:tagLst>
</file>

<file path=ppt/tags/tag250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SUBTYPE" val="c"/>
  <p:tag name="KSO_WM_UNIT_TEXT_TYPE" val="1"/>
  <p:tag name="KSO_WM_UNIT_TYPE" val="f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1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9d5a6e8d833aaa5eb7436aa53f0c199f1cef2336"/>
  <p:tag name="KSO_WM_NEWLAYOUT_ID" val="5448"/>
  <p:tag name="KSO_WM_UNIT_PRESET_TEXT" val="单击此处&#10;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2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2"/>
  <p:tag name="KSO_WM_UNIT_SUBTYPE" val="b"/>
  <p:tag name="KSO_WM_UNIT_TEXT_TYPE" val="1"/>
  <p:tag name="KSO_WM_UNIT_PRESET_TEXT" val="BY WPS"/>
  <p:tag name="KSO_WM_UNIT_ID" val="_9*f*2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53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573"/>
  <p:tag name="KSO_WM_TEMPLATE_CATEGORY" val="custom"/>
  <p:tag name="KSO_WM_SLIDE_INDEX" val="1"/>
  <p:tag name="KSO_WM_SLIDE_ID" val="custom40490573_1"/>
  <p:tag name="KSO_WM_TEMPLATE_MASTER_TYPE" val="0"/>
  <p:tag name="KSO_WM_SLIDE_LAYOUT" val="a_f"/>
  <p:tag name="KSO_WM_SLIDE_LAYOUT_CNT" val="1_2"/>
  <p:tag name="KSO_WM_TAG_VERSION" val="3.0"/>
</p:tagLst>
</file>

<file path=ppt/tags/tag25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5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1d44bb9e481141db97c30fd2619270ed2fd976f7"/>
  <p:tag name="KSO_WM_NEWLAYOUT_GROUP_ID" val="layout_1-5"/>
  <p:tag name="KSO_WM_NEWLAYOUT_ID" val="slide_cea45c27deb23863"/>
</p:tagLst>
</file>

<file path=ppt/tags/tag2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5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6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6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26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2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SUBTYPE" val="d"/>
  <p:tag name="KSO_WM_UNIT_TYPE" val="l_h_i"/>
  <p:tag name="KSO_WM_UNIT_PRESET_TEXT" val="05"/>
  <p:tag name="KSO_WM_SLIDE_FIGMA_DIAGRAM" val="1"/>
</p:tagLst>
</file>

<file path=ppt/tags/tag26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5_2"/>
  <p:tag name="KSO_WM_UNIT_TYPE" val="l_h_i"/>
  <p:tag name="KSO_WM_UNIT_PRESET_TEXT" val=" "/>
  <p:tag name="KSO_WM_SLIDE_FIGMA_DIAGRAM" val="1"/>
</p:tagLst>
</file>

<file path=ppt/tags/tag2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单击此处添加项标题"/>
  <p:tag name="KSO_WM_SLIDE_FIGMA_DIAGRAM" val="1"/>
</p:tagLst>
</file>

<file path=ppt/tags/tag271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contents"/>
  <p:tag name="KSO_WM_TEMPLATE_SUBCATEGORY" val="29"/>
  <p:tag name="KSO_WM_BEAUTIFY_FLAG" val="#wm#"/>
  <p:tag name="KSO_WM_TEMPLATE_FIGMA_ID" val="69796640259"/>
  <p:tag name="KSO_WM_TEMPLATE_SLIDE_ID" val="slide_cea45c27deb23863"/>
</p:tagLst>
</file>

<file path=ppt/tags/tag2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e9eda71500ca913d075e721e3dafd1967ba65cf"/>
  <p:tag name="KSO_WM_NEWLAYOUT_GROUP_ID" val="layout_59"/>
  <p:tag name="KSO_WM_NEWLAYOUT_ID" val="slide_20c1f52a92422207"/>
  <p:tag name="KSO_WM_UNIT_PRESET_TEXT" val="单击此处添加标题"/>
</p:tagLst>
</file>

<file path=ppt/tags/tag27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0/cf621407-2ee9-44c1-b619-ccab352e67ba.jpg?Expires=1792031561\u0026AWSAccessKeyId=AKLT9NSy7kh8TIS1UzNqLRY2\u0026Signature=s4sIJh5C2OECkhIQ4l5JY5Drldo%3D&quot;,&quot;product_name&quot;:&quot;wps-wpp-pc&quot;,&quot;intention_code&quot;:&quot;wps_wpp_generate_doc_pay&quot;}*auto_qingqiu_ai_v2.1.6_ONLINE*3136366635346533396663396336643662343934653636656338343162303932-slide-2"/>
</p:tagLst>
</file>

<file path=ppt/tags/tag27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2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7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2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8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2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2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83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259"/>
  <p:tag name="KSO_WM_TEMPLATE_SLIDE_ID" val="slide_20c1f52a92422207"/>
</p:tagLst>
</file>

<file path=ppt/tags/tag28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85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286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28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1f41e2ee767e59ccfb8b3df146b86fa8955c018"/>
  <p:tag name="KSO_WM_NEWLAYOUT_GROUP_ID" val="layout_10014"/>
  <p:tag name="KSO_WM_NEWLAYOUT_ID" val="slide_1ec9cc69a2ce418b"/>
  <p:tag name="KSO_WM_UNIT_PRESET_TEXT" val="单击此处添加标题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41N1367299029&quot;,&quot;product_name&quot;:&quot;wps-wpp-pc&quot;,&quot;intention_code&quot;:&quot;wps_wpp_generate_doc_pay&quot;}*auto_gallery_ai_v2.1.6_ONLINE*3136366635346533396663396336643662343934653636656338343162303932-slide-4"/>
</p:tagLst>
</file>

<file path=ppt/tags/tag2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添加项标题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329381700&quot;,&quot;product_name&quot;:&quot;wps-wpp-pc&quot;,&quot;intention_code&quot;:&quot;wps_wpp_generate_doc_pay&quot;}*auto_gallery_ai_v2.1.6_ONLINE*3136366635346533396663396336643662343934653636656338343162303932-slide-4"/>
</p:tagLst>
</file>

<file path=ppt/tags/tag2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添加项标题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  <p:tag name="MH_PIC_SOURCE_TYPE" val="generate_slide_ai*{&quot;id&quot;:&quot;VCG41N1448092971&quot;,&quot;product_name&quot;:&quot;wps-wpp-pc&quot;,&quot;intention_code&quot;:&quot;wps_wpp_generate_doc_pay&quot;}*auto_gallery_ai_v2.1.6_ONLINE*3136366635346533396663396336643662343934653636656338343162303932-slide-4"/>
</p:tagLst>
</file>

<file path=ppt/tags/tag2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添加项标题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97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40259"/>
  <p:tag name="KSO_WM_TEMPLATE_SLIDE_ID" val="slide_1ec9cc69a2ce418b"/>
</p:tagLst>
</file>

<file path=ppt/tags/tag29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d955be619eddb48c47cacafdc2984b6fccc013b"/>
  <p:tag name="KSO_WM_NEWLAYOUT_GROUP_ID" val="layout_57"/>
  <p:tag name="KSO_WM_NEWLAYOUT_ID" val="slide_f24c085d64b9f239"/>
  <p:tag name="KSO_WM_UNIT_PRESET_TEXT" val="单击此处添加标题"/>
</p:tagLst>
</file>

<file path=ppt/tags/tag29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VCG211328586595&quot;,&quot;product_name&quot;:&quot;wps-wpp-pc&quot;,&quot;intention_code&quot;:&quot;wps_wpp_generate_doc_pay&quot;}*auto_gallery_ai_3.0.1_online*3136366635346533396663396336643662343934653636656338343162303932-slide-5"/>
</p:tagLst>
</file>

<file path=ppt/tags/tag3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0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VCG41N1176981057&quot;,&quot;product_name&quot;:&quot;wps-wpp-pc&quot;,&quot;intention_code&quot;:&quot;wps_wpp_generate_doc_pay&quot;}*auto_gallery_ai_3.0.1_online*3136366635346533396663396336643662343934653636656338343162303932-slide-5"/>
</p:tagLst>
</file>

<file path=ppt/tags/tag3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07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f24c085d64b9f239"/>
</p:tagLst>
</file>

<file path=ppt/tags/tag30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09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10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3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5a34f6fb544d447b24ba9cb13aad6bb26d83c4a"/>
  <p:tag name="KSO_WM_NEWLAYOUT_GROUP_ID" val="layout_2"/>
  <p:tag name="KSO_WM_NEWLAYOUT_ID" val="slide_d37966ae9f0f3cb6"/>
  <p:tag name="KSO_WM_UNIT_PRESET_TEXT" val="单击此处添加标题"/>
</p:tagLst>
</file>

<file path=ppt/tags/tag3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  <p:tag name="MH_PIC_SOURCE_TYPE" val="generate_slide_ai*{&quot;id&quot;:&quot;http://zh-ai-group.ks3-cn-beijing-internal.ksyun.com/image_generate/image_process/production/202510/5e29353f-46e5-4337-8a0c-56438027baa1.jpg?Expires=1792031562\u0026AWSAccessKeyId=AKLT9NSy7kh8TIS1UzNqLRY2\u0026Signature=uEhLXxsE1hBb3qMMqlAMTSrU%2Bc8%3D&quot;,&quot;product_name&quot;:&quot;wps-wpp-pc&quot;,&quot;intention_code&quot;:&quot;wps_wpp_generate_doc_pay&quot;}*auto_qingqiu_ai_v2.1.6_ONLINE*3136366635346533396663396336643662343934653636656338343162303932-slide-7"/>
</p:tagLst>
</file>

<file path=ppt/tags/tag3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1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  <p:tag name="MH_PIC_SOURCE_TYPE" val="generate_slide_ai*{&quot;id&quot;:&quot;http://zh-ai-group.ks3-cn-beijing-internal.ksyun.com/image_generate/image_process/production/202510/08fea609-5a51-4fb3-ad5c-8ae24a6cd3ad.jpg?Expires=1792031562\u0026AWSAccessKeyId=AKLT9NSy7kh8TIS1UzNqLRY2\u0026Signature=g3wijwsxTokXvUXAwdrYyhlUlVY%3D&quot;,&quot;product_name&quot;:&quot;wps-wpp-pc&quot;,&quot;intention_code&quot;:&quot;wps_wpp_generate_doc_pay&quot;}*auto_qingqiu_ai_v2.1.6_ONLINE*3136366635346533396663396336643662343934653636656338343162303932-slide-7"/>
</p:tagLst>
</file>

<file path=ppt/tags/tag3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20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d37966ae9f0f3cb6"/>
</p:tagLst>
</file>

<file path=ppt/tags/tag32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a3d1b3088ea349a9ff28412e41cffc05d8c078a"/>
  <p:tag name="KSO_WM_NEWLAYOUT_GROUP_ID" val="layout_60"/>
  <p:tag name="KSO_WM_NEWLAYOUT_ID" val="slide_c69ad2d25c98cfd5"/>
  <p:tag name="KSO_WM_UNIT_PRESET_TEXT" val="单击此处添加标题"/>
</p:tagLst>
</file>

<file path=ppt/tags/tag32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965412610&quot;,&quot;product_name&quot;:&quot;wps-wpp-pc&quot;,&quot;intention_code&quot;:&quot;wps_wpp_generate_doc_pay&quot;}*auto_gallery_ai_v2.1.6_ONLINE*3136366635346533396663396336643662343934653636656338343162303932-slide-8"/>
</p:tagLst>
</file>

<file path=ppt/tags/tag323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  <p:tag name="KSO_WM_UNIT_PRESET_TEXT" val=" "/>
</p:tagLst>
</file>

<file path=ppt/tags/tag3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325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40259"/>
  <p:tag name="KSO_WM_TEMPLATE_SLIDE_ID" val="slide_c69ad2d25c98cfd5"/>
</p:tagLst>
</file>

<file path=ppt/tags/tag326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27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28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3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21a9e8fc226c9e3e2025a28937783958de5a6a9"/>
  <p:tag name="KSO_WM_NEWLAYOUT_GROUP_ID" val="layout_51"/>
  <p:tag name="KSO_WM_NEWLAYOUT_ID" val="slide_54fafa5e2dac5e66"/>
  <p:tag name="KSO_WM_UNIT_PRESET_TEXT" val="单击此处添加标题"/>
</p:tagLst>
</file>

<file path=ppt/tags/tag3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http://zh-ai-group.ks3-cn-beijing-internal.ksyun.com/image_generate/image_process/production/202510/7ea05032-c18b-4b48-bec3-148faabfedb5.jpg?Expires=1792031561\u0026AWSAccessKeyId=AKLT9NSy7kh8TIS1UzNqLRY2\u0026Signature=bJMSqTQUWzqtId5OQ3NUKyceWjQ%3D&quot;,&quot;product_name&quot;:&quot;wps-wpp-pc&quot;,&quot;intention_code&quot;:&quot;wps_wpp_generate_doc_pay&quot;}*auto_qingqiu_ai_v2.1.6_ONLINE*3136366635346533396663396336643662343934653636656338343162303932-slide-10"/>
</p:tagLst>
</file>

<file path=ppt/tags/tag3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3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54fafa5e2dac5e66"/>
</p:tagLst>
</file>

<file path=ppt/tags/tag33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c4d11a54412118ed36147df92c83a18d5c753bb"/>
  <p:tag name="KSO_WM_NEWLAYOUT_GROUP_ID" val="layout_26"/>
  <p:tag name="KSO_WM_NEWLAYOUT_ID" val="slide_f64549512ce8df60"/>
  <p:tag name="KSO_WM_UNIT_PRESET_TEXT" val="单击此处添加标题"/>
</p:tagLst>
</file>

<file path=ppt/tags/tag33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3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3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f64549512ce8df60"/>
</p:tagLst>
</file>

<file path=ppt/tags/tag3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46c6336583f207b78f0f7cad81fc513eac19a60"/>
  <p:tag name="KSO_WM_NEWLAYOUT_GROUP_ID" val="layout_10007"/>
  <p:tag name="KSO_WM_NEWLAYOUT_ID" val="slide_2faf873680021aa9"/>
  <p:tag name="KSO_WM_UNIT_PRESET_TEXT" val="单击此处添加标题"/>
</p:tagLst>
</file>

<file path=ppt/tags/tag3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4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2faf873680021aa9"/>
</p:tagLst>
</file>

<file path=ppt/tags/tag35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51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52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35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199c299274a3ee34aa4f7b32e9d7f3760db4f18"/>
  <p:tag name="KSO_WM_NEWLAYOUT_GROUP_ID" val="layout_10008"/>
  <p:tag name="KSO_WM_NEWLAYOUT_ID" val="slide_07d2ae8fadd6af19"/>
  <p:tag name="KSO_WM_UNIT_PRESET_TEXT" val="单击此处添加标题"/>
</p:tagLst>
</file>

<file path=ppt/tags/tag354.xml><?xml version="1.0" encoding="utf-8"?>
<p:tagLst xmlns:p="http://schemas.openxmlformats.org/presentationml/2006/main">
  <p:tag name="KSO_WM_FIGMA_DECORATION_INDEX" val="1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3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3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57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3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3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60.xml><?xml version="1.0" encoding="utf-8"?>
<p:tagLst xmlns:p="http://schemas.openxmlformats.org/presentationml/2006/main">
  <p:tag name="KSO_WM_FIGMA_DECORATION_INDEX" val="3"/>
  <p:tag name="$PH_EXT" val="1"/>
  <p:tag name="KSO_WM_BEAUTIFY_FLAG" val="#fgm#"/>
  <p:tag name="KSO_WM_DIAGRAM_GROUP_CODE" val="1"/>
  <p:tag name="KSO_WM_FIGMA_FLAG" val="#fgm#"/>
  <p:tag name="KSO_WM_UNIT_INDEX" val="1_3_1"/>
  <p:tag name="KSO_WM_UNIT_TYPE" val="l_h_x"/>
</p:tagLst>
</file>

<file path=ppt/tags/tag3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36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363.xml><?xml version="1.0" encoding="utf-8"?>
<p:tagLst xmlns:p="http://schemas.openxmlformats.org/presentationml/2006/main">
  <p:tag name="KSO_WM_FIGMA_DECORATION_INDEX" val="4"/>
  <p:tag name="$PH_EXT" val="1"/>
  <p:tag name="KSO_WM_BEAUTIFY_FLAG" val="#fgm#"/>
  <p:tag name="KSO_WM_DIAGRAM_GROUP_CODE" val="1"/>
  <p:tag name="KSO_WM_FIGMA_FLAG" val="#fgm#"/>
  <p:tag name="KSO_WM_UNIT_INDEX" val="1_4_1"/>
  <p:tag name="KSO_WM_UNIT_TYPE" val="l_h_x"/>
</p:tagLst>
</file>

<file path=ppt/tags/tag3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3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366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40259"/>
  <p:tag name="KSO_WM_TEMPLATE_SLIDE_ID" val="slide_07d2ae8fadd6af19"/>
</p:tagLst>
</file>

<file path=ppt/tags/tag36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46c6336583f207b78f0f7cad81fc513eac19a60"/>
  <p:tag name="KSO_WM_NEWLAYOUT_GROUP_ID" val="layout_10007"/>
  <p:tag name="KSO_WM_NEWLAYOUT_ID" val="slide_2faf873680021aa9"/>
</p:tagLst>
</file>

<file path=ppt/tags/tag368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e437a6cf87a777be1ec244d5c71a4ccffa8c68ab"/>
  <p:tag name="KSO_WM_NEWLAYOUT_ID" val="5453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69.xml><?xml version="1.0" encoding="utf-8"?>
<p:tagLst xmlns:p="http://schemas.openxmlformats.org/presentationml/2006/main">
  <p:tag name="KSO_WM_UNIT_TYPE" val="e"/>
  <p:tag name="KSO_WM_BEAUTIFY_FLAG" val="#wm#"/>
  <p:tag name="KSO_WM_FIGMA_FLAG" val="#fgm#"/>
  <p:tag name="KSO_WM_UNIT_INDEX" val="1"/>
  <p:tag name="KSO_WM_UNIT_PRESET_TEXT" val="01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70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90573"/>
  <p:tag name="KSO_WM_TEMPLATE_CATEGORY" val="custom"/>
  <p:tag name="KSO_WM_SLIDE_INDEX" val="3"/>
  <p:tag name="KSO_WM_SLIDE_ID" val="custom40490573_7"/>
  <p:tag name="KSO_WM_TEMPLATE_MASTER_TYPE" val="0"/>
  <p:tag name="KSO_WM_SLIDE_LAYOUT" val="a_e"/>
  <p:tag name="KSO_WM_SLIDE_LAYOUT_CNT" val="1_1"/>
  <p:tag name="KSO_WM_TAG_VERSION" val="3.0"/>
</p:tagLst>
</file>

<file path=ppt/tags/tag3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e9c6130c9e3a7e651cdbb3cb5e9e121650e4934"/>
  <p:tag name="KSO_WM_NEWLAYOUT_GROUP_ID" val="layout_30"/>
  <p:tag name="KSO_WM_NEWLAYOUT_ID" val="slide_3ec92465831fe5d3"/>
  <p:tag name="KSO_WM_UNIT_PRESET_TEXT" val="单击此处添加标题"/>
</p:tagLst>
</file>

<file path=ppt/tags/tag37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1326530432&quot;,&quot;product_name&quot;:&quot;wps-wpp-pc&quot;,&quot;intention_code&quot;:&quot;wps_wpp_generate_doc_pay&quot;}*auto_gallery_ai_v2.1.6_ONLINE*3136366635346533396663396336643662343934653636656338343162303932-slide-16"/>
</p:tagLst>
</file>

<file path=ppt/tags/tag37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7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79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3ec92465831fe5d3"/>
</p:tagLst>
</file>

<file path=ppt/tags/tag3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1b89b0fe96f2710d1fca4e04c23334103f6d22d"/>
  <p:tag name="KSO_WM_NEWLAYOUT_GROUP_ID" val="layout_6"/>
  <p:tag name="KSO_WM_NEWLAYOUT_ID" val="slide_6e840fafb5c552eb"/>
  <p:tag name="KSO_WM_UNIT_PRESET_TEXT" val="单击此处添加标题"/>
</p:tagLst>
</file>

<file path=ppt/tags/tag3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  <p:tag name="MH_PIC_SOURCE_TYPE" val="generate_slide_ai*{&quot;id&quot;:&quot;VCG41N538882876&quot;,&quot;product_name&quot;:&quot;wps-wpp-pc&quot;,&quot;intention_code&quot;:&quot;wps_wpp_generate_doc_pay&quot;}*auto_gallery_ai_v2.1.6_ONLINE*3136366635346533396663396336643662343934653636656338343162303932-slide-17"/>
</p:tagLst>
</file>

<file path=ppt/tags/tag38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8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38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3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388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40259"/>
  <p:tag name="KSO_WM_TEMPLATE_SLIDE_ID" val="slide_6e840fafb5c552eb"/>
</p:tagLst>
</file>

<file path=ppt/tags/tag389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90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5e21d44af547cb237df38edfb420c130c8d4e6cb"/>
  <p:tag name="KSO_WM_NEWLAYOUT_ID" val="5460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573"/>
  <p:tag name="KSO_WM_TEMPLATE_CATEGORY" val="custom"/>
</p:tagLst>
</file>

<file path=ppt/tags/tag391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2f1bc384a532e0ce"/>
  <p:tag name="KSO_WM_TEMPLATE_INDEX" val="40490573"/>
  <p:tag name="KSO_WM_TEMPLATE_CATEGORY" val="custom"/>
  <p:tag name="KSO_WM_SLIDE_INDEX" val="5"/>
  <p:tag name="KSO_WM_SLIDE_ID" val="custom40490573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城市线条职场办公商务风">
  <a:themeElements>
    <a:clrScheme name="城市线条">
      <a:dk1>
        <a:srgbClr val="000000"/>
      </a:dk1>
      <a:lt1>
        <a:srgbClr val="FFFFFF"/>
      </a:lt1>
      <a:dk2>
        <a:srgbClr val="222A35"/>
      </a:dk2>
      <a:lt2>
        <a:srgbClr val="F6FBFD"/>
      </a:lt2>
      <a:accent1>
        <a:srgbClr val="868686"/>
      </a:accent1>
      <a:accent2>
        <a:srgbClr val="6B81C1"/>
      </a:accent2>
      <a:accent3>
        <a:srgbClr val="906BC1"/>
      </a:accent3>
      <a:accent4>
        <a:srgbClr val="C1756B"/>
      </a:accent4>
      <a:accent5>
        <a:srgbClr val="C1AE6B"/>
      </a:accent5>
      <a:accent6>
        <a:srgbClr val="6BC19A"/>
      </a:accent6>
      <a:hlink>
        <a:srgbClr val="0563C1"/>
      </a:hlink>
      <a:folHlink>
        <a:srgbClr val="954F72"/>
      </a:folHlink>
    </a:clrScheme>
    <a:fontScheme name="自定义 1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2114</Words>
  <Application>WPS Office WWO_wpscloud_20251011221241-22817e2cf8</Application>
  <PresentationFormat>宽屏</PresentationFormat>
  <Paragraphs>284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汉仪旗黑KW 55S</vt:lpstr>
      <vt:lpstr>汉仪书宋二KW</vt:lpstr>
      <vt:lpstr>Kingsoft Confetti</vt:lpstr>
      <vt:lpstr>微软雅黑</vt:lpstr>
      <vt:lpstr>Office 主题</vt:lpstr>
      <vt:lpstr>城市线条职场办公商务风</vt:lpstr>
      <vt:lpstr>提升漏斗质量自工序项目案例分享</vt:lpstr>
      <vt:lpstr>目录</vt:lpstr>
      <vt:lpstr>自工序方法提升漏斗质量</vt:lpstr>
      <vt:lpstr>借开题报告定方向，明确项目核心价值，制定可行的项目计划</vt:lpstr>
      <vt:lpstr>项目启动与目标设定</vt:lpstr>
      <vt:lpstr>项目实施与风险管理</vt:lpstr>
      <vt:lpstr>用业务整理表理关系，打通上下游协同链路</vt:lpstr>
      <vt:lpstr>商机验证工序拆解</vt:lpstr>
      <vt:lpstr>工序增值环节识别</vt:lpstr>
      <vt:lpstr>靠业务要素整理表拆细节，定位精准优化点</vt:lpstr>
      <vt:lpstr>问题拆解与流程优化</vt:lpstr>
      <vt:lpstr>针对"N"的优化策略</vt:lpstr>
      <vt:lpstr>针对"T"的时间填写逻辑优化</vt:lpstr>
      <vt:lpstr>凭流程图梳逻辑，明确角色与时效要求</vt:lpstr>
      <vt:lpstr>绘制业务流程图优化执行效率</vt:lpstr>
      <vt:lpstr>PowerPoint 演示文稿</vt:lpstr>
      <vt:lpstr>以自工序为纽带，与上下游达成合意共识</vt:lpstr>
      <vt:lpstr>自工序双向协同理念</vt:lpstr>
      <vt:lpstr>自工序系统方法论实践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提升漏斗质量自工序项目案例分享</dc:title>
  <dc:creator/>
  <cp:lastModifiedBy/>
  <dcterms:created xsi:type="dcterms:W3CDTF">2025-10-15T03:44:17Z</dcterms:created>
  <dcterms:modified xsi:type="dcterms:W3CDTF">2025-10-15T03:44:17Z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2052-12.9.0.23259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v1.0_ai_69796640259</vt:lpwstr>
  </property>
</Properties>
</file>