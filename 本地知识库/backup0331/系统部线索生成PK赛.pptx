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264-9B15-4162-9821-409570727B8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45063-B74E-41AF-81F3-F09C4ADBFF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3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518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1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756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41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514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8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415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051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64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996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25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131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953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56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41708-B01D-48DA-B55B-399A09CC9A10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84EF8-8B35-4A79-BD4D-422EE2F9F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88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23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kern="0" spc="56" dirty="0" smtClean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LEADS GENERATION COMPETITION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504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系统部线索实践案例分享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53391" y="1095513"/>
            <a:ext cx="848139" cy="35339"/>
          </a:xfrm>
          <a:custGeom>
            <a:avLst/>
            <a:gdLst/>
            <a:ahLst/>
            <a:cxn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53391" y="1272209"/>
            <a:ext cx="7562574" cy="1961322"/>
          </a:xfrm>
          <a:custGeom>
            <a:avLst/>
            <a:gdLst/>
            <a:ahLst/>
            <a:cxnLst/>
            <a:rect l="l" t="t" r="r" b="b"/>
            <a:pathLst>
              <a:path w="7562574" h="1961322">
                <a:moveTo>
                  <a:pt x="106009" y="0"/>
                </a:moveTo>
                <a:lnTo>
                  <a:pt x="7456564" y="0"/>
                </a:lnTo>
                <a:cubicBezTo>
                  <a:pt x="7515112" y="0"/>
                  <a:pt x="7562574" y="47462"/>
                  <a:pt x="7562574" y="106009"/>
                </a:cubicBezTo>
                <a:lnTo>
                  <a:pt x="7562574" y="1855312"/>
                </a:lnTo>
                <a:cubicBezTo>
                  <a:pt x="7562574" y="1913860"/>
                  <a:pt x="7515112" y="1961322"/>
                  <a:pt x="7456564" y="1961322"/>
                </a:cubicBezTo>
                <a:lnTo>
                  <a:pt x="106009" y="1961322"/>
                </a:lnTo>
                <a:cubicBezTo>
                  <a:pt x="47462" y="1961322"/>
                  <a:pt x="0" y="1913860"/>
                  <a:pt x="0" y="1855312"/>
                </a:cubicBezTo>
                <a:lnTo>
                  <a:pt x="0" y="106009"/>
                </a:lnTo>
                <a:cubicBezTo>
                  <a:pt x="0" y="47501"/>
                  <a:pt x="47501" y="0"/>
                  <a:pt x="1060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516835" y="1448904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176696"/>
                </a:moveTo>
                <a:cubicBezTo>
                  <a:pt x="137108" y="176696"/>
                  <a:pt x="176696" y="137108"/>
                  <a:pt x="176696" y="88348"/>
                </a:cubicBezTo>
                <a:cubicBezTo>
                  <a:pt x="176696" y="39587"/>
                  <a:pt x="137108" y="0"/>
                  <a:pt x="88348" y="0"/>
                </a:cubicBezTo>
                <a:cubicBezTo>
                  <a:pt x="39587" y="0"/>
                  <a:pt x="0" y="39587"/>
                  <a:pt x="0" y="88348"/>
                </a:cubicBezTo>
                <a:cubicBezTo>
                  <a:pt x="0" y="137108"/>
                  <a:pt x="39587" y="176696"/>
                  <a:pt x="88348" y="176696"/>
                </a:cubicBezTo>
                <a:close/>
                <a:moveTo>
                  <a:pt x="88348" y="46935"/>
                </a:moveTo>
                <a:cubicBezTo>
                  <a:pt x="92938" y="46935"/>
                  <a:pt x="96630" y="50627"/>
                  <a:pt x="96630" y="55217"/>
                </a:cubicBezTo>
                <a:lnTo>
                  <a:pt x="96630" y="93870"/>
                </a:lnTo>
                <a:cubicBezTo>
                  <a:pt x="96630" y="98460"/>
                  <a:pt x="92938" y="102152"/>
                  <a:pt x="88348" y="102152"/>
                </a:cubicBezTo>
                <a:cubicBezTo>
                  <a:pt x="83758" y="102152"/>
                  <a:pt x="80065" y="98460"/>
                  <a:pt x="80065" y="93870"/>
                </a:cubicBezTo>
                <a:lnTo>
                  <a:pt x="80065" y="55217"/>
                </a:lnTo>
                <a:cubicBezTo>
                  <a:pt x="80065" y="50627"/>
                  <a:pt x="83758" y="46935"/>
                  <a:pt x="88348" y="46935"/>
                </a:cubicBezTo>
                <a:close/>
                <a:moveTo>
                  <a:pt x="79133" y="121478"/>
                </a:moveTo>
                <a:cubicBezTo>
                  <a:pt x="78924" y="118058"/>
                  <a:pt x="80629" y="114804"/>
                  <a:pt x="83562" y="113030"/>
                </a:cubicBezTo>
                <a:cubicBezTo>
                  <a:pt x="86494" y="111257"/>
                  <a:pt x="90168" y="111257"/>
                  <a:pt x="93100" y="113030"/>
                </a:cubicBezTo>
                <a:cubicBezTo>
                  <a:pt x="96032" y="114804"/>
                  <a:pt x="97737" y="118058"/>
                  <a:pt x="97528" y="121478"/>
                </a:cubicBezTo>
                <a:cubicBezTo>
                  <a:pt x="97737" y="124899"/>
                  <a:pt x="96032" y="128153"/>
                  <a:pt x="93100" y="129926"/>
                </a:cubicBezTo>
                <a:cubicBezTo>
                  <a:pt x="90168" y="131700"/>
                  <a:pt x="86494" y="131700"/>
                  <a:pt x="83562" y="129926"/>
                </a:cubicBezTo>
                <a:cubicBezTo>
                  <a:pt x="80629" y="128153"/>
                  <a:pt x="78924" y="124899"/>
                  <a:pt x="79133" y="12147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Text 5"/>
          <p:cNvSpPr/>
          <p:nvPr/>
        </p:nvSpPr>
        <p:spPr>
          <a:xfrm>
            <a:off x="715617" y="1413565"/>
            <a:ext cx="7147339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391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案例概述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94748" y="1766957"/>
            <a:ext cx="7279861" cy="627270"/>
          </a:xfrm>
          <a:custGeom>
            <a:avLst/>
            <a:gdLst/>
            <a:ahLst/>
            <a:cxnLst/>
            <a:rect l="l" t="t" r="r" b="b"/>
            <a:pathLst>
              <a:path w="7279861" h="627270">
                <a:moveTo>
                  <a:pt x="70681" y="0"/>
                </a:moveTo>
                <a:lnTo>
                  <a:pt x="7209180" y="0"/>
                </a:lnTo>
                <a:cubicBezTo>
                  <a:pt x="7248216" y="0"/>
                  <a:pt x="7279861" y="31645"/>
                  <a:pt x="7279861" y="70681"/>
                </a:cubicBezTo>
                <a:lnTo>
                  <a:pt x="7279861" y="556589"/>
                </a:lnTo>
                <a:cubicBezTo>
                  <a:pt x="7279861" y="595625"/>
                  <a:pt x="7248216" y="627270"/>
                  <a:pt x="7209180" y="627270"/>
                </a:cubicBezTo>
                <a:lnTo>
                  <a:pt x="70681" y="627270"/>
                </a:lnTo>
                <a:cubicBezTo>
                  <a:pt x="31645" y="627270"/>
                  <a:pt x="0" y="595625"/>
                  <a:pt x="0" y="556589"/>
                </a:cubicBezTo>
                <a:lnTo>
                  <a:pt x="0" y="70681"/>
                </a:lnTo>
                <a:cubicBezTo>
                  <a:pt x="0" y="31645"/>
                  <a:pt x="31645" y="0"/>
                  <a:pt x="7068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0765" y="1872974"/>
            <a:ext cx="712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年初指定立项项目范围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3391" y="3335130"/>
            <a:ext cx="7562574" cy="2120348"/>
          </a:xfrm>
          <a:custGeom>
            <a:avLst/>
            <a:gdLst/>
            <a:ahLst/>
            <a:cxnLst/>
            <a:rect l="l" t="t" r="r" b="b"/>
            <a:pathLst>
              <a:path w="7562574" h="2120348">
                <a:moveTo>
                  <a:pt x="106017" y="0"/>
                </a:moveTo>
                <a:lnTo>
                  <a:pt x="7456557" y="0"/>
                </a:lnTo>
                <a:cubicBezTo>
                  <a:pt x="7515108" y="0"/>
                  <a:pt x="7562574" y="47466"/>
                  <a:pt x="7562574" y="106017"/>
                </a:cubicBezTo>
                <a:lnTo>
                  <a:pt x="7562574" y="2014330"/>
                </a:lnTo>
                <a:cubicBezTo>
                  <a:pt x="7562574" y="2072882"/>
                  <a:pt x="7515108" y="2120348"/>
                  <a:pt x="7456557" y="2120348"/>
                </a:cubicBezTo>
                <a:lnTo>
                  <a:pt x="106017" y="2120348"/>
                </a:lnTo>
                <a:cubicBezTo>
                  <a:pt x="47466" y="2120348"/>
                  <a:pt x="0" y="2072882"/>
                  <a:pt x="0" y="2014330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835" y="3520661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12424" y="14909"/>
                </a:moveTo>
                <a:cubicBezTo>
                  <a:pt x="8293" y="14909"/>
                  <a:pt x="4970" y="18232"/>
                  <a:pt x="4970" y="22363"/>
                </a:cubicBezTo>
                <a:lnTo>
                  <a:pt x="4970" y="37272"/>
                </a:lnTo>
                <a:cubicBezTo>
                  <a:pt x="4970" y="41403"/>
                  <a:pt x="8293" y="44726"/>
                  <a:pt x="12424" y="44726"/>
                </a:cubicBezTo>
                <a:lnTo>
                  <a:pt x="27333" y="44726"/>
                </a:lnTo>
                <a:cubicBezTo>
                  <a:pt x="31464" y="44726"/>
                  <a:pt x="34787" y="41403"/>
                  <a:pt x="34787" y="37272"/>
                </a:cubicBezTo>
                <a:lnTo>
                  <a:pt x="34787" y="22363"/>
                </a:lnTo>
                <a:cubicBezTo>
                  <a:pt x="34787" y="18232"/>
                  <a:pt x="31464" y="14909"/>
                  <a:pt x="27333" y="14909"/>
                </a:cubicBezTo>
                <a:lnTo>
                  <a:pt x="12424" y="14909"/>
                </a:lnTo>
                <a:close/>
                <a:moveTo>
                  <a:pt x="59635" y="19878"/>
                </a:moveTo>
                <a:cubicBezTo>
                  <a:pt x="54137" y="19878"/>
                  <a:pt x="49696" y="24320"/>
                  <a:pt x="49696" y="29817"/>
                </a:cubicBezTo>
                <a:cubicBezTo>
                  <a:pt x="49696" y="35315"/>
                  <a:pt x="54137" y="39757"/>
                  <a:pt x="59635" y="39757"/>
                </a:cubicBezTo>
                <a:lnTo>
                  <a:pt x="149087" y="39757"/>
                </a:lnTo>
                <a:cubicBezTo>
                  <a:pt x="154585" y="39757"/>
                  <a:pt x="159026" y="35315"/>
                  <a:pt x="159026" y="29817"/>
                </a:cubicBezTo>
                <a:cubicBezTo>
                  <a:pt x="159026" y="24320"/>
                  <a:pt x="154585" y="19878"/>
                  <a:pt x="149087" y="19878"/>
                </a:cubicBezTo>
                <a:lnTo>
                  <a:pt x="59635" y="19878"/>
                </a:lnTo>
                <a:close/>
                <a:moveTo>
                  <a:pt x="59635" y="69574"/>
                </a:moveTo>
                <a:cubicBezTo>
                  <a:pt x="54137" y="69574"/>
                  <a:pt x="49696" y="74015"/>
                  <a:pt x="49696" y="79513"/>
                </a:cubicBezTo>
                <a:cubicBezTo>
                  <a:pt x="49696" y="85011"/>
                  <a:pt x="54137" y="89452"/>
                  <a:pt x="59635" y="89452"/>
                </a:cubicBezTo>
                <a:lnTo>
                  <a:pt x="149087" y="89452"/>
                </a:lnTo>
                <a:cubicBezTo>
                  <a:pt x="154585" y="89452"/>
                  <a:pt x="159026" y="85011"/>
                  <a:pt x="159026" y="79513"/>
                </a:cubicBezTo>
                <a:cubicBezTo>
                  <a:pt x="159026" y="74015"/>
                  <a:pt x="154585" y="69574"/>
                  <a:pt x="149087" y="69574"/>
                </a:cubicBezTo>
                <a:lnTo>
                  <a:pt x="59635" y="69574"/>
                </a:lnTo>
                <a:close/>
                <a:moveTo>
                  <a:pt x="59635" y="119270"/>
                </a:moveTo>
                <a:cubicBezTo>
                  <a:pt x="54137" y="119270"/>
                  <a:pt x="49696" y="123711"/>
                  <a:pt x="49696" y="129209"/>
                </a:cubicBezTo>
                <a:cubicBezTo>
                  <a:pt x="49696" y="134706"/>
                  <a:pt x="54137" y="139148"/>
                  <a:pt x="59635" y="139148"/>
                </a:cubicBezTo>
                <a:lnTo>
                  <a:pt x="149087" y="139148"/>
                </a:lnTo>
                <a:cubicBezTo>
                  <a:pt x="154585" y="139148"/>
                  <a:pt x="159026" y="134706"/>
                  <a:pt x="159026" y="129209"/>
                </a:cubicBezTo>
                <a:cubicBezTo>
                  <a:pt x="159026" y="123711"/>
                  <a:pt x="154585" y="119270"/>
                  <a:pt x="149087" y="119270"/>
                </a:cubicBezTo>
                <a:lnTo>
                  <a:pt x="59635" y="119270"/>
                </a:lnTo>
                <a:close/>
                <a:moveTo>
                  <a:pt x="4970" y="72059"/>
                </a:moveTo>
                <a:lnTo>
                  <a:pt x="4970" y="86967"/>
                </a:lnTo>
                <a:cubicBezTo>
                  <a:pt x="4970" y="91098"/>
                  <a:pt x="8293" y="94422"/>
                  <a:pt x="12424" y="94422"/>
                </a:cubicBezTo>
                <a:lnTo>
                  <a:pt x="27333" y="94422"/>
                </a:lnTo>
                <a:cubicBezTo>
                  <a:pt x="31464" y="94422"/>
                  <a:pt x="34787" y="91098"/>
                  <a:pt x="34787" y="86967"/>
                </a:cubicBezTo>
                <a:lnTo>
                  <a:pt x="34787" y="72059"/>
                </a:lnTo>
                <a:cubicBezTo>
                  <a:pt x="34787" y="67928"/>
                  <a:pt x="31464" y="64604"/>
                  <a:pt x="27333" y="64604"/>
                </a:cubicBezTo>
                <a:lnTo>
                  <a:pt x="12424" y="64604"/>
                </a:lnTo>
                <a:cubicBezTo>
                  <a:pt x="8293" y="64604"/>
                  <a:pt x="4970" y="67928"/>
                  <a:pt x="4970" y="72059"/>
                </a:cubicBezTo>
                <a:close/>
                <a:moveTo>
                  <a:pt x="12424" y="114300"/>
                </a:moveTo>
                <a:cubicBezTo>
                  <a:pt x="8293" y="114300"/>
                  <a:pt x="4970" y="117623"/>
                  <a:pt x="4970" y="121754"/>
                </a:cubicBezTo>
                <a:lnTo>
                  <a:pt x="4970" y="136663"/>
                </a:lnTo>
                <a:cubicBezTo>
                  <a:pt x="4970" y="140794"/>
                  <a:pt x="8293" y="144117"/>
                  <a:pt x="12424" y="144117"/>
                </a:cubicBezTo>
                <a:lnTo>
                  <a:pt x="27333" y="144117"/>
                </a:lnTo>
                <a:cubicBezTo>
                  <a:pt x="31464" y="144117"/>
                  <a:pt x="34787" y="140794"/>
                  <a:pt x="34787" y="136663"/>
                </a:cubicBezTo>
                <a:lnTo>
                  <a:pt x="34787" y="121754"/>
                </a:lnTo>
                <a:cubicBezTo>
                  <a:pt x="34787" y="117623"/>
                  <a:pt x="31464" y="114300"/>
                  <a:pt x="27333" y="114300"/>
                </a:cubicBezTo>
                <a:lnTo>
                  <a:pt x="12424" y="11430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6" name="Text 14"/>
          <p:cNvSpPr/>
          <p:nvPr/>
        </p:nvSpPr>
        <p:spPr>
          <a:xfrm>
            <a:off x="697948" y="3476487"/>
            <a:ext cx="715617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5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亮点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2417" y="3829878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417" y="3829878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9" name="Text 17"/>
          <p:cNvSpPr/>
          <p:nvPr/>
        </p:nvSpPr>
        <p:spPr>
          <a:xfrm>
            <a:off x="600765" y="390055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业务机会编码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86362" y="3829878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86362" y="3829878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274710" y="390055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业务机会名称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2417" y="421860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2417" y="421860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00765" y="428928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预估下单金额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86362" y="421860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86362" y="421860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4274710" y="428928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预计要货时间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12417" y="460733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2417" y="460733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1" name="Text 29"/>
          <p:cNvSpPr/>
          <p:nvPr/>
        </p:nvSpPr>
        <p:spPr>
          <a:xfrm>
            <a:off x="600765" y="467801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预计下单时间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186362" y="460733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86362" y="460733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4274710" y="467801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预计开标时间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12417" y="4996070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2417" y="4996070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600765" y="5066748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竞争态势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186362" y="4996070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186362" y="4996070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38"/>
          <p:cNvSpPr/>
          <p:nvPr/>
        </p:nvSpPr>
        <p:spPr>
          <a:xfrm>
            <a:off x="4274710" y="5066748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是否重客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054671" y="1272209"/>
            <a:ext cx="3781287" cy="3569252"/>
          </a:xfrm>
          <a:custGeom>
            <a:avLst/>
            <a:gdLst/>
            <a:ahLst/>
            <a:cxnLst/>
            <a:rect l="l" t="t" r="r" b="b"/>
            <a:pathLst>
              <a:path w="3781287" h="3569252">
                <a:moveTo>
                  <a:pt x="106007" y="0"/>
                </a:moveTo>
                <a:lnTo>
                  <a:pt x="3675280" y="0"/>
                </a:lnTo>
                <a:cubicBezTo>
                  <a:pt x="3733826" y="0"/>
                  <a:pt x="3781287" y="47461"/>
                  <a:pt x="3781287" y="106007"/>
                </a:cubicBezTo>
                <a:lnTo>
                  <a:pt x="3781287" y="3463245"/>
                </a:lnTo>
                <a:cubicBezTo>
                  <a:pt x="3781287" y="3521791"/>
                  <a:pt x="3733826" y="3569252"/>
                  <a:pt x="3675280" y="3569252"/>
                </a:cubicBezTo>
                <a:lnTo>
                  <a:pt x="106007" y="3569252"/>
                </a:lnTo>
                <a:cubicBezTo>
                  <a:pt x="47461" y="3569252"/>
                  <a:pt x="0" y="3521791"/>
                  <a:pt x="0" y="3463245"/>
                </a:cubicBezTo>
                <a:lnTo>
                  <a:pt x="0" y="106007"/>
                </a:lnTo>
                <a:cubicBezTo>
                  <a:pt x="0" y="47500"/>
                  <a:pt x="47500" y="0"/>
                  <a:pt x="1060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98237" y="1457739"/>
            <a:ext cx="198783" cy="159026"/>
          </a:xfrm>
          <a:custGeom>
            <a:avLst/>
            <a:gdLst/>
            <a:ahLst/>
            <a:cxnLst/>
            <a:rect l="l" t="t" r="r" b="b"/>
            <a:pathLst>
              <a:path w="198783" h="159026">
                <a:moveTo>
                  <a:pt x="99391" y="4970"/>
                </a:moveTo>
                <a:cubicBezTo>
                  <a:pt x="117219" y="4970"/>
                  <a:pt x="131693" y="19444"/>
                  <a:pt x="131693" y="37272"/>
                </a:cubicBezTo>
                <a:cubicBezTo>
                  <a:pt x="131693" y="55100"/>
                  <a:pt x="117219" y="69574"/>
                  <a:pt x="99391" y="69574"/>
                </a:cubicBezTo>
                <a:cubicBezTo>
                  <a:pt x="81563" y="69574"/>
                  <a:pt x="67089" y="55100"/>
                  <a:pt x="67089" y="37272"/>
                </a:cubicBezTo>
                <a:cubicBezTo>
                  <a:pt x="67089" y="19444"/>
                  <a:pt x="81563" y="4970"/>
                  <a:pt x="99391" y="4970"/>
                </a:cubicBezTo>
                <a:close/>
                <a:moveTo>
                  <a:pt x="29817" y="27333"/>
                </a:moveTo>
                <a:cubicBezTo>
                  <a:pt x="42160" y="27333"/>
                  <a:pt x="52180" y="37353"/>
                  <a:pt x="52180" y="49696"/>
                </a:cubicBezTo>
                <a:cubicBezTo>
                  <a:pt x="52180" y="62038"/>
                  <a:pt x="42160" y="72059"/>
                  <a:pt x="29817" y="72059"/>
                </a:cubicBezTo>
                <a:cubicBezTo>
                  <a:pt x="17475" y="72059"/>
                  <a:pt x="7454" y="62038"/>
                  <a:pt x="7454" y="49696"/>
                </a:cubicBezTo>
                <a:cubicBezTo>
                  <a:pt x="7454" y="37353"/>
                  <a:pt x="17475" y="27333"/>
                  <a:pt x="29817" y="27333"/>
                </a:cubicBezTo>
                <a:close/>
                <a:moveTo>
                  <a:pt x="0" y="129209"/>
                </a:moveTo>
                <a:cubicBezTo>
                  <a:pt x="0" y="107249"/>
                  <a:pt x="17797" y="89452"/>
                  <a:pt x="39757" y="89452"/>
                </a:cubicBezTo>
                <a:cubicBezTo>
                  <a:pt x="43732" y="89452"/>
                  <a:pt x="47584" y="90042"/>
                  <a:pt x="51218" y="91129"/>
                </a:cubicBezTo>
                <a:cubicBezTo>
                  <a:pt x="40999" y="102559"/>
                  <a:pt x="34787" y="117654"/>
                  <a:pt x="34787" y="134178"/>
                </a:cubicBezTo>
                <a:lnTo>
                  <a:pt x="34787" y="139148"/>
                </a:lnTo>
                <a:cubicBezTo>
                  <a:pt x="34787" y="142689"/>
                  <a:pt x="35532" y="146043"/>
                  <a:pt x="36868" y="149087"/>
                </a:cubicBezTo>
                <a:lnTo>
                  <a:pt x="9939" y="149087"/>
                </a:lnTo>
                <a:cubicBezTo>
                  <a:pt x="4442" y="149087"/>
                  <a:pt x="0" y="144645"/>
                  <a:pt x="0" y="139148"/>
                </a:cubicBezTo>
                <a:lnTo>
                  <a:pt x="0" y="129209"/>
                </a:lnTo>
                <a:close/>
                <a:moveTo>
                  <a:pt x="161915" y="149087"/>
                </a:moveTo>
                <a:cubicBezTo>
                  <a:pt x="163250" y="146043"/>
                  <a:pt x="163996" y="142689"/>
                  <a:pt x="163996" y="139148"/>
                </a:cubicBezTo>
                <a:lnTo>
                  <a:pt x="163996" y="134178"/>
                </a:lnTo>
                <a:cubicBezTo>
                  <a:pt x="163996" y="117654"/>
                  <a:pt x="157784" y="102559"/>
                  <a:pt x="147565" y="91129"/>
                </a:cubicBezTo>
                <a:cubicBezTo>
                  <a:pt x="151199" y="90042"/>
                  <a:pt x="155050" y="89452"/>
                  <a:pt x="159026" y="89452"/>
                </a:cubicBezTo>
                <a:cubicBezTo>
                  <a:pt x="180985" y="89452"/>
                  <a:pt x="198783" y="107249"/>
                  <a:pt x="198783" y="129209"/>
                </a:cubicBezTo>
                <a:lnTo>
                  <a:pt x="198783" y="139148"/>
                </a:lnTo>
                <a:cubicBezTo>
                  <a:pt x="198783" y="144645"/>
                  <a:pt x="194341" y="149087"/>
                  <a:pt x="188843" y="149087"/>
                </a:cubicBezTo>
                <a:lnTo>
                  <a:pt x="161915" y="149087"/>
                </a:lnTo>
                <a:close/>
                <a:moveTo>
                  <a:pt x="146602" y="49696"/>
                </a:moveTo>
                <a:cubicBezTo>
                  <a:pt x="146602" y="37353"/>
                  <a:pt x="156623" y="27333"/>
                  <a:pt x="168965" y="27333"/>
                </a:cubicBezTo>
                <a:cubicBezTo>
                  <a:pt x="181308" y="27333"/>
                  <a:pt x="191328" y="37353"/>
                  <a:pt x="191328" y="49696"/>
                </a:cubicBezTo>
                <a:cubicBezTo>
                  <a:pt x="191328" y="62038"/>
                  <a:pt x="181308" y="72059"/>
                  <a:pt x="168965" y="72059"/>
                </a:cubicBezTo>
                <a:cubicBezTo>
                  <a:pt x="156623" y="72059"/>
                  <a:pt x="146602" y="62038"/>
                  <a:pt x="146602" y="49696"/>
                </a:cubicBezTo>
                <a:close/>
                <a:moveTo>
                  <a:pt x="49696" y="134178"/>
                </a:moveTo>
                <a:cubicBezTo>
                  <a:pt x="49696" y="106721"/>
                  <a:pt x="71934" y="84483"/>
                  <a:pt x="99391" y="84483"/>
                </a:cubicBezTo>
                <a:cubicBezTo>
                  <a:pt x="126848" y="84483"/>
                  <a:pt x="149087" y="106721"/>
                  <a:pt x="149087" y="134178"/>
                </a:cubicBezTo>
                <a:lnTo>
                  <a:pt x="149087" y="139148"/>
                </a:lnTo>
                <a:cubicBezTo>
                  <a:pt x="149087" y="144645"/>
                  <a:pt x="144645" y="149087"/>
                  <a:pt x="139148" y="149087"/>
                </a:cubicBezTo>
                <a:lnTo>
                  <a:pt x="59635" y="149087"/>
                </a:lnTo>
                <a:cubicBezTo>
                  <a:pt x="54137" y="149087"/>
                  <a:pt x="49696" y="144645"/>
                  <a:pt x="49696" y="139148"/>
                </a:cubicBezTo>
                <a:lnTo>
                  <a:pt x="49696" y="134178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3" name="Text 41"/>
          <p:cNvSpPr/>
          <p:nvPr/>
        </p:nvSpPr>
        <p:spPr>
          <a:xfrm>
            <a:off x="8399228" y="1413565"/>
            <a:ext cx="337488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52" b="1" dirty="0" smtClean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关键变革点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96028" y="1766957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266706" y="1837635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66706" y="2049670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项目整体负责人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196028" y="2332275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266706" y="2402953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客户关系负责人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66706" y="2614988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机会所有人/销售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196028" y="2897589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66706" y="2968267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66706" y="3180302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解决方案技术负责人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196028" y="3462907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266706" y="3533585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客户体验负责人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8266706" y="3745620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客户体验保障负责人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196028" y="4028221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266706" y="4098899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8266706" y="4310934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销售管理BP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054671" y="4950571"/>
            <a:ext cx="3781287" cy="1554922"/>
          </a:xfrm>
          <a:custGeom>
            <a:avLst/>
            <a:gdLst/>
            <a:ahLst/>
            <a:cxnLst/>
            <a:rect l="l" t="t" r="r" b="b"/>
            <a:pathLst>
              <a:path w="3781287" h="1554922">
                <a:moveTo>
                  <a:pt x="106015" y="0"/>
                </a:moveTo>
                <a:lnTo>
                  <a:pt x="3675272" y="0"/>
                </a:lnTo>
                <a:cubicBezTo>
                  <a:pt x="3733823" y="0"/>
                  <a:pt x="3781287" y="47464"/>
                  <a:pt x="3781287" y="106015"/>
                </a:cubicBezTo>
                <a:lnTo>
                  <a:pt x="3781287" y="1448907"/>
                </a:lnTo>
                <a:cubicBezTo>
                  <a:pt x="3781287" y="1507457"/>
                  <a:pt x="3733823" y="1554922"/>
                  <a:pt x="3675272" y="1554922"/>
                </a:cubicBezTo>
                <a:lnTo>
                  <a:pt x="106015" y="1554922"/>
                </a:lnTo>
                <a:cubicBezTo>
                  <a:pt x="47464" y="1554922"/>
                  <a:pt x="0" y="1507457"/>
                  <a:pt x="0" y="1448907"/>
                </a:cubicBezTo>
                <a:lnTo>
                  <a:pt x="0" y="106015"/>
                </a:lnTo>
                <a:cubicBezTo>
                  <a:pt x="0" y="47504"/>
                  <a:pt x="47504" y="0"/>
                  <a:pt x="106015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0" name="Shape 58"/>
          <p:cNvSpPr/>
          <p:nvPr/>
        </p:nvSpPr>
        <p:spPr>
          <a:xfrm>
            <a:off x="8228054" y="5136102"/>
            <a:ext cx="139148" cy="159026"/>
          </a:xfrm>
          <a:custGeom>
            <a:avLst/>
            <a:gdLst/>
            <a:ahLst/>
            <a:cxnLst/>
            <a:rect l="l" t="t" r="r" b="b"/>
            <a:pathLst>
              <a:path w="139148" h="159026">
                <a:moveTo>
                  <a:pt x="39757" y="0"/>
                </a:moveTo>
                <a:cubicBezTo>
                  <a:pt x="45254" y="0"/>
                  <a:pt x="49696" y="4442"/>
                  <a:pt x="49696" y="9939"/>
                </a:cubicBezTo>
                <a:lnTo>
                  <a:pt x="49696" y="19878"/>
                </a:lnTo>
                <a:lnTo>
                  <a:pt x="89452" y="19878"/>
                </a:lnTo>
                <a:lnTo>
                  <a:pt x="89452" y="9939"/>
                </a:lnTo>
                <a:cubicBezTo>
                  <a:pt x="89452" y="4442"/>
                  <a:pt x="93894" y="0"/>
                  <a:pt x="99391" y="0"/>
                </a:cubicBezTo>
                <a:cubicBezTo>
                  <a:pt x="104889" y="0"/>
                  <a:pt x="109330" y="4442"/>
                  <a:pt x="109330" y="9939"/>
                </a:cubicBezTo>
                <a:lnTo>
                  <a:pt x="109330" y="19878"/>
                </a:lnTo>
                <a:lnTo>
                  <a:pt x="119270" y="19878"/>
                </a:lnTo>
                <a:cubicBezTo>
                  <a:pt x="130234" y="19878"/>
                  <a:pt x="139148" y="28792"/>
                  <a:pt x="139148" y="39757"/>
                </a:cubicBezTo>
                <a:lnTo>
                  <a:pt x="139148" y="129209"/>
                </a:lnTo>
                <a:cubicBezTo>
                  <a:pt x="139148" y="140173"/>
                  <a:pt x="130234" y="149087"/>
                  <a:pt x="119270" y="149087"/>
                </a:cubicBezTo>
                <a:lnTo>
                  <a:pt x="19878" y="149087"/>
                </a:lnTo>
                <a:cubicBezTo>
                  <a:pt x="8914" y="149087"/>
                  <a:pt x="0" y="140173"/>
                  <a:pt x="0" y="129209"/>
                </a:cubicBezTo>
                <a:lnTo>
                  <a:pt x="0" y="39757"/>
                </a:lnTo>
                <a:cubicBezTo>
                  <a:pt x="0" y="28792"/>
                  <a:pt x="8914" y="19878"/>
                  <a:pt x="19878" y="19878"/>
                </a:cubicBezTo>
                <a:lnTo>
                  <a:pt x="29817" y="19878"/>
                </a:lnTo>
                <a:lnTo>
                  <a:pt x="29817" y="9939"/>
                </a:lnTo>
                <a:cubicBezTo>
                  <a:pt x="29817" y="4442"/>
                  <a:pt x="34259" y="0"/>
                  <a:pt x="39757" y="0"/>
                </a:cubicBezTo>
                <a:close/>
                <a:moveTo>
                  <a:pt x="19878" y="74543"/>
                </a:moveTo>
                <a:lnTo>
                  <a:pt x="19878" y="84483"/>
                </a:lnTo>
                <a:cubicBezTo>
                  <a:pt x="19878" y="87216"/>
                  <a:pt x="22115" y="89452"/>
                  <a:pt x="24848" y="89452"/>
                </a:cubicBezTo>
                <a:lnTo>
                  <a:pt x="34787" y="89452"/>
                </a:lnTo>
                <a:cubicBezTo>
                  <a:pt x="37520" y="89452"/>
                  <a:pt x="39757" y="87216"/>
                  <a:pt x="39757" y="84483"/>
                </a:cubicBezTo>
                <a:lnTo>
                  <a:pt x="39757" y="74543"/>
                </a:lnTo>
                <a:cubicBezTo>
                  <a:pt x="39757" y="71810"/>
                  <a:pt x="37520" y="69574"/>
                  <a:pt x="34787" y="69574"/>
                </a:cubicBezTo>
                <a:lnTo>
                  <a:pt x="24848" y="69574"/>
                </a:lnTo>
                <a:cubicBezTo>
                  <a:pt x="22115" y="69574"/>
                  <a:pt x="19878" y="71810"/>
                  <a:pt x="19878" y="74543"/>
                </a:cubicBezTo>
                <a:close/>
                <a:moveTo>
                  <a:pt x="59635" y="74543"/>
                </a:moveTo>
                <a:lnTo>
                  <a:pt x="59635" y="84483"/>
                </a:lnTo>
                <a:cubicBezTo>
                  <a:pt x="59635" y="87216"/>
                  <a:pt x="61871" y="89452"/>
                  <a:pt x="64604" y="89452"/>
                </a:cubicBezTo>
                <a:lnTo>
                  <a:pt x="74543" y="89452"/>
                </a:lnTo>
                <a:cubicBezTo>
                  <a:pt x="77277" y="89452"/>
                  <a:pt x="79513" y="87216"/>
                  <a:pt x="79513" y="84483"/>
                </a:cubicBezTo>
                <a:lnTo>
                  <a:pt x="79513" y="74543"/>
                </a:lnTo>
                <a:cubicBezTo>
                  <a:pt x="79513" y="71810"/>
                  <a:pt x="77277" y="69574"/>
                  <a:pt x="74543" y="69574"/>
                </a:cubicBezTo>
                <a:lnTo>
                  <a:pt x="64604" y="69574"/>
                </a:lnTo>
                <a:cubicBezTo>
                  <a:pt x="61871" y="69574"/>
                  <a:pt x="59635" y="71810"/>
                  <a:pt x="59635" y="74543"/>
                </a:cubicBezTo>
                <a:close/>
                <a:moveTo>
                  <a:pt x="104361" y="69574"/>
                </a:moveTo>
                <a:cubicBezTo>
                  <a:pt x="101628" y="69574"/>
                  <a:pt x="99391" y="71810"/>
                  <a:pt x="99391" y="74543"/>
                </a:cubicBezTo>
                <a:lnTo>
                  <a:pt x="99391" y="84483"/>
                </a:lnTo>
                <a:cubicBezTo>
                  <a:pt x="99391" y="87216"/>
                  <a:pt x="101628" y="89452"/>
                  <a:pt x="104361" y="89452"/>
                </a:cubicBezTo>
                <a:lnTo>
                  <a:pt x="114300" y="89452"/>
                </a:lnTo>
                <a:cubicBezTo>
                  <a:pt x="117033" y="89452"/>
                  <a:pt x="119270" y="87216"/>
                  <a:pt x="119270" y="84483"/>
                </a:cubicBezTo>
                <a:lnTo>
                  <a:pt x="119270" y="74543"/>
                </a:lnTo>
                <a:cubicBezTo>
                  <a:pt x="119270" y="71810"/>
                  <a:pt x="117033" y="69574"/>
                  <a:pt x="114300" y="69574"/>
                </a:cubicBezTo>
                <a:lnTo>
                  <a:pt x="104361" y="69574"/>
                </a:lnTo>
                <a:close/>
                <a:moveTo>
                  <a:pt x="19878" y="114300"/>
                </a:moveTo>
                <a:lnTo>
                  <a:pt x="19878" y="124239"/>
                </a:lnTo>
                <a:cubicBezTo>
                  <a:pt x="19878" y="126972"/>
                  <a:pt x="22115" y="129209"/>
                  <a:pt x="24848" y="129209"/>
                </a:cubicBezTo>
                <a:lnTo>
                  <a:pt x="34787" y="129209"/>
                </a:lnTo>
                <a:cubicBezTo>
                  <a:pt x="37520" y="129209"/>
                  <a:pt x="39757" y="126972"/>
                  <a:pt x="39757" y="124239"/>
                </a:cubicBezTo>
                <a:lnTo>
                  <a:pt x="39757" y="114300"/>
                </a:lnTo>
                <a:cubicBezTo>
                  <a:pt x="39757" y="111567"/>
                  <a:pt x="37520" y="109330"/>
                  <a:pt x="34787" y="109330"/>
                </a:cubicBezTo>
                <a:lnTo>
                  <a:pt x="24848" y="109330"/>
                </a:lnTo>
                <a:cubicBezTo>
                  <a:pt x="22115" y="109330"/>
                  <a:pt x="19878" y="111567"/>
                  <a:pt x="19878" y="114300"/>
                </a:cubicBezTo>
                <a:close/>
                <a:moveTo>
                  <a:pt x="64604" y="109330"/>
                </a:moveTo>
                <a:cubicBezTo>
                  <a:pt x="61871" y="109330"/>
                  <a:pt x="59635" y="111567"/>
                  <a:pt x="59635" y="114300"/>
                </a:cubicBezTo>
                <a:lnTo>
                  <a:pt x="59635" y="124239"/>
                </a:lnTo>
                <a:cubicBezTo>
                  <a:pt x="59635" y="126972"/>
                  <a:pt x="61871" y="129209"/>
                  <a:pt x="64604" y="129209"/>
                </a:cubicBezTo>
                <a:lnTo>
                  <a:pt x="74543" y="129209"/>
                </a:lnTo>
                <a:cubicBezTo>
                  <a:pt x="77277" y="129209"/>
                  <a:pt x="79513" y="126972"/>
                  <a:pt x="79513" y="124239"/>
                </a:cubicBezTo>
                <a:lnTo>
                  <a:pt x="79513" y="114300"/>
                </a:lnTo>
                <a:cubicBezTo>
                  <a:pt x="79513" y="111567"/>
                  <a:pt x="77277" y="109330"/>
                  <a:pt x="74543" y="109330"/>
                </a:cubicBezTo>
                <a:lnTo>
                  <a:pt x="64604" y="109330"/>
                </a:lnTo>
                <a:close/>
                <a:moveTo>
                  <a:pt x="99391" y="114300"/>
                </a:moveTo>
                <a:lnTo>
                  <a:pt x="99391" y="124239"/>
                </a:lnTo>
                <a:cubicBezTo>
                  <a:pt x="99391" y="126972"/>
                  <a:pt x="101628" y="129209"/>
                  <a:pt x="104361" y="129209"/>
                </a:cubicBezTo>
                <a:lnTo>
                  <a:pt x="114300" y="129209"/>
                </a:lnTo>
                <a:cubicBezTo>
                  <a:pt x="117033" y="129209"/>
                  <a:pt x="119270" y="126972"/>
                  <a:pt x="119270" y="124239"/>
                </a:cubicBezTo>
                <a:lnTo>
                  <a:pt x="119270" y="114300"/>
                </a:lnTo>
                <a:cubicBezTo>
                  <a:pt x="119270" y="111567"/>
                  <a:pt x="117033" y="109330"/>
                  <a:pt x="114300" y="109330"/>
                </a:cubicBezTo>
                <a:lnTo>
                  <a:pt x="104361" y="109330"/>
                </a:lnTo>
                <a:cubicBezTo>
                  <a:pt x="101628" y="109330"/>
                  <a:pt x="99391" y="111567"/>
                  <a:pt x="99391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8399228" y="5091928"/>
            <a:ext cx="337488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52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下一步计划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8209280" y="5480658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8399228" y="5445319"/>
            <a:ext cx="160793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年初:</a:t>
            </a:r>
            <a:r>
              <a:rPr lang="en-US" sz="97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提交年度重点项目清单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209280" y="5728032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8399228" y="5692693"/>
            <a:ext cx="18553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季度更新:</a:t>
            </a:r>
            <a:r>
              <a:rPr lang="en-US" sz="97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根据业务变化动态调整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6" name="Shape 64"/>
          <p:cNvSpPr/>
          <p:nvPr/>
        </p:nvSpPr>
        <p:spPr>
          <a:xfrm>
            <a:off x="8209280" y="5975406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399228" y="5940067"/>
            <a:ext cx="18553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月度补充:</a:t>
            </a:r>
            <a:r>
              <a:rPr lang="en-US" sz="97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新增战略项目及时提报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209280" y="6222780"/>
            <a:ext cx="106017" cy="106017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399228" y="6187441"/>
            <a:ext cx="1855304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周度跟进:</a:t>
            </a:r>
            <a:r>
              <a:rPr lang="en-US" sz="97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区域例会同步项目进展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35162" y="5595369"/>
            <a:ext cx="7544905" cy="910123"/>
          </a:xfrm>
          <a:custGeom>
            <a:avLst/>
            <a:gdLst/>
            <a:ahLst/>
            <a:cxnLst/>
            <a:rect l="l" t="t" r="r" b="b"/>
            <a:pathLst>
              <a:path w="11485217" h="424070">
                <a:moveTo>
                  <a:pt x="106017" y="0"/>
                </a:moveTo>
                <a:lnTo>
                  <a:pt x="11379200" y="0"/>
                </a:lnTo>
                <a:cubicBezTo>
                  <a:pt x="11437752" y="0"/>
                  <a:pt x="11485217" y="47466"/>
                  <a:pt x="11485217" y="106017"/>
                </a:cubicBezTo>
                <a:lnTo>
                  <a:pt x="11485217" y="318052"/>
                </a:lnTo>
                <a:cubicBezTo>
                  <a:pt x="11485217" y="376604"/>
                  <a:pt x="11437752" y="424070"/>
                  <a:pt x="11379200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1" name="Shape 69"/>
          <p:cNvSpPr/>
          <p:nvPr/>
        </p:nvSpPr>
        <p:spPr>
          <a:xfrm>
            <a:off x="517801" y="576337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123687" y="70678"/>
                </a:moveTo>
                <a:cubicBezTo>
                  <a:pt x="123687" y="41422"/>
                  <a:pt x="99935" y="17670"/>
                  <a:pt x="70678" y="17670"/>
                </a:cubicBezTo>
                <a:cubicBezTo>
                  <a:pt x="41422" y="17670"/>
                  <a:pt x="17670" y="41422"/>
                  <a:pt x="17670" y="70678"/>
                </a:cubicBezTo>
                <a:cubicBezTo>
                  <a:pt x="17670" y="99935"/>
                  <a:pt x="41422" y="123687"/>
                  <a:pt x="70678" y="123687"/>
                </a:cubicBezTo>
                <a:cubicBezTo>
                  <a:pt x="99935" y="123687"/>
                  <a:pt x="123687" y="99935"/>
                  <a:pt x="123687" y="70678"/>
                </a:cubicBezTo>
                <a:close/>
                <a:moveTo>
                  <a:pt x="0" y="70678"/>
                </a:moveTo>
                <a:cubicBezTo>
                  <a:pt x="0" y="31670"/>
                  <a:pt x="31670" y="0"/>
                  <a:pt x="70678" y="0"/>
                </a:cubicBezTo>
                <a:cubicBezTo>
                  <a:pt x="109687" y="0"/>
                  <a:pt x="141357" y="31670"/>
                  <a:pt x="141357" y="70678"/>
                </a:cubicBezTo>
                <a:cubicBezTo>
                  <a:pt x="141357" y="109687"/>
                  <a:pt x="109687" y="141357"/>
                  <a:pt x="70678" y="141357"/>
                </a:cubicBezTo>
                <a:cubicBezTo>
                  <a:pt x="31670" y="141357"/>
                  <a:pt x="0" y="109687"/>
                  <a:pt x="0" y="70678"/>
                </a:cubicBezTo>
                <a:close/>
                <a:moveTo>
                  <a:pt x="70678" y="92765"/>
                </a:moveTo>
                <a:cubicBezTo>
                  <a:pt x="82868" y="92765"/>
                  <a:pt x="92765" y="82868"/>
                  <a:pt x="92765" y="70678"/>
                </a:cubicBezTo>
                <a:cubicBezTo>
                  <a:pt x="92765" y="58488"/>
                  <a:pt x="82868" y="48591"/>
                  <a:pt x="70678" y="48591"/>
                </a:cubicBezTo>
                <a:cubicBezTo>
                  <a:pt x="58488" y="48591"/>
                  <a:pt x="48591" y="58488"/>
                  <a:pt x="48591" y="70678"/>
                </a:cubicBezTo>
                <a:cubicBezTo>
                  <a:pt x="48591" y="82868"/>
                  <a:pt x="58488" y="92765"/>
                  <a:pt x="70678" y="92765"/>
                </a:cubicBezTo>
                <a:close/>
                <a:moveTo>
                  <a:pt x="70678" y="30922"/>
                </a:moveTo>
                <a:cubicBezTo>
                  <a:pt x="92620" y="30922"/>
                  <a:pt x="110435" y="48736"/>
                  <a:pt x="110435" y="70678"/>
                </a:cubicBezTo>
                <a:cubicBezTo>
                  <a:pt x="110435" y="92620"/>
                  <a:pt x="92620" y="110435"/>
                  <a:pt x="70678" y="110435"/>
                </a:cubicBezTo>
                <a:cubicBezTo>
                  <a:pt x="48736" y="110435"/>
                  <a:pt x="30922" y="92620"/>
                  <a:pt x="30922" y="70678"/>
                </a:cubicBezTo>
                <a:cubicBezTo>
                  <a:pt x="30922" y="48736"/>
                  <a:pt x="48736" y="30922"/>
                  <a:pt x="70678" y="30922"/>
                </a:cubicBezTo>
                <a:close/>
                <a:moveTo>
                  <a:pt x="61843" y="70678"/>
                </a:moveTo>
                <a:cubicBezTo>
                  <a:pt x="61843" y="65802"/>
                  <a:pt x="65802" y="61843"/>
                  <a:pt x="70678" y="61843"/>
                </a:cubicBezTo>
                <a:cubicBezTo>
                  <a:pt x="75554" y="61843"/>
                  <a:pt x="79513" y="65802"/>
                  <a:pt x="79513" y="70678"/>
                </a:cubicBezTo>
                <a:cubicBezTo>
                  <a:pt x="79513" y="75554"/>
                  <a:pt x="75554" y="79513"/>
                  <a:pt x="70678" y="79513"/>
                </a:cubicBezTo>
                <a:cubicBezTo>
                  <a:pt x="65802" y="79513"/>
                  <a:pt x="61843" y="75554"/>
                  <a:pt x="61843" y="7067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3" name="Text 41"/>
          <p:cNvSpPr/>
          <p:nvPr/>
        </p:nvSpPr>
        <p:spPr>
          <a:xfrm>
            <a:off x="751923" y="5695864"/>
            <a:ext cx="337488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52" b="1" dirty="0" smtClean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成果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1996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</Words>
  <Application>Microsoft Office PowerPoint</Application>
  <PresentationFormat>宽屏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MiSans</vt:lpstr>
      <vt:lpstr>得意黑</vt:lpstr>
      <vt:lpstr>宋体</vt:lpstr>
      <vt:lpstr>Arial</vt:lpstr>
      <vt:lpstr>Calibri</vt:lpstr>
      <vt:lpstr>Calibri Light</vt:lpstr>
      <vt:lpstr>Office 主题</vt:lpstr>
      <vt:lpstr>Custom Theme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1</cp:revision>
  <dcterms:created xsi:type="dcterms:W3CDTF">2026-01-20T06:05:39Z</dcterms:created>
  <dcterms:modified xsi:type="dcterms:W3CDTF">2026-01-20T06:10:43Z</dcterms:modified>
</cp:coreProperties>
</file>