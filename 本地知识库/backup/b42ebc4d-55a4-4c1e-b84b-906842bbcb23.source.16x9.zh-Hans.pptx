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1.xml" ContentType="application/vnd.openxmlformats-officedocument.drawingml.chart+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6" r:id="rId2"/>
    <p:sldId id="257" r:id="rId3"/>
    <p:sldId id="258" r:id="rId4"/>
    <p:sldId id="312" r:id="rId5"/>
    <p:sldId id="260" r:id="rId6"/>
    <p:sldId id="261" r:id="rId7"/>
    <p:sldId id="262" r:id="rId8"/>
    <p:sldId id="263" r:id="rId9"/>
    <p:sldId id="264" r:id="rId10"/>
    <p:sldId id="265" r:id="rId11"/>
    <p:sldId id="266" r:id="rId12"/>
    <p:sldId id="267" r:id="rId13"/>
    <p:sldId id="271" r:id="rId14"/>
    <p:sldId id="272" r:id="rId15"/>
    <p:sldId id="273" r:id="rId16"/>
    <p:sldId id="276" r:id="rId17"/>
    <p:sldId id="278" r:id="rId18"/>
    <p:sldId id="313" r:id="R9aff84fadf5e42bd"/>
    <p:sldId id="314" r:id="R49807cd334314b47"/>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FAD87A"/>
    <a:srgbClr val="FBEC79"/>
    <a:srgbClr val="CCEC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17" autoAdjust="0"/>
    <p:restoredTop sz="95186" autoAdjust="0"/>
  </p:normalViewPr>
  <p:slideViewPr>
    <p:cSldViewPr snapToGrid="0" showGuides="1">
      <p:cViewPr>
        <p:scale>
          <a:sx n="66" d="100"/>
          <a:sy n="66" d="100"/>
        </p:scale>
        <p:origin x="1404" y="666"/>
      </p:cViewPr>
      <p:guideLst>
        <p:guide pos="416"/>
        <p:guide pos="7256"/>
        <p:guide orient="horz" pos="648"/>
        <p:guide orient="horz" pos="712"/>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sorterViewPr>
    <p:cViewPr>
      <p:scale>
        <a:sx n="75" d="100"/>
        <a:sy n="75" d="100"/>
      </p:scale>
      <p:origin x="0" y="0"/>
    </p:cViewPr>
  </p:sorterViewPr>
  <p:notesViewPr>
    <p:cSldViewPr snapToGrid="0" showGuides="1">
      <p:cViewPr varScale="1">
        <p:scale>
          <a:sx n="84" d="100"/>
          <a:sy n="84" d="100"/>
        </p:scale>
        <p:origin x="1812" y="90"/>
      </p:cViewPr>
      <p:guideLst/>
    </p:cSldViewPr>
  </p:notes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slide" Target="slides/slide2.xml" Id="rId3" /><Relationship Type="http://schemas.openxmlformats.org/officeDocument/2006/relationships/tags" Target="tags/tag1.xml" Id="rId21"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tableStyles" Target="tableStyles.xml" Id="rId25"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handoutMaster" Target="handoutMasters/handoutMaster1.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theme" Target="theme/theme1.xml" Id="rId24"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viewProps" Target="viewProps.xml" Id="rId23" /><Relationship Type="http://schemas.openxmlformats.org/officeDocument/2006/relationships/slide" Target="slides/slide9.xml" Id="rId10" /><Relationship Type="http://schemas.openxmlformats.org/officeDocument/2006/relationships/notesMaster" Target="notesMasters/notesMaster1.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presProps" Target="presProps.xml" Id="rId22" /><Relationship Type="http://schemas.openxmlformats.org/officeDocument/2006/relationships/slide" Target="/ppt/slides/slide18.xml" Id="R9aff84fadf5e42bd" /><Relationship Type="http://schemas.openxmlformats.org/officeDocument/2006/relationships/slide" Target="/ppt/slides/slide19.xml" Id="R49807cd334314b47"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数量</c:v>
                </c:pt>
              </c:strCache>
            </c:strRef>
          </c:tx>
          <c:spPr>
            <a:gradFill flip="none" rotWithShape="1">
              <a:gsLst>
                <a:gs pos="0">
                  <a:schemeClr val="accent2"/>
                </a:gs>
                <a:gs pos="100000">
                  <a:schemeClr val="accent2">
                    <a:alpha val="0"/>
                  </a:schemeClr>
                </a:gs>
              </a:gsLst>
              <a:lin ang="10800000" scaled="1"/>
              <a:tileRect/>
            </a:gradFill>
            <a:ln>
              <a:noFill/>
            </a:ln>
            <a:effectLst/>
          </c:spPr>
          <c:invertIfNegative val="0"/>
          <c:dPt>
            <c:idx val="0"/>
            <c:invertIfNegative val="0"/>
            <c:bubble3D val="0"/>
            <c:spPr>
              <a:gradFill flip="none" rotWithShape="1">
                <a:gsLst>
                  <a:gs pos="0">
                    <a:schemeClr val="accent2"/>
                  </a:gs>
                  <a:gs pos="100000">
                    <a:schemeClr val="accent1">
                      <a:alpha val="0"/>
                    </a:schemeClr>
                  </a:gs>
                </a:gsLst>
                <a:lin ang="10800000" scaled="1"/>
                <a:tileRect/>
              </a:gradFill>
              <a:ln>
                <a:noFill/>
              </a:ln>
              <a:effectLst/>
            </c:spPr>
            <c:extLst>
              <c:ext xmlns:c16="http://schemas.microsoft.com/office/drawing/2014/chart" uri="{C3380CC4-5D6E-409C-BE32-E72D297353CC}">
                <c16:uniqueId val="{00000001-65AA-48C6-B6AA-9985E7C0A249}"/>
              </c:ext>
            </c:extLst>
          </c:dPt>
          <c:dPt>
            <c:idx val="1"/>
            <c:invertIfNegative val="0"/>
            <c:bubble3D val="0"/>
            <c:spPr>
              <a:gradFill flip="none" rotWithShape="1">
                <a:gsLst>
                  <a:gs pos="0">
                    <a:schemeClr val="accent1"/>
                  </a:gs>
                  <a:gs pos="100000">
                    <a:schemeClr val="accent1">
                      <a:alpha val="0"/>
                    </a:schemeClr>
                  </a:gs>
                </a:gsLst>
                <a:lin ang="10800000" scaled="1"/>
                <a:tileRect/>
              </a:gradFill>
              <a:ln>
                <a:noFill/>
              </a:ln>
              <a:effectLst/>
            </c:spPr>
            <c:extLst>
              <c:ext xmlns:c16="http://schemas.microsoft.com/office/drawing/2014/chart" uri="{C3380CC4-5D6E-409C-BE32-E72D297353CC}">
                <c16:uniqueId val="{00000003-65AA-48C6-B6AA-9985E7C0A249}"/>
              </c:ext>
            </c:extLst>
          </c:dPt>
          <c:dPt>
            <c:idx val="2"/>
            <c:invertIfNegative val="0"/>
            <c:bubble3D val="0"/>
            <c:spPr>
              <a:gradFill flip="none" rotWithShape="1">
                <a:gsLst>
                  <a:gs pos="0">
                    <a:schemeClr val="accent2"/>
                  </a:gs>
                  <a:gs pos="100000">
                    <a:schemeClr val="accent2">
                      <a:alpha val="0"/>
                    </a:schemeClr>
                  </a:gs>
                </a:gsLst>
                <a:lin ang="10800000" scaled="1"/>
                <a:tileRect/>
              </a:gradFill>
              <a:ln>
                <a:noFill/>
              </a:ln>
              <a:effectLst/>
            </c:spPr>
            <c:extLst>
              <c:ext xmlns:c16="http://schemas.microsoft.com/office/drawing/2014/chart" uri="{C3380CC4-5D6E-409C-BE32-E72D297353CC}">
                <c16:uniqueId val="{00000005-65AA-48C6-B6AA-9985E7C0A249}"/>
              </c:ext>
            </c:extLst>
          </c:dPt>
          <c:dPt>
            <c:idx val="3"/>
            <c:invertIfNegative val="0"/>
            <c:bubble3D val="0"/>
            <c:spPr>
              <a:gradFill flip="none" rotWithShape="1">
                <a:gsLst>
                  <a:gs pos="0">
                    <a:schemeClr val="accent1"/>
                  </a:gs>
                  <a:gs pos="100000">
                    <a:schemeClr val="accent1">
                      <a:alpha val="0"/>
                    </a:schemeClr>
                  </a:gs>
                </a:gsLst>
                <a:lin ang="10800000" scaled="1"/>
                <a:tileRect/>
              </a:gradFill>
              <a:ln>
                <a:noFill/>
              </a:ln>
              <a:effectLst/>
            </c:spPr>
            <c:extLst>
              <c:ext xmlns:c16="http://schemas.microsoft.com/office/drawing/2014/chart" uri="{C3380CC4-5D6E-409C-BE32-E72D297353CC}">
                <c16:uniqueId val="{00000007-65AA-48C6-B6AA-9985E7C0A249}"/>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系列1</c:v>
                </c:pt>
                <c:pt idx="1">
                  <c:v>系列2</c:v>
                </c:pt>
                <c:pt idx="2">
                  <c:v>系列3</c:v>
                </c:pt>
                <c:pt idx="3">
                  <c:v>系列4</c:v>
                </c:pt>
              </c:strCache>
            </c:strRef>
          </c:cat>
          <c:val>
            <c:numRef>
              <c:f>Sheet1!$B$2:$B$5</c:f>
              <c:numCache>
                <c:formatCode>General</c:formatCode>
                <c:ptCount val="4"/>
                <c:pt idx="0">
                  <c:v>36000</c:v>
                </c:pt>
                <c:pt idx="1">
                  <c:v>25000</c:v>
                </c:pt>
                <c:pt idx="2">
                  <c:v>40000</c:v>
                </c:pt>
                <c:pt idx="3">
                  <c:v>45000</c:v>
                </c:pt>
              </c:numCache>
            </c:numRef>
          </c:val>
          <c:extLst>
            <c:ext xmlns:c16="http://schemas.microsoft.com/office/drawing/2014/chart" uri="{C3380CC4-5D6E-409C-BE32-E72D297353CC}">
              <c16:uniqueId val="{00000008-65AA-48C6-B6AA-9985E7C0A249}"/>
            </c:ext>
          </c:extLst>
        </c:ser>
        <c:dLbls>
          <c:showLegendKey val="0"/>
          <c:showVal val="0"/>
          <c:showCatName val="0"/>
          <c:showSerName val="0"/>
          <c:showPercent val="0"/>
          <c:showBubbleSize val="0"/>
        </c:dLbls>
        <c:gapWidth val="45"/>
        <c:axId val="46186759"/>
        <c:axId val="46184239"/>
      </c:barChart>
      <c:catAx>
        <c:axId val="46186759"/>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chemeClr val="tx1">
                    <a:alpha val="50000"/>
                  </a:schemeClr>
                </a:solidFill>
                <a:latin typeface="+mn-lt"/>
                <a:ea typeface="+mn-ea"/>
                <a:cs typeface="+mn-cs"/>
              </a:defRPr>
            </a:pPr>
            <a:endParaRPr lang="zh-CN"/>
          </a:p>
        </c:txPr>
        <c:crossAx val="46184239"/>
        <c:crosses val="autoZero"/>
        <c:auto val="1"/>
        <c:lblAlgn val="ctr"/>
        <c:lblOffset val="100"/>
        <c:noMultiLvlLbl val="0"/>
      </c:catAx>
      <c:valAx>
        <c:axId val="4618423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alpha val="50000"/>
                  </a:schemeClr>
                </a:solidFill>
                <a:latin typeface="+mn-lt"/>
                <a:ea typeface="+mn-ea"/>
                <a:cs typeface="+mn-cs"/>
              </a:defRPr>
            </a:pPr>
            <a:endParaRPr lang="zh-CN"/>
          </a:p>
        </c:txPr>
        <c:crossAx val="46186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实际</c:v>
                </c:pt>
              </c:strCache>
            </c:strRef>
          </c:tx>
          <c:spPr>
            <a:ln w="63500" cap="rnd">
              <a:solidFill>
                <a:schemeClr val="accent1"/>
              </a:solidFill>
              <a:round/>
            </a:ln>
            <a:effectLst/>
          </c:spPr>
          <c:marker>
            <c:symbol val="none"/>
          </c:marker>
          <c:dPt>
            <c:idx val="1"/>
            <c:marker>
              <c:symbol val="circle"/>
              <c:size val="7"/>
              <c:spPr>
                <a:solidFill>
                  <a:schemeClr val="accent1"/>
                </a:solidFill>
                <a:ln w="101600">
                  <a:solidFill>
                    <a:schemeClr val="accent1">
                      <a:alpha val="20000"/>
                    </a:schemeClr>
                  </a:solidFill>
                </a:ln>
                <a:effectLst/>
              </c:spPr>
            </c:marker>
            <c:bubble3D val="0"/>
            <c:spPr>
              <a:ln w="63500" cap="rnd">
                <a:solidFill>
                  <a:schemeClr val="accent1">
                    <a:alpha val="92000"/>
                  </a:schemeClr>
                </a:solidFill>
                <a:round/>
              </a:ln>
              <a:effectLst/>
            </c:spPr>
            <c:extLst>
              <c:ext xmlns:c16="http://schemas.microsoft.com/office/drawing/2014/chart" uri="{C3380CC4-5D6E-409C-BE32-E72D297353CC}">
                <c16:uniqueId val="{00000001-7F73-455C-A6CD-2ADD59BF6460}"/>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系列1</c:v>
                </c:pt>
                <c:pt idx="1">
                  <c:v>系列2</c:v>
                </c:pt>
                <c:pt idx="2">
                  <c:v>系列3</c:v>
                </c:pt>
                <c:pt idx="3">
                  <c:v>系列4</c:v>
                </c:pt>
              </c:strCache>
            </c:strRef>
          </c:cat>
          <c:val>
            <c:numRef>
              <c:f>Sheet1!$B$2:$B$5</c:f>
              <c:numCache>
                <c:formatCode>General</c:formatCode>
                <c:ptCount val="4"/>
                <c:pt idx="0">
                  <c:v>900</c:v>
                </c:pt>
                <c:pt idx="1">
                  <c:v>1700</c:v>
                </c:pt>
                <c:pt idx="2">
                  <c:v>1200</c:v>
                </c:pt>
                <c:pt idx="3">
                  <c:v>1500</c:v>
                </c:pt>
              </c:numCache>
            </c:numRef>
          </c:val>
          <c:smooth val="1"/>
          <c:extLst>
            <c:ext xmlns:c16="http://schemas.microsoft.com/office/drawing/2014/chart" uri="{C3380CC4-5D6E-409C-BE32-E72D297353CC}">
              <c16:uniqueId val="{00000002-7F73-455C-A6CD-2ADD59BF6460}"/>
            </c:ext>
          </c:extLst>
        </c:ser>
        <c:ser>
          <c:idx val="1"/>
          <c:order val="1"/>
          <c:tx>
            <c:strRef>
              <c:f>Sheet1!$C$1</c:f>
              <c:strCache>
                <c:ptCount val="1"/>
                <c:pt idx="0">
                  <c:v>预期</c:v>
                </c:pt>
              </c:strCache>
            </c:strRef>
          </c:tx>
          <c:spPr>
            <a:ln w="63500" cap="rnd">
              <a:solidFill>
                <a:schemeClr val="accent2">
                  <a:lumMod val="40000"/>
                  <a:lumOff val="60000"/>
                  <a:alpha val="4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系列1</c:v>
                </c:pt>
                <c:pt idx="1">
                  <c:v>系列2</c:v>
                </c:pt>
                <c:pt idx="2">
                  <c:v>系列3</c:v>
                </c:pt>
                <c:pt idx="3">
                  <c:v>系列4</c:v>
                </c:pt>
              </c:strCache>
            </c:strRef>
          </c:cat>
          <c:val>
            <c:numRef>
              <c:f>Sheet1!$C$2:$C$5</c:f>
              <c:numCache>
                <c:formatCode>General</c:formatCode>
                <c:ptCount val="4"/>
                <c:pt idx="0">
                  <c:v>500</c:v>
                </c:pt>
                <c:pt idx="1">
                  <c:v>100</c:v>
                </c:pt>
                <c:pt idx="2">
                  <c:v>300</c:v>
                </c:pt>
                <c:pt idx="3">
                  <c:v>900</c:v>
                </c:pt>
              </c:numCache>
            </c:numRef>
          </c:val>
          <c:smooth val="1"/>
          <c:extLst>
            <c:ext xmlns:c16="http://schemas.microsoft.com/office/drawing/2014/chart" uri="{C3380CC4-5D6E-409C-BE32-E72D297353CC}">
              <c16:uniqueId val="{00000003-7F73-455C-A6CD-2ADD59BF6460}"/>
            </c:ext>
          </c:extLst>
        </c:ser>
        <c:dLbls>
          <c:dLblPos val="t"/>
          <c:showLegendKey val="0"/>
          <c:showVal val="1"/>
          <c:showCatName val="0"/>
          <c:showSerName val="0"/>
          <c:showPercent val="0"/>
          <c:showBubbleSize val="0"/>
        </c:dLbls>
        <c:smooth val="0"/>
        <c:axId val="2113814592"/>
        <c:axId val="2113811312"/>
      </c:lineChart>
      <c:catAx>
        <c:axId val="2113814592"/>
        <c:scaling>
          <c:orientation val="minMax"/>
        </c:scaling>
        <c:delete val="0"/>
        <c:axPos val="b"/>
        <c:numFmt formatCode="General" sourceLinked="1"/>
        <c:majorTickMark val="out"/>
        <c:minorTickMark val="out"/>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crossAx val="2113811312"/>
        <c:crosses val="autoZero"/>
        <c:auto val="1"/>
        <c:lblAlgn val="ctr"/>
        <c:lblOffset val="100"/>
        <c:tickMarkSkip val="10"/>
        <c:noMultiLvlLbl val="0"/>
      </c:catAx>
      <c:valAx>
        <c:axId val="2113811312"/>
        <c:scaling>
          <c:orientation val="minMax"/>
          <c:max val="2000"/>
          <c:min val="0"/>
        </c:scaling>
        <c:delete val="0"/>
        <c:axPos val="l"/>
        <c:majorGridlines>
          <c:spPr>
            <a:ln w="9525" cap="flat" cmpd="sng" algn="ctr">
              <a:solidFill>
                <a:schemeClr val="tx2">
                  <a:alpha val="15000"/>
                </a:schemeClr>
              </a:solidFill>
              <a:round/>
            </a:ln>
            <a:effectLst/>
          </c:spPr>
        </c:majorGridlines>
        <c:numFmt formatCode="General" sourceLinked="1"/>
        <c:majorTickMark val="out"/>
        <c:minorTickMark val="none"/>
        <c:tickLblPos val="nextTo"/>
        <c:spPr>
          <a:noFill/>
          <a:ln>
            <a:solidFill>
              <a:schemeClr val="tx2">
                <a:alpha val="50000"/>
              </a:schemeClr>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ea"/>
                <a:sym typeface="+mn-lt"/>
              </a:defRPr>
            </a:pPr>
            <a:endParaRPr lang="zh-CN"/>
          </a:p>
        </c:txPr>
        <c:crossAx val="21138145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利润</c:v>
                </c:pt>
              </c:strCache>
            </c:strRef>
          </c:tx>
          <c:spPr>
            <a:solidFill>
              <a:schemeClr val="accent1"/>
            </a:solidFill>
            <a:ln>
              <a:noFill/>
            </a:ln>
            <a:effectLst/>
          </c:spPr>
          <c:invertIfNegative val="0"/>
          <c:dPt>
            <c:idx val="0"/>
            <c:invertIfNegative val="0"/>
            <c:bubble3D val="0"/>
            <c:spPr>
              <a:gradFill>
                <a:gsLst>
                  <a:gs pos="0">
                    <a:schemeClr val="accent1"/>
                  </a:gs>
                  <a:gs pos="100000">
                    <a:schemeClr val="accent1">
                      <a:alpha val="10000"/>
                    </a:schemeClr>
                  </a:gs>
                </a:gsLst>
                <a:lin ang="5400000" scaled="1"/>
              </a:gradFill>
              <a:ln>
                <a:noFill/>
              </a:ln>
              <a:effectLst/>
            </c:spPr>
            <c:extLst>
              <c:ext xmlns:c16="http://schemas.microsoft.com/office/drawing/2014/chart" uri="{C3380CC4-5D6E-409C-BE32-E72D297353CC}">
                <c16:uniqueId val="{00000001-E519-40A0-9622-3DFB486621C8}"/>
              </c:ext>
            </c:extLst>
          </c:dPt>
          <c:dPt>
            <c:idx val="1"/>
            <c:invertIfNegative val="0"/>
            <c:bubble3D val="0"/>
            <c:spPr>
              <a:gradFill>
                <a:gsLst>
                  <a:gs pos="0">
                    <a:schemeClr val="accent2">
                      <a:alpha val="50000"/>
                    </a:schemeClr>
                  </a:gs>
                  <a:gs pos="100000">
                    <a:schemeClr val="accent2">
                      <a:alpha val="10000"/>
                    </a:schemeClr>
                  </a:gs>
                </a:gsLst>
                <a:lin ang="5400000" scaled="1"/>
              </a:gradFill>
              <a:ln>
                <a:noFill/>
              </a:ln>
              <a:effectLst/>
            </c:spPr>
            <c:extLst>
              <c:ext xmlns:c16="http://schemas.microsoft.com/office/drawing/2014/chart" uri="{C3380CC4-5D6E-409C-BE32-E72D297353CC}">
                <c16:uniqueId val="{00000003-E519-40A0-9622-3DFB486621C8}"/>
              </c:ext>
            </c:extLst>
          </c:dPt>
          <c:dPt>
            <c:idx val="2"/>
            <c:invertIfNegative val="0"/>
            <c:bubble3D val="0"/>
            <c:spPr>
              <a:gradFill>
                <a:gsLst>
                  <a:gs pos="0">
                    <a:schemeClr val="accent2">
                      <a:alpha val="50000"/>
                    </a:schemeClr>
                  </a:gs>
                  <a:gs pos="100000">
                    <a:schemeClr val="accent2">
                      <a:alpha val="10000"/>
                    </a:schemeClr>
                  </a:gs>
                </a:gsLst>
                <a:lin ang="5400000" scaled="1"/>
              </a:gradFill>
              <a:ln>
                <a:noFill/>
              </a:ln>
              <a:effectLst/>
            </c:spPr>
            <c:extLst>
              <c:ext xmlns:c16="http://schemas.microsoft.com/office/drawing/2014/chart" uri="{C3380CC4-5D6E-409C-BE32-E72D297353CC}">
                <c16:uniqueId val="{00000005-E519-40A0-9622-3DFB486621C8}"/>
              </c:ext>
            </c:extLst>
          </c:dPt>
          <c:dPt>
            <c:idx val="3"/>
            <c:invertIfNegative val="0"/>
            <c:bubble3D val="0"/>
            <c:spPr>
              <a:gradFill>
                <a:gsLst>
                  <a:gs pos="0">
                    <a:schemeClr val="accent2">
                      <a:alpha val="50000"/>
                    </a:schemeClr>
                  </a:gs>
                  <a:gs pos="100000">
                    <a:schemeClr val="accent2">
                      <a:alpha val="10000"/>
                    </a:schemeClr>
                  </a:gs>
                </a:gsLst>
                <a:lin ang="5400000" scaled="1"/>
              </a:gradFill>
              <a:ln>
                <a:noFill/>
              </a:ln>
              <a:effectLst/>
            </c:spPr>
            <c:extLst>
              <c:ext xmlns:c16="http://schemas.microsoft.com/office/drawing/2014/chart" uri="{C3380CC4-5D6E-409C-BE32-E72D297353CC}">
                <c16:uniqueId val="{00000007-E519-40A0-9622-3DFB486621C8}"/>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季度1</c:v>
                </c:pt>
                <c:pt idx="1">
                  <c:v>季度2</c:v>
                </c:pt>
                <c:pt idx="2">
                  <c:v>季度3</c:v>
                </c:pt>
                <c:pt idx="3">
                  <c:v>季度4</c:v>
                </c:pt>
              </c:strCache>
            </c:strRef>
          </c:cat>
          <c:val>
            <c:numRef>
              <c:f>Sheet1!$B$2:$B$5</c:f>
              <c:numCache>
                <c:formatCode>General</c:formatCode>
                <c:ptCount val="4"/>
                <c:pt idx="0">
                  <c:v>43000</c:v>
                </c:pt>
                <c:pt idx="1">
                  <c:v>25000</c:v>
                </c:pt>
                <c:pt idx="2">
                  <c:v>35000</c:v>
                </c:pt>
                <c:pt idx="3">
                  <c:v>45000</c:v>
                </c:pt>
              </c:numCache>
            </c:numRef>
          </c:val>
          <c:extLst>
            <c:ext xmlns:c16="http://schemas.microsoft.com/office/drawing/2014/chart" uri="{C3380CC4-5D6E-409C-BE32-E72D297353CC}">
              <c16:uniqueId val="{00000008-E519-40A0-9622-3DFB486621C8}"/>
            </c:ext>
          </c:extLst>
        </c:ser>
        <c:dLbls>
          <c:showLegendKey val="0"/>
          <c:showVal val="0"/>
          <c:showCatName val="0"/>
          <c:showSerName val="0"/>
          <c:showPercent val="0"/>
          <c:showBubbleSize val="0"/>
        </c:dLbls>
        <c:gapWidth val="89"/>
        <c:overlap val="-27"/>
        <c:axId val="1214436320"/>
        <c:axId val="1214434880"/>
      </c:barChart>
      <c:catAx>
        <c:axId val="121443632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chemeClr val="tx1">
                    <a:alpha val="50000"/>
                  </a:schemeClr>
                </a:solidFill>
                <a:latin typeface="+mn-lt"/>
                <a:ea typeface="+mn-ea"/>
                <a:cs typeface="+mn-cs"/>
              </a:defRPr>
            </a:pPr>
            <a:endParaRPr lang="zh-CN"/>
          </a:p>
        </c:txPr>
        <c:crossAx val="1214434880"/>
        <c:crosses val="autoZero"/>
        <c:auto val="1"/>
        <c:lblAlgn val="ctr"/>
        <c:lblOffset val="100"/>
        <c:noMultiLvlLbl val="0"/>
      </c:catAx>
      <c:valAx>
        <c:axId val="12144348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alpha val="50000"/>
                  </a:schemeClr>
                </a:solidFill>
                <a:latin typeface="+mn-lt"/>
                <a:ea typeface="+mn-ea"/>
                <a:cs typeface="+mn-cs"/>
              </a:defRPr>
            </a:pPr>
            <a:endParaRPr lang="zh-CN"/>
          </a:p>
        </c:txPr>
        <c:crossAx val="1214436320"/>
        <c:crosses val="autoZero"/>
        <c:crossBetween val="between"/>
        <c:majorUnit val="10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市场份额</c:v>
                </c:pt>
              </c:strCache>
            </c:strRef>
          </c:tx>
          <c:spPr>
            <a:gradFill flip="none" rotWithShape="1">
              <a:gsLst>
                <a:gs pos="0">
                  <a:schemeClr val="accent1"/>
                </a:gs>
                <a:gs pos="100000">
                  <a:schemeClr val="accent1">
                    <a:alpha val="10000"/>
                  </a:schemeClr>
                </a:gs>
              </a:gsLst>
              <a:lin ang="10800000" scaled="1"/>
              <a:tileRect/>
            </a:gradFill>
            <a:ln>
              <a:noFill/>
            </a:ln>
            <a:effectLst/>
          </c:spPr>
          <c:invertIfNegative val="0"/>
          <c:dPt>
            <c:idx val="0"/>
            <c:invertIfNegative val="0"/>
            <c:bubble3D val="0"/>
            <c:spPr>
              <a:gradFill flip="none" rotWithShape="1">
                <a:gsLst>
                  <a:gs pos="0">
                    <a:schemeClr val="accent2">
                      <a:alpha val="50000"/>
                    </a:schemeClr>
                  </a:gs>
                  <a:gs pos="100000">
                    <a:schemeClr val="accent2">
                      <a:alpha val="10000"/>
                    </a:schemeClr>
                  </a:gs>
                </a:gsLst>
                <a:lin ang="10800000" scaled="1"/>
                <a:tileRect/>
              </a:gradFill>
              <a:ln>
                <a:noFill/>
              </a:ln>
              <a:effectLst/>
            </c:spPr>
            <c:extLst>
              <c:ext xmlns:c16="http://schemas.microsoft.com/office/drawing/2014/chart" uri="{C3380CC4-5D6E-409C-BE32-E72D297353CC}">
                <c16:uniqueId val="{00000001-1412-4CC0-A5FF-07DEB587AC95}"/>
              </c:ext>
            </c:extLst>
          </c:dPt>
          <c:dPt>
            <c:idx val="1"/>
            <c:invertIfNegative val="0"/>
            <c:bubble3D val="0"/>
            <c:spPr>
              <a:gradFill flip="none" rotWithShape="1">
                <a:gsLst>
                  <a:gs pos="0">
                    <a:schemeClr val="accent2">
                      <a:alpha val="50000"/>
                    </a:schemeClr>
                  </a:gs>
                  <a:gs pos="100000">
                    <a:schemeClr val="accent2">
                      <a:alpha val="10000"/>
                    </a:schemeClr>
                  </a:gs>
                </a:gsLst>
                <a:lin ang="10800000" scaled="1"/>
                <a:tileRect/>
              </a:gradFill>
              <a:ln>
                <a:noFill/>
              </a:ln>
              <a:effectLst/>
            </c:spPr>
            <c:extLst>
              <c:ext xmlns:c16="http://schemas.microsoft.com/office/drawing/2014/chart" uri="{C3380CC4-5D6E-409C-BE32-E72D297353CC}">
                <c16:uniqueId val="{00000003-1412-4CC0-A5FF-07DEB587AC95}"/>
              </c:ext>
            </c:extLst>
          </c:dPt>
          <c:dPt>
            <c:idx val="2"/>
            <c:invertIfNegative val="0"/>
            <c:bubble3D val="0"/>
            <c:spPr>
              <a:gradFill flip="none" rotWithShape="1">
                <a:gsLst>
                  <a:gs pos="0">
                    <a:schemeClr val="accent2">
                      <a:alpha val="50000"/>
                    </a:schemeClr>
                  </a:gs>
                  <a:gs pos="100000">
                    <a:schemeClr val="accent2">
                      <a:alpha val="10000"/>
                    </a:schemeClr>
                  </a:gs>
                </a:gsLst>
                <a:lin ang="10800000" scaled="1"/>
                <a:tileRect/>
              </a:gradFill>
              <a:ln>
                <a:noFill/>
              </a:ln>
              <a:effectLst/>
            </c:spPr>
            <c:extLst>
              <c:ext xmlns:c16="http://schemas.microsoft.com/office/drawing/2014/chart" uri="{C3380CC4-5D6E-409C-BE32-E72D297353CC}">
                <c16:uniqueId val="{00000005-1412-4CC0-A5FF-07DEB587AC95}"/>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季度1</c:v>
                </c:pt>
                <c:pt idx="1">
                  <c:v>季度2</c:v>
                </c:pt>
                <c:pt idx="2">
                  <c:v>季度3</c:v>
                </c:pt>
                <c:pt idx="3">
                  <c:v>季度4</c:v>
                </c:pt>
              </c:strCache>
            </c:strRef>
          </c:cat>
          <c:val>
            <c:numRef>
              <c:f>Sheet1!$B$2:$B$5</c:f>
              <c:numCache>
                <c:formatCode>General</c:formatCode>
                <c:ptCount val="4"/>
                <c:pt idx="0">
                  <c:v>43000</c:v>
                </c:pt>
                <c:pt idx="1">
                  <c:v>25000</c:v>
                </c:pt>
                <c:pt idx="2">
                  <c:v>35000</c:v>
                </c:pt>
                <c:pt idx="3">
                  <c:v>45000</c:v>
                </c:pt>
              </c:numCache>
            </c:numRef>
          </c:val>
          <c:extLst>
            <c:ext xmlns:c16="http://schemas.microsoft.com/office/drawing/2014/chart" uri="{C3380CC4-5D6E-409C-BE32-E72D297353CC}">
              <c16:uniqueId val="{00000006-1412-4CC0-A5FF-07DEB587AC95}"/>
            </c:ext>
          </c:extLst>
        </c:ser>
        <c:dLbls>
          <c:showLegendKey val="0"/>
          <c:showVal val="0"/>
          <c:showCatName val="0"/>
          <c:showSerName val="0"/>
          <c:showPercent val="0"/>
          <c:showBubbleSize val="0"/>
        </c:dLbls>
        <c:gapWidth val="45"/>
        <c:axId val="46186759"/>
        <c:axId val="46184239"/>
      </c:barChart>
      <c:catAx>
        <c:axId val="46186759"/>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chemeClr val="tx1">
                    <a:alpha val="50000"/>
                  </a:schemeClr>
                </a:solidFill>
                <a:latin typeface="+mn-lt"/>
                <a:ea typeface="+mn-ea"/>
                <a:cs typeface="+mn-cs"/>
              </a:defRPr>
            </a:pPr>
            <a:endParaRPr lang="zh-CN"/>
          </a:p>
        </c:txPr>
        <c:crossAx val="46184239"/>
        <c:crosses val="autoZero"/>
        <c:auto val="1"/>
        <c:lblAlgn val="ctr"/>
        <c:lblOffset val="100"/>
        <c:noMultiLvlLbl val="0"/>
      </c:catAx>
      <c:valAx>
        <c:axId val="4618423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alpha val="50000"/>
                  </a:schemeClr>
                </a:solidFill>
                <a:latin typeface="+mn-lt"/>
                <a:ea typeface="+mn-ea"/>
                <a:cs typeface="+mn-cs"/>
              </a:defRPr>
            </a:pPr>
            <a:endParaRPr lang="zh-CN"/>
          </a:p>
        </c:txPr>
        <c:crossAx val="46186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市场份额</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季度1</c:v>
                </c:pt>
                <c:pt idx="1">
                  <c:v>季度2</c:v>
                </c:pt>
                <c:pt idx="2">
                  <c:v>季度3</c:v>
                </c:pt>
                <c:pt idx="3">
                  <c:v>季度4</c:v>
                </c:pt>
              </c:strCache>
            </c:strRef>
          </c:cat>
          <c:val>
            <c:numRef>
              <c:f>Sheet1!$B$2:$B$5</c:f>
              <c:numCache>
                <c:formatCode>General</c:formatCode>
                <c:ptCount val="4"/>
                <c:pt idx="0">
                  <c:v>43000</c:v>
                </c:pt>
                <c:pt idx="1">
                  <c:v>25000</c:v>
                </c:pt>
                <c:pt idx="2">
                  <c:v>35000</c:v>
                </c:pt>
                <c:pt idx="3">
                  <c:v>45000</c:v>
                </c:pt>
              </c:numCache>
            </c:numRef>
          </c:val>
          <c:smooth val="1"/>
          <c:extLst>
            <c:ext xmlns:c16="http://schemas.microsoft.com/office/drawing/2014/chart" uri="{C3380CC4-5D6E-409C-BE32-E72D297353CC}">
              <c16:uniqueId val="{00000000-12A1-4C5F-8BF8-E65DFFD57060}"/>
            </c:ext>
          </c:extLst>
        </c:ser>
        <c:dLbls>
          <c:dLblPos val="t"/>
          <c:showLegendKey val="0"/>
          <c:showVal val="1"/>
          <c:showCatName val="0"/>
          <c:showSerName val="0"/>
          <c:showPercent val="0"/>
          <c:showBubbleSize val="0"/>
        </c:dLbls>
        <c:smooth val="0"/>
        <c:axId val="46186759"/>
        <c:axId val="46184239"/>
      </c:lineChart>
      <c:catAx>
        <c:axId val="46186759"/>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chemeClr val="tx1">
                    <a:alpha val="50000"/>
                  </a:schemeClr>
                </a:solidFill>
                <a:latin typeface="+mn-lt"/>
                <a:ea typeface="+mn-ea"/>
                <a:cs typeface="+mn-cs"/>
              </a:defRPr>
            </a:pPr>
            <a:endParaRPr lang="zh-CN"/>
          </a:p>
        </c:txPr>
        <c:crossAx val="46184239"/>
        <c:crosses val="autoZero"/>
        <c:auto val="1"/>
        <c:lblAlgn val="ctr"/>
        <c:lblOffset val="100"/>
        <c:noMultiLvlLbl val="0"/>
      </c:catAx>
      <c:valAx>
        <c:axId val="4618423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alpha val="50000"/>
                  </a:schemeClr>
                </a:solidFill>
                <a:latin typeface="+mn-lt"/>
                <a:ea typeface="+mn-ea"/>
                <a:cs typeface="+mn-cs"/>
              </a:defRPr>
            </a:pPr>
            <a:endParaRPr lang="zh-CN"/>
          </a:p>
        </c:txPr>
        <c:crossAx val="46186759"/>
        <c:crosses val="autoZero"/>
        <c:crossBetween val="between"/>
        <c:majorUnit val="10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核心项目达成</c:v>
                </c:pt>
              </c:strCache>
            </c:strRef>
          </c:tx>
          <c:spPr>
            <a:gradFill>
              <a:gsLst>
                <a:gs pos="20000">
                  <a:schemeClr val="accent1"/>
                </a:gs>
                <a:gs pos="100000">
                  <a:srgbClr val="FFFFFF">
                    <a:alpha val="0"/>
                  </a:srgbClr>
                </a:gs>
              </a:gsLst>
              <a:lin ang="5400000" scaled="1"/>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季度1</c:v>
                </c:pt>
                <c:pt idx="1">
                  <c:v>季度2</c:v>
                </c:pt>
                <c:pt idx="2">
                  <c:v>季度3</c:v>
                </c:pt>
                <c:pt idx="3">
                  <c:v>季度4</c:v>
                </c:pt>
              </c:strCache>
            </c:strRef>
          </c:cat>
          <c:val>
            <c:numRef>
              <c:f>Sheet1!$B$2:$B$5</c:f>
              <c:numCache>
                <c:formatCode>General</c:formatCode>
                <c:ptCount val="4"/>
                <c:pt idx="0">
                  <c:v>45000</c:v>
                </c:pt>
                <c:pt idx="1">
                  <c:v>35000</c:v>
                </c:pt>
                <c:pt idx="2">
                  <c:v>35000</c:v>
                </c:pt>
                <c:pt idx="3">
                  <c:v>45000</c:v>
                </c:pt>
              </c:numCache>
            </c:numRef>
          </c:val>
          <c:extLst>
            <c:ext xmlns:c16="http://schemas.microsoft.com/office/drawing/2014/chart" uri="{C3380CC4-5D6E-409C-BE32-E72D297353CC}">
              <c16:uniqueId val="{00000000-DF40-4A84-9F35-277506390D18}"/>
            </c:ext>
          </c:extLst>
        </c:ser>
        <c:ser>
          <c:idx val="2"/>
          <c:order val="1"/>
          <c:tx>
            <c:strRef>
              <c:f>Sheet1!$D$1</c:f>
              <c:strCache>
                <c:ptCount val="1"/>
                <c:pt idx="0">
                  <c:v>绩效提升</c:v>
                </c:pt>
              </c:strCache>
            </c:strRef>
          </c:tx>
          <c:spPr>
            <a:gradFill flip="none" rotWithShape="1">
              <a:gsLst>
                <a:gs pos="20000">
                  <a:schemeClr val="accent2"/>
                </a:gs>
                <a:gs pos="100000">
                  <a:srgbClr val="FFFFFF">
                    <a:alpha val="0"/>
                  </a:srgbClr>
                </a:gs>
              </a:gsLst>
              <a:lin ang="5400000" scaled="1"/>
              <a:tileRect/>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季度1</c:v>
                </c:pt>
                <c:pt idx="1">
                  <c:v>季度2</c:v>
                </c:pt>
                <c:pt idx="2">
                  <c:v>季度3</c:v>
                </c:pt>
                <c:pt idx="3">
                  <c:v>季度4</c:v>
                </c:pt>
              </c:strCache>
            </c:strRef>
          </c:cat>
          <c:val>
            <c:numRef>
              <c:f>Sheet1!$D$2:$D$5</c:f>
              <c:numCache>
                <c:formatCode>General</c:formatCode>
                <c:ptCount val="4"/>
                <c:pt idx="0">
                  <c:v>40000</c:v>
                </c:pt>
                <c:pt idx="1">
                  <c:v>35000</c:v>
                </c:pt>
                <c:pt idx="2">
                  <c:v>45000</c:v>
                </c:pt>
                <c:pt idx="3">
                  <c:v>40000</c:v>
                </c:pt>
              </c:numCache>
            </c:numRef>
          </c:val>
          <c:extLst>
            <c:ext xmlns:c16="http://schemas.microsoft.com/office/drawing/2014/chart" uri="{C3380CC4-5D6E-409C-BE32-E72D297353CC}">
              <c16:uniqueId val="{00000001-DF40-4A84-9F35-277506390D18}"/>
            </c:ext>
          </c:extLst>
        </c:ser>
        <c:dLbls>
          <c:dLblPos val="outEnd"/>
          <c:showLegendKey val="0"/>
          <c:showVal val="1"/>
          <c:showCatName val="0"/>
          <c:showSerName val="0"/>
          <c:showPercent val="0"/>
          <c:showBubbleSize val="0"/>
        </c:dLbls>
        <c:gapWidth val="150"/>
        <c:axId val="117406647"/>
        <c:axId val="117407367"/>
      </c:barChart>
      <c:catAx>
        <c:axId val="117406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crossAx val="117407367"/>
        <c:crosses val="autoZero"/>
        <c:auto val="1"/>
        <c:lblAlgn val="ctr"/>
        <c:lblOffset val="100"/>
        <c:noMultiLvlLbl val="0"/>
      </c:catAx>
      <c:valAx>
        <c:axId val="11740736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2">
                    <a:alpha val="70000"/>
                  </a:schemeClr>
                </a:solidFill>
                <a:latin typeface="+mn-lt"/>
                <a:ea typeface="+mn-ea"/>
                <a:cs typeface="+mn-cs"/>
              </a:defRPr>
            </a:pPr>
            <a:endParaRPr lang="zh-CN"/>
          </a:p>
        </c:txPr>
        <c:crossAx val="1174066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Sheet1!$A$2:$A$9</cx:f>
        <cx:lvl ptCount="8">
          <cx:pt idx="0">类别 1</cx:pt>
          <cx:pt idx="1">类别 2</cx:pt>
          <cx:pt idx="2">类别 3</cx:pt>
          <cx:pt idx="3">类别 4</cx:pt>
          <cx:pt idx="4">类别 5</cx:pt>
          <cx:pt idx="5">类别 6</cx:pt>
          <cx:pt idx="6">类别 7</cx:pt>
          <cx:pt idx="7">类别 8</cx:pt>
        </cx:lvl>
      </cx:strDim>
      <cx:numDim type="val">
        <cx:f>Sheet1!$B$2:$B$9</cx:f>
        <cx:lvl ptCount="8" formatCode="G/通用格式">
          <cx:pt idx="0">10</cx:pt>
          <cx:pt idx="1">-20</cx:pt>
          <cx:pt idx="2">50</cx:pt>
          <cx:pt idx="3">-40</cx:pt>
          <cx:pt idx="4">-30</cx:pt>
          <cx:pt idx="5">90</cx:pt>
          <cx:pt idx="6">70</cx:pt>
          <cx:pt idx="7">140</cx:pt>
        </cx:lvl>
      </cx:numDim>
    </cx:data>
  </cx:chartData>
  <cx:chart>
    <cx:plotArea>
      <cx:plotAreaRegion>
        <cx:series layoutId="waterfall" uniqueId="{9A0B8DF3-DE4A-4E59-A987-C0541A865F72}">
          <cx:tx>
            <cx:txData>
              <cx:f>Sheet1!$B$1</cx:f>
              <cx:v>系列 1</cx:v>
            </cx:txData>
          </cx:tx>
          <cx:dataLabels>
            <cx:visibility seriesName="0" categoryName="0" value="1"/>
          </cx:dataLabels>
          <cx:dataId val="0"/>
          <cx:layoutPr>
            <cx:subtotals>
              <cx:idx val="0"/>
              <cx:idx val="4"/>
              <cx:idx val="7"/>
            </cx:subtotals>
          </cx:layoutPr>
        </cx:series>
      </cx:plotAreaRegion>
      <cx:axis id="0">
        <cx:catScaling gapWidth="0.5"/>
        <cx:tickLabels/>
      </cx:axis>
      <cx:axis id="1">
        <cx:valScaling/>
        <cx:majorGridlines/>
        <cx:tickLabels/>
      </cx:axis>
    </cx:plotArea>
    <cx:legend pos="r" align="ctr" overlay="0">
      <cx:txPr>
        <a:bodyPr spcFirstLastPara="1" vertOverflow="ellipsis" horzOverflow="overflow" wrap="square" lIns="0" tIns="0" rIns="0" bIns="0" anchor="ctr" anchorCtr="1"/>
        <a:lstStyle/>
        <a:p>
          <a:pPr algn="ctr" rtl="0">
            <a:defRPr/>
          </a:pPr>
          <a:endParaRPr lang="zh-CN" altLang="en-US" sz="1197" b="0" i="0" u="none" strike="noStrike" baseline="0">
            <a:solidFill>
              <a:srgbClr val="000000">
                <a:lumMod val="65000"/>
                <a:lumOff val="35000"/>
              </a:srgbClr>
            </a:solidFill>
            <a:latin typeface="Arial"/>
            <a:ea typeface="微软雅黑"/>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EC2D388-097D-63EB-9E6C-0DC83CD238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6FD6612E-421C-1EFB-5339-9A215C473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2AF557-9478-4685-B0F7-F99BFDA6BE2C}" type="datetimeFigureOut">
              <a:rPr lang="zh-CN" altLang="en-US" smtClean="0"/>
              <a:t>2025/2/11</a:t>
            </a:fld>
            <a:endParaRPr lang="zh-CN" altLang="en-US"/>
          </a:p>
        </p:txBody>
      </p:sp>
      <p:sp>
        <p:nvSpPr>
          <p:cNvPr id="4" name="页脚占位符 3">
            <a:extLst>
              <a:ext uri="{FF2B5EF4-FFF2-40B4-BE49-F238E27FC236}">
                <a16:creationId xmlns:a16="http://schemas.microsoft.com/office/drawing/2014/main" id="{B19F5228-E34E-32FE-84F8-044DE31894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ED7A0A1-BB3C-AFEB-7DF3-5A442532151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2816B3-3138-48D5-ACFC-789E9F5E4B42}" type="slidenum">
              <a:rPr lang="zh-CN" altLang="en-US" smtClean="0"/>
              <a:t>‹#›</a:t>
            </a:fld>
            <a:endParaRPr lang="zh-CN" altLang="en-US"/>
          </a:p>
        </p:txBody>
      </p:sp>
    </p:spTree>
    <p:extLst>
      <p:ext uri="{BB962C8B-B14F-4D97-AF65-F5344CB8AC3E}">
        <p14:creationId xmlns:p14="http://schemas.microsoft.com/office/powerpoint/2010/main" val="201993252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82576-9CA2-4D4A-962B-82D4F0E7EB4F}" type="datetimeFigureOut">
              <a:rPr lang="zh-CN" altLang="en-US" smtClean="0"/>
              <a:t>2025/2/11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27CFBE-460D-49C1-815D-13D67707D3DC}" type="slidenum">
              <a:rPr lang="zh-CN" altLang="en-US" smtClean="0"/>
              <a:t>‹#›</a:t>
            </a:fld>
            <a:endParaRPr lang="zh-CN" altLang="en-US"/>
          </a:p>
        </p:txBody>
      </p:sp>
    </p:spTree>
    <p:extLst>
      <p:ext uri="{BB962C8B-B14F-4D97-AF65-F5344CB8AC3E}">
        <p14:creationId xmlns:p14="http://schemas.microsoft.com/office/powerpoint/2010/main" val="2225364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27CFBE-460D-49C1-815D-13D67707D3DC}" type="slidenum">
              <a:rPr lang="zh-CN" altLang="en-US" smtClean="0"/>
              <a:t>2</a:t>
            </a:fld>
            <a:endParaRPr lang="zh-CN" altLang="en-US"/>
          </a:p>
        </p:txBody>
      </p:sp>
    </p:spTree>
    <p:extLst>
      <p:ext uri="{BB962C8B-B14F-4D97-AF65-F5344CB8AC3E}">
        <p14:creationId xmlns:p14="http://schemas.microsoft.com/office/powerpoint/2010/main" val="1770867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554a38d7-0899-498c-873a-8cf3f62f95bc.source.3.zh-Hans</a:t>
            </a:r>
            <a:endParaRPr lang="zh-CN" altLang="en-US" dirty="0"/>
          </a:p>
        </p:txBody>
      </p:sp>
      <p:sp>
        <p:nvSpPr>
          <p:cNvPr id="4" name="灯片编号占位符 3"/>
          <p:cNvSpPr>
            <a:spLocks noGrp="1"/>
          </p:cNvSpPr>
          <p:nvPr>
            <p:ph type="sldNum" sz="quarter" idx="5"/>
          </p:nvPr>
        </p:nvSpPr>
        <p:spPr/>
        <p:txBody>
          <a:bodyPr/>
          <a:lstStyle/>
          <a:p>
            <a:fld id="{7BEBAC62-997D-4408-B49A-7890FEDCBD60}" type="slidenum">
              <a:rPr lang="zh-CN" altLang="en-US" smtClean="0"/>
              <a:t>4</a:t>
            </a:fld>
            <a:endParaRPr lang="zh-CN" altLang="en-US"/>
          </a:p>
        </p:txBody>
      </p:sp>
    </p:spTree>
    <p:extLst>
      <p:ext uri="{BB962C8B-B14F-4D97-AF65-F5344CB8AC3E}">
        <p14:creationId xmlns:p14="http://schemas.microsoft.com/office/powerpoint/2010/main" val="285434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27CFBE-460D-49C1-815D-13D67707D3DC}" type="slidenum">
              <a:rPr lang="zh-CN" altLang="en-US" smtClean="0"/>
              <a:t>8</a:t>
            </a:fld>
            <a:endParaRPr lang="zh-CN" altLang="en-US"/>
          </a:p>
        </p:txBody>
      </p:sp>
    </p:spTree>
    <p:extLst>
      <p:ext uri="{BB962C8B-B14F-4D97-AF65-F5344CB8AC3E}">
        <p14:creationId xmlns:p14="http://schemas.microsoft.com/office/powerpoint/2010/main" val="1425159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27CFBE-460D-49C1-815D-13D67707D3DC}" type="slidenum">
              <a:rPr lang="zh-CN" altLang="en-US" smtClean="0"/>
              <a:t>14</a:t>
            </a:fld>
            <a:endParaRPr lang="zh-CN" altLang="en-US"/>
          </a:p>
        </p:txBody>
      </p:sp>
    </p:spTree>
    <p:extLst>
      <p:ext uri="{BB962C8B-B14F-4D97-AF65-F5344CB8AC3E}">
        <p14:creationId xmlns:p14="http://schemas.microsoft.com/office/powerpoint/2010/main" val="26681908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16="http://schemas.microsoft.com/office/drawing/2014/main" xmlns:a14="http://schemas.microsoft.com/office/drawing/2010/main" xmlns:asvg="http://schemas.microsoft.com/office/drawing/2016/SVG/main" xmlns:a="http://schemas.openxmlformats.org/drawingml/2006/main" xmlns:r="http://schemas.openxmlformats.org/officeDocument/2006/relationships" xmlns:p="http://schemas.openxmlformats.org/presentationml/2006/main" showMasterSp="0" matchingName="Title Slide" preserve="1" userDrawn="1">
  <p:cSld name="Title Slide">
    <p:bg>
      <p:bgRef idx="1001">
        <a:schemeClr val="bg1"/>
      </p:bgRef>
    </p:bg>
    <p:spTree>
      <p:nvGrpSpPr>
        <p:cNvPr id="1" name=""/>
        <p:cNvGrpSpPr/>
        <p:nvPr/>
      </p:nvGrpSpPr>
      <p:grpSpPr>
        <a:xfrm>
          <a:off x="0" y="0"/>
          <a:ext cx="0" cy="0"/>
          <a:chOff x="0" y="0"/>
          <a:chExt cx="0" cy="0"/>
        </a:xfrm>
      </p:grpSpPr>
      <p:grpSp>
        <p:nvGrpSpPr>
          <p:cNvPr id="45" name="组合 44">
            <a:extLst>
              <a:ext uri="{FF2B5EF4-FFF2-40B4-BE49-F238E27FC236}">
                <a16:creationId xmlns:a16="http://schemas.microsoft.com/office/drawing/2014/main" id="{2175566C-1F03-043C-3FD0-D423F47B20D9}"/>
              </a:ext>
            </a:extLst>
          </p:cNvPr>
          <p:cNvGrpSpPr/>
          <p:nvPr userDrawn="1"/>
        </p:nvGrpSpPr>
        <p:grpSpPr>
          <a:xfrm>
            <a:off x="-2" y="-2"/>
            <a:ext cx="12192004" cy="6858003"/>
            <a:chOff x="-2" y="-2"/>
            <a:chExt cx="12192004" cy="6858003"/>
          </a:xfrm>
        </p:grpSpPr>
        <p:pic>
          <p:nvPicPr>
            <p:cNvPr id="25" name="图片 24" descr="背景图案&#10;&#10;AI 生成的内容可能不正确。">
              <a:extLst>
                <a:ext uri="{FF2B5EF4-FFF2-40B4-BE49-F238E27FC236}">
                  <a16:creationId xmlns:a16="http://schemas.microsoft.com/office/drawing/2014/main" id="{E14951E0-2C56-A18B-1124-152F3F35531D}"/>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rcRect l="8644" t="-1" r="6640" b="-1"/>
            <a:stretch/>
          </p:blipFill>
          <p:spPr>
            <a:xfrm rot="5400000">
              <a:off x="2666999" y="-2667001"/>
              <a:ext cx="6858001" cy="12192004"/>
            </a:xfrm>
            <a:prstGeom prst="rect">
              <a:avLst/>
            </a:prstGeom>
          </p:spPr>
        </p:pic>
        <p:pic>
          <p:nvPicPr>
            <p:cNvPr id="26" name="图片 25" descr="背景图案&#10;&#10;AI 生成的内容可能不正确。">
              <a:extLst>
                <a:ext uri="{FF2B5EF4-FFF2-40B4-BE49-F238E27FC236}">
                  <a16:creationId xmlns:a16="http://schemas.microsoft.com/office/drawing/2014/main" id="{CEA0E2A4-76BA-84C8-8EBC-8E98FC1DCE44}"/>
                </a:ext>
              </a:extLst>
            </p:cNvPr>
            <p:cNvPicPr>
              <a:picLocks noChangeAspect="1"/>
            </p:cNvPicPr>
            <p:nvPr userDrawn="1"/>
          </p:nvPicPr>
          <p:blipFill>
            <a:blip r:embed="rId3">
              <a:alphaModFix amt="66000"/>
              <a:extLst>
                <a:ext uri="{28A0092B-C50C-407E-A947-70E740481C1C}">
                  <a14:useLocalDpi xmlns:a14="http://schemas.microsoft.com/office/drawing/2010/main" val="0"/>
                </a:ext>
              </a:extLst>
            </a:blip>
            <a:stretch>
              <a:fillRect/>
            </a:stretch>
          </p:blipFill>
          <p:spPr>
            <a:xfrm>
              <a:off x="1" y="-2"/>
              <a:ext cx="12191998" cy="6858002"/>
            </a:xfrm>
            <a:prstGeom prst="rect">
              <a:avLst/>
            </a:prstGeom>
          </p:spPr>
        </p:pic>
        <p:sp>
          <p:nvSpPr>
            <p:cNvPr id="27" name="矩形 26">
              <a:extLst>
                <a:ext uri="{FF2B5EF4-FFF2-40B4-BE49-F238E27FC236}">
                  <a16:creationId xmlns:a16="http://schemas.microsoft.com/office/drawing/2014/main" id="{FA1CD638-366C-7468-5D66-EE39243F8814}"/>
                </a:ext>
              </a:extLst>
            </p:cNvPr>
            <p:cNvSpPr/>
            <p:nvPr userDrawn="1"/>
          </p:nvSpPr>
          <p:spPr>
            <a:xfrm rot="16200000">
              <a:off x="4455722" y="-3427022"/>
              <a:ext cx="3280553" cy="12191998"/>
            </a:xfrm>
            <a:prstGeom prst="rect">
              <a:avLst/>
            </a:prstGeom>
            <a:gradFill>
              <a:gsLst>
                <a:gs pos="100000">
                  <a:schemeClr val="accent1">
                    <a:lumMod val="5000"/>
                    <a:lumOff val="95000"/>
                    <a:alpha val="0"/>
                  </a:schemeClr>
                </a:gs>
                <a:gs pos="42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任意多边形: 形状 28">
              <a:extLst>
                <a:ext uri="{FF2B5EF4-FFF2-40B4-BE49-F238E27FC236}">
                  <a16:creationId xmlns:a16="http://schemas.microsoft.com/office/drawing/2014/main" id="{0380FB0C-6A41-8992-DC18-189DB3753E2E}"/>
                </a:ext>
              </a:extLst>
            </p:cNvPr>
            <p:cNvSpPr/>
            <p:nvPr userDrawn="1"/>
          </p:nvSpPr>
          <p:spPr>
            <a:xfrm rot="16200000">
              <a:off x="10638189" y="134748"/>
              <a:ext cx="303249" cy="1476779"/>
            </a:xfrm>
            <a:custGeom>
              <a:avLst/>
              <a:gdLst>
                <a:gd name="connsiteX0" fmla="*/ 276020 w 303249"/>
                <a:gd name="connsiteY0" fmla="*/ 1422321 h 1476779"/>
                <a:gd name="connsiteX1" fmla="*/ 248791 w 303249"/>
                <a:gd name="connsiteY1" fmla="*/ 1449550 h 1476779"/>
                <a:gd name="connsiteX2" fmla="*/ 276020 w 303249"/>
                <a:gd name="connsiteY2" fmla="*/ 1476779 h 1476779"/>
                <a:gd name="connsiteX3" fmla="*/ 303249 w 303249"/>
                <a:gd name="connsiteY3" fmla="*/ 1449550 h 1476779"/>
                <a:gd name="connsiteX4" fmla="*/ 276020 w 303249"/>
                <a:gd name="connsiteY4" fmla="*/ 1422321 h 1476779"/>
                <a:gd name="connsiteX5" fmla="*/ 27229 w 303249"/>
                <a:gd name="connsiteY5" fmla="*/ 1422320 h 1476779"/>
                <a:gd name="connsiteX6" fmla="*/ 0 w 303249"/>
                <a:gd name="connsiteY6" fmla="*/ 1449549 h 1476779"/>
                <a:gd name="connsiteX7" fmla="*/ 27229 w 303249"/>
                <a:gd name="connsiteY7" fmla="*/ 1476778 h 1476779"/>
                <a:gd name="connsiteX8" fmla="*/ 54458 w 303249"/>
                <a:gd name="connsiteY8" fmla="*/ 1449549 h 1476779"/>
                <a:gd name="connsiteX9" fmla="*/ 27229 w 303249"/>
                <a:gd name="connsiteY9" fmla="*/ 1422320 h 1476779"/>
                <a:gd name="connsiteX10" fmla="*/ 151624 w 303249"/>
                <a:gd name="connsiteY10" fmla="*/ 1422320 h 1476779"/>
                <a:gd name="connsiteX11" fmla="*/ 124395 w 303249"/>
                <a:gd name="connsiteY11" fmla="*/ 1449549 h 1476779"/>
                <a:gd name="connsiteX12" fmla="*/ 151624 w 303249"/>
                <a:gd name="connsiteY12" fmla="*/ 1476778 h 1476779"/>
                <a:gd name="connsiteX13" fmla="*/ 178853 w 303249"/>
                <a:gd name="connsiteY13" fmla="*/ 1449549 h 1476779"/>
                <a:gd name="connsiteX14" fmla="*/ 151624 w 303249"/>
                <a:gd name="connsiteY14" fmla="*/ 1422320 h 1476779"/>
                <a:gd name="connsiteX15" fmla="*/ 276020 w 303249"/>
                <a:gd name="connsiteY15" fmla="*/ 1280089 h 1476779"/>
                <a:gd name="connsiteX16" fmla="*/ 248791 w 303249"/>
                <a:gd name="connsiteY16" fmla="*/ 1307318 h 1476779"/>
                <a:gd name="connsiteX17" fmla="*/ 276020 w 303249"/>
                <a:gd name="connsiteY17" fmla="*/ 1334547 h 1476779"/>
                <a:gd name="connsiteX18" fmla="*/ 303249 w 303249"/>
                <a:gd name="connsiteY18" fmla="*/ 1307318 h 1476779"/>
                <a:gd name="connsiteX19" fmla="*/ 276020 w 303249"/>
                <a:gd name="connsiteY19" fmla="*/ 1280089 h 1476779"/>
                <a:gd name="connsiteX20" fmla="*/ 27229 w 303249"/>
                <a:gd name="connsiteY20" fmla="*/ 1280088 h 1476779"/>
                <a:gd name="connsiteX21" fmla="*/ 0 w 303249"/>
                <a:gd name="connsiteY21" fmla="*/ 1307317 h 1476779"/>
                <a:gd name="connsiteX22" fmla="*/ 27229 w 303249"/>
                <a:gd name="connsiteY22" fmla="*/ 1334546 h 1476779"/>
                <a:gd name="connsiteX23" fmla="*/ 54458 w 303249"/>
                <a:gd name="connsiteY23" fmla="*/ 1307317 h 1476779"/>
                <a:gd name="connsiteX24" fmla="*/ 27229 w 303249"/>
                <a:gd name="connsiteY24" fmla="*/ 1280088 h 1476779"/>
                <a:gd name="connsiteX25" fmla="*/ 151624 w 303249"/>
                <a:gd name="connsiteY25" fmla="*/ 1280088 h 1476779"/>
                <a:gd name="connsiteX26" fmla="*/ 124395 w 303249"/>
                <a:gd name="connsiteY26" fmla="*/ 1307317 h 1476779"/>
                <a:gd name="connsiteX27" fmla="*/ 151624 w 303249"/>
                <a:gd name="connsiteY27" fmla="*/ 1334546 h 1476779"/>
                <a:gd name="connsiteX28" fmla="*/ 178853 w 303249"/>
                <a:gd name="connsiteY28" fmla="*/ 1307317 h 1476779"/>
                <a:gd name="connsiteX29" fmla="*/ 151624 w 303249"/>
                <a:gd name="connsiteY29" fmla="*/ 1280088 h 1476779"/>
                <a:gd name="connsiteX30" fmla="*/ 276020 w 303249"/>
                <a:gd name="connsiteY30" fmla="*/ 1137857 h 1476779"/>
                <a:gd name="connsiteX31" fmla="*/ 248791 w 303249"/>
                <a:gd name="connsiteY31" fmla="*/ 1165086 h 1476779"/>
                <a:gd name="connsiteX32" fmla="*/ 276020 w 303249"/>
                <a:gd name="connsiteY32" fmla="*/ 1192315 h 1476779"/>
                <a:gd name="connsiteX33" fmla="*/ 303249 w 303249"/>
                <a:gd name="connsiteY33" fmla="*/ 1165086 h 1476779"/>
                <a:gd name="connsiteX34" fmla="*/ 276020 w 303249"/>
                <a:gd name="connsiteY34" fmla="*/ 1137857 h 1476779"/>
                <a:gd name="connsiteX35" fmla="*/ 27229 w 303249"/>
                <a:gd name="connsiteY35" fmla="*/ 1137856 h 1476779"/>
                <a:gd name="connsiteX36" fmla="*/ 0 w 303249"/>
                <a:gd name="connsiteY36" fmla="*/ 1165085 h 1476779"/>
                <a:gd name="connsiteX37" fmla="*/ 27229 w 303249"/>
                <a:gd name="connsiteY37" fmla="*/ 1192314 h 1476779"/>
                <a:gd name="connsiteX38" fmla="*/ 54458 w 303249"/>
                <a:gd name="connsiteY38" fmla="*/ 1165085 h 1476779"/>
                <a:gd name="connsiteX39" fmla="*/ 27229 w 303249"/>
                <a:gd name="connsiteY39" fmla="*/ 1137856 h 1476779"/>
                <a:gd name="connsiteX40" fmla="*/ 151624 w 303249"/>
                <a:gd name="connsiteY40" fmla="*/ 1137856 h 1476779"/>
                <a:gd name="connsiteX41" fmla="*/ 124395 w 303249"/>
                <a:gd name="connsiteY41" fmla="*/ 1165085 h 1476779"/>
                <a:gd name="connsiteX42" fmla="*/ 151624 w 303249"/>
                <a:gd name="connsiteY42" fmla="*/ 1192314 h 1476779"/>
                <a:gd name="connsiteX43" fmla="*/ 178853 w 303249"/>
                <a:gd name="connsiteY43" fmla="*/ 1165085 h 1476779"/>
                <a:gd name="connsiteX44" fmla="*/ 151624 w 303249"/>
                <a:gd name="connsiteY44" fmla="*/ 1137856 h 1476779"/>
                <a:gd name="connsiteX45" fmla="*/ 276020 w 303249"/>
                <a:gd name="connsiteY45" fmla="*/ 995625 h 1476779"/>
                <a:gd name="connsiteX46" fmla="*/ 248791 w 303249"/>
                <a:gd name="connsiteY46" fmla="*/ 1022854 h 1476779"/>
                <a:gd name="connsiteX47" fmla="*/ 276020 w 303249"/>
                <a:gd name="connsiteY47" fmla="*/ 1050083 h 1476779"/>
                <a:gd name="connsiteX48" fmla="*/ 303249 w 303249"/>
                <a:gd name="connsiteY48" fmla="*/ 1022854 h 1476779"/>
                <a:gd name="connsiteX49" fmla="*/ 276020 w 303249"/>
                <a:gd name="connsiteY49" fmla="*/ 995625 h 1476779"/>
                <a:gd name="connsiteX50" fmla="*/ 27229 w 303249"/>
                <a:gd name="connsiteY50" fmla="*/ 995624 h 1476779"/>
                <a:gd name="connsiteX51" fmla="*/ 0 w 303249"/>
                <a:gd name="connsiteY51" fmla="*/ 1022853 h 1476779"/>
                <a:gd name="connsiteX52" fmla="*/ 27229 w 303249"/>
                <a:gd name="connsiteY52" fmla="*/ 1050082 h 1476779"/>
                <a:gd name="connsiteX53" fmla="*/ 54458 w 303249"/>
                <a:gd name="connsiteY53" fmla="*/ 1022853 h 1476779"/>
                <a:gd name="connsiteX54" fmla="*/ 27229 w 303249"/>
                <a:gd name="connsiteY54" fmla="*/ 995624 h 1476779"/>
                <a:gd name="connsiteX55" fmla="*/ 151624 w 303249"/>
                <a:gd name="connsiteY55" fmla="*/ 995624 h 1476779"/>
                <a:gd name="connsiteX56" fmla="*/ 124395 w 303249"/>
                <a:gd name="connsiteY56" fmla="*/ 1022853 h 1476779"/>
                <a:gd name="connsiteX57" fmla="*/ 151624 w 303249"/>
                <a:gd name="connsiteY57" fmla="*/ 1050082 h 1476779"/>
                <a:gd name="connsiteX58" fmla="*/ 178853 w 303249"/>
                <a:gd name="connsiteY58" fmla="*/ 1022853 h 1476779"/>
                <a:gd name="connsiteX59" fmla="*/ 151624 w 303249"/>
                <a:gd name="connsiteY59" fmla="*/ 995624 h 1476779"/>
                <a:gd name="connsiteX60" fmla="*/ 276020 w 303249"/>
                <a:gd name="connsiteY60" fmla="*/ 853393 h 1476779"/>
                <a:gd name="connsiteX61" fmla="*/ 248791 w 303249"/>
                <a:gd name="connsiteY61" fmla="*/ 880622 h 1476779"/>
                <a:gd name="connsiteX62" fmla="*/ 276020 w 303249"/>
                <a:gd name="connsiteY62" fmla="*/ 907851 h 1476779"/>
                <a:gd name="connsiteX63" fmla="*/ 303249 w 303249"/>
                <a:gd name="connsiteY63" fmla="*/ 880622 h 1476779"/>
                <a:gd name="connsiteX64" fmla="*/ 276020 w 303249"/>
                <a:gd name="connsiteY64" fmla="*/ 853393 h 1476779"/>
                <a:gd name="connsiteX65" fmla="*/ 27229 w 303249"/>
                <a:gd name="connsiteY65" fmla="*/ 853392 h 1476779"/>
                <a:gd name="connsiteX66" fmla="*/ 0 w 303249"/>
                <a:gd name="connsiteY66" fmla="*/ 880621 h 1476779"/>
                <a:gd name="connsiteX67" fmla="*/ 27229 w 303249"/>
                <a:gd name="connsiteY67" fmla="*/ 907850 h 1476779"/>
                <a:gd name="connsiteX68" fmla="*/ 54458 w 303249"/>
                <a:gd name="connsiteY68" fmla="*/ 880621 h 1476779"/>
                <a:gd name="connsiteX69" fmla="*/ 27229 w 303249"/>
                <a:gd name="connsiteY69" fmla="*/ 853392 h 1476779"/>
                <a:gd name="connsiteX70" fmla="*/ 151624 w 303249"/>
                <a:gd name="connsiteY70" fmla="*/ 853392 h 1476779"/>
                <a:gd name="connsiteX71" fmla="*/ 124395 w 303249"/>
                <a:gd name="connsiteY71" fmla="*/ 880621 h 1476779"/>
                <a:gd name="connsiteX72" fmla="*/ 151624 w 303249"/>
                <a:gd name="connsiteY72" fmla="*/ 907850 h 1476779"/>
                <a:gd name="connsiteX73" fmla="*/ 178853 w 303249"/>
                <a:gd name="connsiteY73" fmla="*/ 880621 h 1476779"/>
                <a:gd name="connsiteX74" fmla="*/ 151624 w 303249"/>
                <a:gd name="connsiteY74" fmla="*/ 853392 h 1476779"/>
                <a:gd name="connsiteX75" fmla="*/ 276020 w 303249"/>
                <a:gd name="connsiteY75" fmla="*/ 711161 h 1476779"/>
                <a:gd name="connsiteX76" fmla="*/ 248791 w 303249"/>
                <a:gd name="connsiteY76" fmla="*/ 738390 h 1476779"/>
                <a:gd name="connsiteX77" fmla="*/ 276020 w 303249"/>
                <a:gd name="connsiteY77" fmla="*/ 765619 h 1476779"/>
                <a:gd name="connsiteX78" fmla="*/ 303249 w 303249"/>
                <a:gd name="connsiteY78" fmla="*/ 738390 h 1476779"/>
                <a:gd name="connsiteX79" fmla="*/ 276020 w 303249"/>
                <a:gd name="connsiteY79" fmla="*/ 711161 h 1476779"/>
                <a:gd name="connsiteX80" fmla="*/ 27229 w 303249"/>
                <a:gd name="connsiteY80" fmla="*/ 711160 h 1476779"/>
                <a:gd name="connsiteX81" fmla="*/ 0 w 303249"/>
                <a:gd name="connsiteY81" fmla="*/ 738389 h 1476779"/>
                <a:gd name="connsiteX82" fmla="*/ 27229 w 303249"/>
                <a:gd name="connsiteY82" fmla="*/ 765618 h 1476779"/>
                <a:gd name="connsiteX83" fmla="*/ 54458 w 303249"/>
                <a:gd name="connsiteY83" fmla="*/ 738389 h 1476779"/>
                <a:gd name="connsiteX84" fmla="*/ 27229 w 303249"/>
                <a:gd name="connsiteY84" fmla="*/ 711160 h 1476779"/>
                <a:gd name="connsiteX85" fmla="*/ 151624 w 303249"/>
                <a:gd name="connsiteY85" fmla="*/ 711160 h 1476779"/>
                <a:gd name="connsiteX86" fmla="*/ 124395 w 303249"/>
                <a:gd name="connsiteY86" fmla="*/ 738389 h 1476779"/>
                <a:gd name="connsiteX87" fmla="*/ 151624 w 303249"/>
                <a:gd name="connsiteY87" fmla="*/ 765618 h 1476779"/>
                <a:gd name="connsiteX88" fmla="*/ 178853 w 303249"/>
                <a:gd name="connsiteY88" fmla="*/ 738389 h 1476779"/>
                <a:gd name="connsiteX89" fmla="*/ 151624 w 303249"/>
                <a:gd name="connsiteY89" fmla="*/ 711160 h 1476779"/>
                <a:gd name="connsiteX90" fmla="*/ 276020 w 303249"/>
                <a:gd name="connsiteY90" fmla="*/ 568929 h 1476779"/>
                <a:gd name="connsiteX91" fmla="*/ 248791 w 303249"/>
                <a:gd name="connsiteY91" fmla="*/ 596158 h 1476779"/>
                <a:gd name="connsiteX92" fmla="*/ 276020 w 303249"/>
                <a:gd name="connsiteY92" fmla="*/ 623387 h 1476779"/>
                <a:gd name="connsiteX93" fmla="*/ 303249 w 303249"/>
                <a:gd name="connsiteY93" fmla="*/ 596158 h 1476779"/>
                <a:gd name="connsiteX94" fmla="*/ 276020 w 303249"/>
                <a:gd name="connsiteY94" fmla="*/ 568929 h 1476779"/>
                <a:gd name="connsiteX95" fmla="*/ 27229 w 303249"/>
                <a:gd name="connsiteY95" fmla="*/ 568928 h 1476779"/>
                <a:gd name="connsiteX96" fmla="*/ 0 w 303249"/>
                <a:gd name="connsiteY96" fmla="*/ 596157 h 1476779"/>
                <a:gd name="connsiteX97" fmla="*/ 27229 w 303249"/>
                <a:gd name="connsiteY97" fmla="*/ 623386 h 1476779"/>
                <a:gd name="connsiteX98" fmla="*/ 54458 w 303249"/>
                <a:gd name="connsiteY98" fmla="*/ 596157 h 1476779"/>
                <a:gd name="connsiteX99" fmla="*/ 27229 w 303249"/>
                <a:gd name="connsiteY99" fmla="*/ 568928 h 1476779"/>
                <a:gd name="connsiteX100" fmla="*/ 151624 w 303249"/>
                <a:gd name="connsiteY100" fmla="*/ 568928 h 1476779"/>
                <a:gd name="connsiteX101" fmla="*/ 124395 w 303249"/>
                <a:gd name="connsiteY101" fmla="*/ 596157 h 1476779"/>
                <a:gd name="connsiteX102" fmla="*/ 151624 w 303249"/>
                <a:gd name="connsiteY102" fmla="*/ 623386 h 1476779"/>
                <a:gd name="connsiteX103" fmla="*/ 178853 w 303249"/>
                <a:gd name="connsiteY103" fmla="*/ 596157 h 1476779"/>
                <a:gd name="connsiteX104" fmla="*/ 151624 w 303249"/>
                <a:gd name="connsiteY104" fmla="*/ 568928 h 1476779"/>
                <a:gd name="connsiteX105" fmla="*/ 276020 w 303249"/>
                <a:gd name="connsiteY105" fmla="*/ 426697 h 1476779"/>
                <a:gd name="connsiteX106" fmla="*/ 248791 w 303249"/>
                <a:gd name="connsiteY106" fmla="*/ 453926 h 1476779"/>
                <a:gd name="connsiteX107" fmla="*/ 276020 w 303249"/>
                <a:gd name="connsiteY107" fmla="*/ 481155 h 1476779"/>
                <a:gd name="connsiteX108" fmla="*/ 303249 w 303249"/>
                <a:gd name="connsiteY108" fmla="*/ 453926 h 1476779"/>
                <a:gd name="connsiteX109" fmla="*/ 276020 w 303249"/>
                <a:gd name="connsiteY109" fmla="*/ 426697 h 1476779"/>
                <a:gd name="connsiteX110" fmla="*/ 27229 w 303249"/>
                <a:gd name="connsiteY110" fmla="*/ 426696 h 1476779"/>
                <a:gd name="connsiteX111" fmla="*/ 0 w 303249"/>
                <a:gd name="connsiteY111" fmla="*/ 453925 h 1476779"/>
                <a:gd name="connsiteX112" fmla="*/ 27229 w 303249"/>
                <a:gd name="connsiteY112" fmla="*/ 481154 h 1476779"/>
                <a:gd name="connsiteX113" fmla="*/ 54458 w 303249"/>
                <a:gd name="connsiteY113" fmla="*/ 453925 h 1476779"/>
                <a:gd name="connsiteX114" fmla="*/ 27229 w 303249"/>
                <a:gd name="connsiteY114" fmla="*/ 426696 h 1476779"/>
                <a:gd name="connsiteX115" fmla="*/ 151624 w 303249"/>
                <a:gd name="connsiteY115" fmla="*/ 426696 h 1476779"/>
                <a:gd name="connsiteX116" fmla="*/ 124395 w 303249"/>
                <a:gd name="connsiteY116" fmla="*/ 453925 h 1476779"/>
                <a:gd name="connsiteX117" fmla="*/ 151624 w 303249"/>
                <a:gd name="connsiteY117" fmla="*/ 481154 h 1476779"/>
                <a:gd name="connsiteX118" fmla="*/ 178853 w 303249"/>
                <a:gd name="connsiteY118" fmla="*/ 453925 h 1476779"/>
                <a:gd name="connsiteX119" fmla="*/ 151624 w 303249"/>
                <a:gd name="connsiteY119" fmla="*/ 426696 h 1476779"/>
                <a:gd name="connsiteX120" fmla="*/ 276020 w 303249"/>
                <a:gd name="connsiteY120" fmla="*/ 284465 h 1476779"/>
                <a:gd name="connsiteX121" fmla="*/ 248791 w 303249"/>
                <a:gd name="connsiteY121" fmla="*/ 311694 h 1476779"/>
                <a:gd name="connsiteX122" fmla="*/ 276020 w 303249"/>
                <a:gd name="connsiteY122" fmla="*/ 338923 h 1476779"/>
                <a:gd name="connsiteX123" fmla="*/ 303249 w 303249"/>
                <a:gd name="connsiteY123" fmla="*/ 311694 h 1476779"/>
                <a:gd name="connsiteX124" fmla="*/ 276020 w 303249"/>
                <a:gd name="connsiteY124" fmla="*/ 284465 h 1476779"/>
                <a:gd name="connsiteX125" fmla="*/ 27229 w 303249"/>
                <a:gd name="connsiteY125" fmla="*/ 284464 h 1476779"/>
                <a:gd name="connsiteX126" fmla="*/ 0 w 303249"/>
                <a:gd name="connsiteY126" fmla="*/ 311693 h 1476779"/>
                <a:gd name="connsiteX127" fmla="*/ 27229 w 303249"/>
                <a:gd name="connsiteY127" fmla="*/ 338922 h 1476779"/>
                <a:gd name="connsiteX128" fmla="*/ 54458 w 303249"/>
                <a:gd name="connsiteY128" fmla="*/ 311693 h 1476779"/>
                <a:gd name="connsiteX129" fmla="*/ 27229 w 303249"/>
                <a:gd name="connsiteY129" fmla="*/ 284464 h 1476779"/>
                <a:gd name="connsiteX130" fmla="*/ 151624 w 303249"/>
                <a:gd name="connsiteY130" fmla="*/ 284464 h 1476779"/>
                <a:gd name="connsiteX131" fmla="*/ 124395 w 303249"/>
                <a:gd name="connsiteY131" fmla="*/ 311693 h 1476779"/>
                <a:gd name="connsiteX132" fmla="*/ 151624 w 303249"/>
                <a:gd name="connsiteY132" fmla="*/ 338922 h 1476779"/>
                <a:gd name="connsiteX133" fmla="*/ 178853 w 303249"/>
                <a:gd name="connsiteY133" fmla="*/ 311693 h 1476779"/>
                <a:gd name="connsiteX134" fmla="*/ 151624 w 303249"/>
                <a:gd name="connsiteY134" fmla="*/ 284464 h 1476779"/>
                <a:gd name="connsiteX135" fmla="*/ 151624 w 303249"/>
                <a:gd name="connsiteY135" fmla="*/ 142233 h 1476779"/>
                <a:gd name="connsiteX136" fmla="*/ 124395 w 303249"/>
                <a:gd name="connsiteY136" fmla="*/ 169462 h 1476779"/>
                <a:gd name="connsiteX137" fmla="*/ 151624 w 303249"/>
                <a:gd name="connsiteY137" fmla="*/ 196691 h 1476779"/>
                <a:gd name="connsiteX138" fmla="*/ 178853 w 303249"/>
                <a:gd name="connsiteY138" fmla="*/ 169462 h 1476779"/>
                <a:gd name="connsiteX139" fmla="*/ 151624 w 303249"/>
                <a:gd name="connsiteY139" fmla="*/ 142233 h 1476779"/>
                <a:gd name="connsiteX140" fmla="*/ 276020 w 303249"/>
                <a:gd name="connsiteY140" fmla="*/ 142233 h 1476779"/>
                <a:gd name="connsiteX141" fmla="*/ 248791 w 303249"/>
                <a:gd name="connsiteY141" fmla="*/ 169462 h 1476779"/>
                <a:gd name="connsiteX142" fmla="*/ 276020 w 303249"/>
                <a:gd name="connsiteY142" fmla="*/ 196691 h 1476779"/>
                <a:gd name="connsiteX143" fmla="*/ 303249 w 303249"/>
                <a:gd name="connsiteY143" fmla="*/ 169462 h 1476779"/>
                <a:gd name="connsiteX144" fmla="*/ 276020 w 303249"/>
                <a:gd name="connsiteY144" fmla="*/ 142233 h 1476779"/>
                <a:gd name="connsiteX145" fmla="*/ 27229 w 303249"/>
                <a:gd name="connsiteY145" fmla="*/ 142232 h 1476779"/>
                <a:gd name="connsiteX146" fmla="*/ 0 w 303249"/>
                <a:gd name="connsiteY146" fmla="*/ 169461 h 1476779"/>
                <a:gd name="connsiteX147" fmla="*/ 27229 w 303249"/>
                <a:gd name="connsiteY147" fmla="*/ 196690 h 1476779"/>
                <a:gd name="connsiteX148" fmla="*/ 54458 w 303249"/>
                <a:gd name="connsiteY148" fmla="*/ 169461 h 1476779"/>
                <a:gd name="connsiteX149" fmla="*/ 27229 w 303249"/>
                <a:gd name="connsiteY149" fmla="*/ 142232 h 1476779"/>
                <a:gd name="connsiteX150" fmla="*/ 151625 w 303249"/>
                <a:gd name="connsiteY150" fmla="*/ 1 h 1476779"/>
                <a:gd name="connsiteX151" fmla="*/ 124396 w 303249"/>
                <a:gd name="connsiteY151" fmla="*/ 27230 h 1476779"/>
                <a:gd name="connsiteX152" fmla="*/ 151625 w 303249"/>
                <a:gd name="connsiteY152" fmla="*/ 54459 h 1476779"/>
                <a:gd name="connsiteX153" fmla="*/ 178854 w 303249"/>
                <a:gd name="connsiteY153" fmla="*/ 27230 h 1476779"/>
                <a:gd name="connsiteX154" fmla="*/ 151625 w 303249"/>
                <a:gd name="connsiteY154" fmla="*/ 1 h 1476779"/>
                <a:gd name="connsiteX155" fmla="*/ 276020 w 303249"/>
                <a:gd name="connsiteY155" fmla="*/ 1 h 1476779"/>
                <a:gd name="connsiteX156" fmla="*/ 248791 w 303249"/>
                <a:gd name="connsiteY156" fmla="*/ 27230 h 1476779"/>
                <a:gd name="connsiteX157" fmla="*/ 276020 w 303249"/>
                <a:gd name="connsiteY157" fmla="*/ 54459 h 1476779"/>
                <a:gd name="connsiteX158" fmla="*/ 303249 w 303249"/>
                <a:gd name="connsiteY158" fmla="*/ 27230 h 1476779"/>
                <a:gd name="connsiteX159" fmla="*/ 276020 w 303249"/>
                <a:gd name="connsiteY159" fmla="*/ 1 h 1476779"/>
                <a:gd name="connsiteX160" fmla="*/ 27229 w 303249"/>
                <a:gd name="connsiteY160" fmla="*/ 0 h 1476779"/>
                <a:gd name="connsiteX161" fmla="*/ 0 w 303249"/>
                <a:gd name="connsiteY161" fmla="*/ 27229 h 1476779"/>
                <a:gd name="connsiteX162" fmla="*/ 27229 w 303249"/>
                <a:gd name="connsiteY162" fmla="*/ 54458 h 1476779"/>
                <a:gd name="connsiteX163" fmla="*/ 54458 w 303249"/>
                <a:gd name="connsiteY163" fmla="*/ 27229 h 1476779"/>
                <a:gd name="connsiteX164" fmla="*/ 27229 w 303249"/>
                <a:gd name="connsiteY164" fmla="*/ 0 h 147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303249" h="1476779">
                  <a:moveTo>
                    <a:pt x="276020" y="1422321"/>
                  </a:moveTo>
                  <a:cubicBezTo>
                    <a:pt x="260982" y="1422321"/>
                    <a:pt x="248791" y="1434512"/>
                    <a:pt x="248791" y="1449550"/>
                  </a:cubicBezTo>
                  <a:cubicBezTo>
                    <a:pt x="248791" y="1464588"/>
                    <a:pt x="260982" y="1476779"/>
                    <a:pt x="276020" y="1476779"/>
                  </a:cubicBezTo>
                  <a:cubicBezTo>
                    <a:pt x="291058" y="1476779"/>
                    <a:pt x="303249" y="1464588"/>
                    <a:pt x="303249" y="1449550"/>
                  </a:cubicBezTo>
                  <a:cubicBezTo>
                    <a:pt x="303249" y="1434512"/>
                    <a:pt x="291058" y="1422321"/>
                    <a:pt x="276020" y="1422321"/>
                  </a:cubicBezTo>
                  <a:close/>
                  <a:moveTo>
                    <a:pt x="27229" y="1422320"/>
                  </a:moveTo>
                  <a:cubicBezTo>
                    <a:pt x="12191" y="1422320"/>
                    <a:pt x="0" y="1434511"/>
                    <a:pt x="0" y="1449549"/>
                  </a:cubicBezTo>
                  <a:cubicBezTo>
                    <a:pt x="0" y="1464587"/>
                    <a:pt x="12191" y="1476778"/>
                    <a:pt x="27229" y="1476778"/>
                  </a:cubicBezTo>
                  <a:cubicBezTo>
                    <a:pt x="42267" y="1476778"/>
                    <a:pt x="54458" y="1464587"/>
                    <a:pt x="54458" y="1449549"/>
                  </a:cubicBezTo>
                  <a:cubicBezTo>
                    <a:pt x="54458" y="1434511"/>
                    <a:pt x="42267" y="1422320"/>
                    <a:pt x="27229" y="1422320"/>
                  </a:cubicBezTo>
                  <a:close/>
                  <a:moveTo>
                    <a:pt x="151624" y="1422320"/>
                  </a:moveTo>
                  <a:cubicBezTo>
                    <a:pt x="136586" y="1422320"/>
                    <a:pt x="124395" y="1434511"/>
                    <a:pt x="124395" y="1449549"/>
                  </a:cubicBezTo>
                  <a:cubicBezTo>
                    <a:pt x="124395" y="1464587"/>
                    <a:pt x="136586" y="1476778"/>
                    <a:pt x="151624" y="1476778"/>
                  </a:cubicBezTo>
                  <a:cubicBezTo>
                    <a:pt x="166662" y="1476778"/>
                    <a:pt x="178853" y="1464587"/>
                    <a:pt x="178853" y="1449549"/>
                  </a:cubicBezTo>
                  <a:cubicBezTo>
                    <a:pt x="178853" y="1434511"/>
                    <a:pt x="166662" y="1422320"/>
                    <a:pt x="151624" y="1422320"/>
                  </a:cubicBezTo>
                  <a:close/>
                  <a:moveTo>
                    <a:pt x="276020" y="1280089"/>
                  </a:moveTo>
                  <a:cubicBezTo>
                    <a:pt x="260982" y="1280089"/>
                    <a:pt x="248791" y="1292280"/>
                    <a:pt x="248791" y="1307318"/>
                  </a:cubicBezTo>
                  <a:cubicBezTo>
                    <a:pt x="248791" y="1322356"/>
                    <a:pt x="260982" y="1334547"/>
                    <a:pt x="276020" y="1334547"/>
                  </a:cubicBezTo>
                  <a:cubicBezTo>
                    <a:pt x="291058" y="1334547"/>
                    <a:pt x="303249" y="1322356"/>
                    <a:pt x="303249" y="1307318"/>
                  </a:cubicBezTo>
                  <a:cubicBezTo>
                    <a:pt x="303249" y="1292280"/>
                    <a:pt x="291058" y="1280089"/>
                    <a:pt x="276020" y="1280089"/>
                  </a:cubicBezTo>
                  <a:close/>
                  <a:moveTo>
                    <a:pt x="27229" y="1280088"/>
                  </a:moveTo>
                  <a:cubicBezTo>
                    <a:pt x="12191" y="1280088"/>
                    <a:pt x="0" y="1292279"/>
                    <a:pt x="0" y="1307317"/>
                  </a:cubicBezTo>
                  <a:cubicBezTo>
                    <a:pt x="0" y="1322355"/>
                    <a:pt x="12191" y="1334546"/>
                    <a:pt x="27229" y="1334546"/>
                  </a:cubicBezTo>
                  <a:cubicBezTo>
                    <a:pt x="42267" y="1334546"/>
                    <a:pt x="54458" y="1322355"/>
                    <a:pt x="54458" y="1307317"/>
                  </a:cubicBezTo>
                  <a:cubicBezTo>
                    <a:pt x="54458" y="1292279"/>
                    <a:pt x="42267" y="1280088"/>
                    <a:pt x="27229" y="1280088"/>
                  </a:cubicBezTo>
                  <a:close/>
                  <a:moveTo>
                    <a:pt x="151624" y="1280088"/>
                  </a:moveTo>
                  <a:cubicBezTo>
                    <a:pt x="136586" y="1280088"/>
                    <a:pt x="124395" y="1292279"/>
                    <a:pt x="124395" y="1307317"/>
                  </a:cubicBezTo>
                  <a:cubicBezTo>
                    <a:pt x="124395" y="1322355"/>
                    <a:pt x="136586" y="1334546"/>
                    <a:pt x="151624" y="1334546"/>
                  </a:cubicBezTo>
                  <a:cubicBezTo>
                    <a:pt x="166662" y="1334546"/>
                    <a:pt x="178853" y="1322355"/>
                    <a:pt x="178853" y="1307317"/>
                  </a:cubicBezTo>
                  <a:cubicBezTo>
                    <a:pt x="178853" y="1292279"/>
                    <a:pt x="166662" y="1280088"/>
                    <a:pt x="151624" y="1280088"/>
                  </a:cubicBezTo>
                  <a:close/>
                  <a:moveTo>
                    <a:pt x="276020" y="1137857"/>
                  </a:moveTo>
                  <a:cubicBezTo>
                    <a:pt x="260982" y="1137857"/>
                    <a:pt x="248791" y="1150048"/>
                    <a:pt x="248791" y="1165086"/>
                  </a:cubicBezTo>
                  <a:cubicBezTo>
                    <a:pt x="248791" y="1180124"/>
                    <a:pt x="260982" y="1192315"/>
                    <a:pt x="276020" y="1192315"/>
                  </a:cubicBezTo>
                  <a:cubicBezTo>
                    <a:pt x="291058" y="1192315"/>
                    <a:pt x="303249" y="1180124"/>
                    <a:pt x="303249" y="1165086"/>
                  </a:cubicBezTo>
                  <a:cubicBezTo>
                    <a:pt x="303249" y="1150048"/>
                    <a:pt x="291058" y="1137857"/>
                    <a:pt x="276020" y="1137857"/>
                  </a:cubicBezTo>
                  <a:close/>
                  <a:moveTo>
                    <a:pt x="27229" y="1137856"/>
                  </a:moveTo>
                  <a:cubicBezTo>
                    <a:pt x="12191" y="1137856"/>
                    <a:pt x="0" y="1150047"/>
                    <a:pt x="0" y="1165085"/>
                  </a:cubicBezTo>
                  <a:cubicBezTo>
                    <a:pt x="0" y="1180123"/>
                    <a:pt x="12191" y="1192314"/>
                    <a:pt x="27229" y="1192314"/>
                  </a:cubicBezTo>
                  <a:cubicBezTo>
                    <a:pt x="42267" y="1192314"/>
                    <a:pt x="54458" y="1180123"/>
                    <a:pt x="54458" y="1165085"/>
                  </a:cubicBezTo>
                  <a:cubicBezTo>
                    <a:pt x="54458" y="1150047"/>
                    <a:pt x="42267" y="1137856"/>
                    <a:pt x="27229" y="1137856"/>
                  </a:cubicBezTo>
                  <a:close/>
                  <a:moveTo>
                    <a:pt x="151624" y="1137856"/>
                  </a:moveTo>
                  <a:cubicBezTo>
                    <a:pt x="136586" y="1137856"/>
                    <a:pt x="124395" y="1150047"/>
                    <a:pt x="124395" y="1165085"/>
                  </a:cubicBezTo>
                  <a:cubicBezTo>
                    <a:pt x="124395" y="1180123"/>
                    <a:pt x="136586" y="1192314"/>
                    <a:pt x="151624" y="1192314"/>
                  </a:cubicBezTo>
                  <a:cubicBezTo>
                    <a:pt x="166662" y="1192314"/>
                    <a:pt x="178853" y="1180123"/>
                    <a:pt x="178853" y="1165085"/>
                  </a:cubicBezTo>
                  <a:cubicBezTo>
                    <a:pt x="178853" y="1150047"/>
                    <a:pt x="166662" y="1137856"/>
                    <a:pt x="151624" y="1137856"/>
                  </a:cubicBezTo>
                  <a:close/>
                  <a:moveTo>
                    <a:pt x="276020" y="995625"/>
                  </a:moveTo>
                  <a:cubicBezTo>
                    <a:pt x="260982" y="995625"/>
                    <a:pt x="248791" y="1007816"/>
                    <a:pt x="248791" y="1022854"/>
                  </a:cubicBezTo>
                  <a:cubicBezTo>
                    <a:pt x="248791" y="1037892"/>
                    <a:pt x="260982" y="1050083"/>
                    <a:pt x="276020" y="1050083"/>
                  </a:cubicBezTo>
                  <a:cubicBezTo>
                    <a:pt x="291058" y="1050083"/>
                    <a:pt x="303249" y="1037892"/>
                    <a:pt x="303249" y="1022854"/>
                  </a:cubicBezTo>
                  <a:cubicBezTo>
                    <a:pt x="303249" y="1007816"/>
                    <a:pt x="291058" y="995625"/>
                    <a:pt x="276020" y="995625"/>
                  </a:cubicBezTo>
                  <a:close/>
                  <a:moveTo>
                    <a:pt x="27229" y="995624"/>
                  </a:moveTo>
                  <a:cubicBezTo>
                    <a:pt x="12191" y="995624"/>
                    <a:pt x="0" y="1007815"/>
                    <a:pt x="0" y="1022853"/>
                  </a:cubicBezTo>
                  <a:cubicBezTo>
                    <a:pt x="0" y="1037891"/>
                    <a:pt x="12191" y="1050082"/>
                    <a:pt x="27229" y="1050082"/>
                  </a:cubicBezTo>
                  <a:cubicBezTo>
                    <a:pt x="42267" y="1050082"/>
                    <a:pt x="54458" y="1037891"/>
                    <a:pt x="54458" y="1022853"/>
                  </a:cubicBezTo>
                  <a:cubicBezTo>
                    <a:pt x="54458" y="1007815"/>
                    <a:pt x="42267" y="995624"/>
                    <a:pt x="27229" y="995624"/>
                  </a:cubicBezTo>
                  <a:close/>
                  <a:moveTo>
                    <a:pt x="151624" y="995624"/>
                  </a:moveTo>
                  <a:cubicBezTo>
                    <a:pt x="136586" y="995624"/>
                    <a:pt x="124395" y="1007815"/>
                    <a:pt x="124395" y="1022853"/>
                  </a:cubicBezTo>
                  <a:cubicBezTo>
                    <a:pt x="124395" y="1037891"/>
                    <a:pt x="136586" y="1050082"/>
                    <a:pt x="151624" y="1050082"/>
                  </a:cubicBezTo>
                  <a:cubicBezTo>
                    <a:pt x="166662" y="1050082"/>
                    <a:pt x="178853" y="1037891"/>
                    <a:pt x="178853" y="1022853"/>
                  </a:cubicBezTo>
                  <a:cubicBezTo>
                    <a:pt x="178853" y="1007815"/>
                    <a:pt x="166662" y="995624"/>
                    <a:pt x="151624" y="995624"/>
                  </a:cubicBezTo>
                  <a:close/>
                  <a:moveTo>
                    <a:pt x="276020" y="853393"/>
                  </a:moveTo>
                  <a:cubicBezTo>
                    <a:pt x="260982" y="853393"/>
                    <a:pt x="248791" y="865584"/>
                    <a:pt x="248791" y="880622"/>
                  </a:cubicBezTo>
                  <a:cubicBezTo>
                    <a:pt x="248791" y="895660"/>
                    <a:pt x="260982" y="907851"/>
                    <a:pt x="276020" y="907851"/>
                  </a:cubicBezTo>
                  <a:cubicBezTo>
                    <a:pt x="291058" y="907851"/>
                    <a:pt x="303249" y="895660"/>
                    <a:pt x="303249" y="880622"/>
                  </a:cubicBezTo>
                  <a:cubicBezTo>
                    <a:pt x="303249" y="865584"/>
                    <a:pt x="291058" y="853393"/>
                    <a:pt x="276020" y="853393"/>
                  </a:cubicBezTo>
                  <a:close/>
                  <a:moveTo>
                    <a:pt x="27229" y="853392"/>
                  </a:moveTo>
                  <a:cubicBezTo>
                    <a:pt x="12191" y="853392"/>
                    <a:pt x="0" y="865583"/>
                    <a:pt x="0" y="880621"/>
                  </a:cubicBezTo>
                  <a:cubicBezTo>
                    <a:pt x="0" y="895659"/>
                    <a:pt x="12191" y="907850"/>
                    <a:pt x="27229" y="907850"/>
                  </a:cubicBezTo>
                  <a:cubicBezTo>
                    <a:pt x="42267" y="907850"/>
                    <a:pt x="54458" y="895659"/>
                    <a:pt x="54458" y="880621"/>
                  </a:cubicBezTo>
                  <a:cubicBezTo>
                    <a:pt x="54458" y="865583"/>
                    <a:pt x="42267" y="853392"/>
                    <a:pt x="27229" y="853392"/>
                  </a:cubicBezTo>
                  <a:close/>
                  <a:moveTo>
                    <a:pt x="151624" y="853392"/>
                  </a:moveTo>
                  <a:cubicBezTo>
                    <a:pt x="136586" y="853392"/>
                    <a:pt x="124395" y="865583"/>
                    <a:pt x="124395" y="880621"/>
                  </a:cubicBezTo>
                  <a:cubicBezTo>
                    <a:pt x="124395" y="895659"/>
                    <a:pt x="136586" y="907850"/>
                    <a:pt x="151624" y="907850"/>
                  </a:cubicBezTo>
                  <a:cubicBezTo>
                    <a:pt x="166662" y="907850"/>
                    <a:pt x="178853" y="895659"/>
                    <a:pt x="178853" y="880621"/>
                  </a:cubicBezTo>
                  <a:cubicBezTo>
                    <a:pt x="178853" y="865583"/>
                    <a:pt x="166662" y="853392"/>
                    <a:pt x="151624" y="853392"/>
                  </a:cubicBezTo>
                  <a:close/>
                  <a:moveTo>
                    <a:pt x="276020" y="711161"/>
                  </a:moveTo>
                  <a:cubicBezTo>
                    <a:pt x="260982" y="711161"/>
                    <a:pt x="248791" y="723352"/>
                    <a:pt x="248791" y="738390"/>
                  </a:cubicBezTo>
                  <a:cubicBezTo>
                    <a:pt x="248791" y="753428"/>
                    <a:pt x="260982" y="765619"/>
                    <a:pt x="276020" y="765619"/>
                  </a:cubicBezTo>
                  <a:cubicBezTo>
                    <a:pt x="291058" y="765619"/>
                    <a:pt x="303249" y="753428"/>
                    <a:pt x="303249" y="738390"/>
                  </a:cubicBezTo>
                  <a:cubicBezTo>
                    <a:pt x="303249" y="723352"/>
                    <a:pt x="291058" y="711161"/>
                    <a:pt x="276020" y="711161"/>
                  </a:cubicBezTo>
                  <a:close/>
                  <a:moveTo>
                    <a:pt x="27229" y="711160"/>
                  </a:moveTo>
                  <a:cubicBezTo>
                    <a:pt x="12191" y="711160"/>
                    <a:pt x="0" y="723351"/>
                    <a:pt x="0" y="738389"/>
                  </a:cubicBezTo>
                  <a:cubicBezTo>
                    <a:pt x="0" y="753427"/>
                    <a:pt x="12191" y="765618"/>
                    <a:pt x="27229" y="765618"/>
                  </a:cubicBezTo>
                  <a:cubicBezTo>
                    <a:pt x="42267" y="765618"/>
                    <a:pt x="54458" y="753427"/>
                    <a:pt x="54458" y="738389"/>
                  </a:cubicBezTo>
                  <a:cubicBezTo>
                    <a:pt x="54458" y="723351"/>
                    <a:pt x="42267" y="711160"/>
                    <a:pt x="27229" y="711160"/>
                  </a:cubicBezTo>
                  <a:close/>
                  <a:moveTo>
                    <a:pt x="151624" y="711160"/>
                  </a:moveTo>
                  <a:cubicBezTo>
                    <a:pt x="136586" y="711160"/>
                    <a:pt x="124395" y="723351"/>
                    <a:pt x="124395" y="738389"/>
                  </a:cubicBezTo>
                  <a:cubicBezTo>
                    <a:pt x="124395" y="753427"/>
                    <a:pt x="136586" y="765618"/>
                    <a:pt x="151624" y="765618"/>
                  </a:cubicBezTo>
                  <a:cubicBezTo>
                    <a:pt x="166662" y="765618"/>
                    <a:pt x="178853" y="753427"/>
                    <a:pt x="178853" y="738389"/>
                  </a:cubicBezTo>
                  <a:cubicBezTo>
                    <a:pt x="178853" y="723351"/>
                    <a:pt x="166662" y="711160"/>
                    <a:pt x="151624" y="711160"/>
                  </a:cubicBezTo>
                  <a:close/>
                  <a:moveTo>
                    <a:pt x="276020" y="568929"/>
                  </a:moveTo>
                  <a:cubicBezTo>
                    <a:pt x="260982" y="568929"/>
                    <a:pt x="248791" y="581120"/>
                    <a:pt x="248791" y="596158"/>
                  </a:cubicBezTo>
                  <a:cubicBezTo>
                    <a:pt x="248791" y="611196"/>
                    <a:pt x="260982" y="623387"/>
                    <a:pt x="276020" y="623387"/>
                  </a:cubicBezTo>
                  <a:cubicBezTo>
                    <a:pt x="291058" y="623387"/>
                    <a:pt x="303249" y="611196"/>
                    <a:pt x="303249" y="596158"/>
                  </a:cubicBezTo>
                  <a:cubicBezTo>
                    <a:pt x="303249" y="581120"/>
                    <a:pt x="291058" y="568929"/>
                    <a:pt x="276020" y="568929"/>
                  </a:cubicBezTo>
                  <a:close/>
                  <a:moveTo>
                    <a:pt x="27229" y="568928"/>
                  </a:moveTo>
                  <a:cubicBezTo>
                    <a:pt x="12191" y="568928"/>
                    <a:pt x="0" y="581119"/>
                    <a:pt x="0" y="596157"/>
                  </a:cubicBezTo>
                  <a:cubicBezTo>
                    <a:pt x="0" y="611195"/>
                    <a:pt x="12191" y="623386"/>
                    <a:pt x="27229" y="623386"/>
                  </a:cubicBezTo>
                  <a:cubicBezTo>
                    <a:pt x="42267" y="623386"/>
                    <a:pt x="54458" y="611195"/>
                    <a:pt x="54458" y="596157"/>
                  </a:cubicBezTo>
                  <a:cubicBezTo>
                    <a:pt x="54458" y="581119"/>
                    <a:pt x="42267" y="568928"/>
                    <a:pt x="27229" y="568928"/>
                  </a:cubicBezTo>
                  <a:close/>
                  <a:moveTo>
                    <a:pt x="151624" y="568928"/>
                  </a:moveTo>
                  <a:cubicBezTo>
                    <a:pt x="136586" y="568928"/>
                    <a:pt x="124395" y="581119"/>
                    <a:pt x="124395" y="596157"/>
                  </a:cubicBezTo>
                  <a:cubicBezTo>
                    <a:pt x="124395" y="611195"/>
                    <a:pt x="136586" y="623386"/>
                    <a:pt x="151624" y="623386"/>
                  </a:cubicBezTo>
                  <a:cubicBezTo>
                    <a:pt x="166662" y="623386"/>
                    <a:pt x="178853" y="611195"/>
                    <a:pt x="178853" y="596157"/>
                  </a:cubicBezTo>
                  <a:cubicBezTo>
                    <a:pt x="178853" y="581119"/>
                    <a:pt x="166662" y="568928"/>
                    <a:pt x="151624" y="568928"/>
                  </a:cubicBezTo>
                  <a:close/>
                  <a:moveTo>
                    <a:pt x="276020" y="426697"/>
                  </a:moveTo>
                  <a:cubicBezTo>
                    <a:pt x="260982" y="426697"/>
                    <a:pt x="248791" y="438888"/>
                    <a:pt x="248791" y="453926"/>
                  </a:cubicBezTo>
                  <a:cubicBezTo>
                    <a:pt x="248791" y="468964"/>
                    <a:pt x="260982" y="481155"/>
                    <a:pt x="276020" y="481155"/>
                  </a:cubicBezTo>
                  <a:cubicBezTo>
                    <a:pt x="291058" y="481155"/>
                    <a:pt x="303249" y="468964"/>
                    <a:pt x="303249" y="453926"/>
                  </a:cubicBezTo>
                  <a:cubicBezTo>
                    <a:pt x="303249" y="438888"/>
                    <a:pt x="291058" y="426697"/>
                    <a:pt x="276020" y="426697"/>
                  </a:cubicBezTo>
                  <a:close/>
                  <a:moveTo>
                    <a:pt x="27229" y="426696"/>
                  </a:moveTo>
                  <a:cubicBezTo>
                    <a:pt x="12191" y="426696"/>
                    <a:pt x="0" y="438887"/>
                    <a:pt x="0" y="453925"/>
                  </a:cubicBezTo>
                  <a:cubicBezTo>
                    <a:pt x="0" y="468963"/>
                    <a:pt x="12191" y="481154"/>
                    <a:pt x="27229" y="481154"/>
                  </a:cubicBezTo>
                  <a:cubicBezTo>
                    <a:pt x="42267" y="481154"/>
                    <a:pt x="54458" y="468963"/>
                    <a:pt x="54458" y="453925"/>
                  </a:cubicBezTo>
                  <a:cubicBezTo>
                    <a:pt x="54458" y="438887"/>
                    <a:pt x="42267" y="426696"/>
                    <a:pt x="27229" y="426696"/>
                  </a:cubicBezTo>
                  <a:close/>
                  <a:moveTo>
                    <a:pt x="151624" y="426696"/>
                  </a:moveTo>
                  <a:cubicBezTo>
                    <a:pt x="136586" y="426696"/>
                    <a:pt x="124395" y="438887"/>
                    <a:pt x="124395" y="453925"/>
                  </a:cubicBezTo>
                  <a:cubicBezTo>
                    <a:pt x="124395" y="468963"/>
                    <a:pt x="136586" y="481154"/>
                    <a:pt x="151624" y="481154"/>
                  </a:cubicBezTo>
                  <a:cubicBezTo>
                    <a:pt x="166662" y="481154"/>
                    <a:pt x="178853" y="468963"/>
                    <a:pt x="178853" y="453925"/>
                  </a:cubicBezTo>
                  <a:cubicBezTo>
                    <a:pt x="178853" y="438887"/>
                    <a:pt x="166662" y="426696"/>
                    <a:pt x="151624" y="426696"/>
                  </a:cubicBezTo>
                  <a:close/>
                  <a:moveTo>
                    <a:pt x="276020" y="284465"/>
                  </a:moveTo>
                  <a:cubicBezTo>
                    <a:pt x="260982" y="284465"/>
                    <a:pt x="248791" y="296656"/>
                    <a:pt x="248791" y="311694"/>
                  </a:cubicBezTo>
                  <a:cubicBezTo>
                    <a:pt x="248791" y="326732"/>
                    <a:pt x="260982" y="338923"/>
                    <a:pt x="276020" y="338923"/>
                  </a:cubicBezTo>
                  <a:cubicBezTo>
                    <a:pt x="291058" y="338923"/>
                    <a:pt x="303249" y="326732"/>
                    <a:pt x="303249" y="311694"/>
                  </a:cubicBezTo>
                  <a:cubicBezTo>
                    <a:pt x="303249" y="296656"/>
                    <a:pt x="291058" y="284465"/>
                    <a:pt x="276020" y="284465"/>
                  </a:cubicBezTo>
                  <a:close/>
                  <a:moveTo>
                    <a:pt x="27229" y="284464"/>
                  </a:moveTo>
                  <a:cubicBezTo>
                    <a:pt x="12191" y="284464"/>
                    <a:pt x="0" y="296655"/>
                    <a:pt x="0" y="311693"/>
                  </a:cubicBezTo>
                  <a:cubicBezTo>
                    <a:pt x="0" y="326731"/>
                    <a:pt x="12191" y="338922"/>
                    <a:pt x="27229" y="338922"/>
                  </a:cubicBezTo>
                  <a:cubicBezTo>
                    <a:pt x="42267" y="338922"/>
                    <a:pt x="54458" y="326731"/>
                    <a:pt x="54458" y="311693"/>
                  </a:cubicBezTo>
                  <a:cubicBezTo>
                    <a:pt x="54458" y="296655"/>
                    <a:pt x="42267" y="284464"/>
                    <a:pt x="27229" y="284464"/>
                  </a:cubicBezTo>
                  <a:close/>
                  <a:moveTo>
                    <a:pt x="151624" y="284464"/>
                  </a:moveTo>
                  <a:cubicBezTo>
                    <a:pt x="136586" y="284464"/>
                    <a:pt x="124395" y="296655"/>
                    <a:pt x="124395" y="311693"/>
                  </a:cubicBezTo>
                  <a:cubicBezTo>
                    <a:pt x="124395" y="326731"/>
                    <a:pt x="136586" y="338922"/>
                    <a:pt x="151624" y="338922"/>
                  </a:cubicBezTo>
                  <a:cubicBezTo>
                    <a:pt x="166662" y="338922"/>
                    <a:pt x="178853" y="326731"/>
                    <a:pt x="178853" y="311693"/>
                  </a:cubicBezTo>
                  <a:cubicBezTo>
                    <a:pt x="178853" y="296655"/>
                    <a:pt x="166662" y="284464"/>
                    <a:pt x="151624" y="284464"/>
                  </a:cubicBezTo>
                  <a:close/>
                  <a:moveTo>
                    <a:pt x="151624" y="142233"/>
                  </a:moveTo>
                  <a:cubicBezTo>
                    <a:pt x="136586" y="142233"/>
                    <a:pt x="124395" y="154424"/>
                    <a:pt x="124395" y="169462"/>
                  </a:cubicBezTo>
                  <a:cubicBezTo>
                    <a:pt x="124395" y="184500"/>
                    <a:pt x="136586" y="196691"/>
                    <a:pt x="151624" y="196691"/>
                  </a:cubicBezTo>
                  <a:cubicBezTo>
                    <a:pt x="166662" y="196691"/>
                    <a:pt x="178853" y="184500"/>
                    <a:pt x="178853" y="169462"/>
                  </a:cubicBezTo>
                  <a:cubicBezTo>
                    <a:pt x="178853" y="154424"/>
                    <a:pt x="166662" y="142233"/>
                    <a:pt x="151624" y="142233"/>
                  </a:cubicBezTo>
                  <a:close/>
                  <a:moveTo>
                    <a:pt x="276020" y="142233"/>
                  </a:moveTo>
                  <a:cubicBezTo>
                    <a:pt x="260982" y="142233"/>
                    <a:pt x="248791" y="154424"/>
                    <a:pt x="248791" y="169462"/>
                  </a:cubicBezTo>
                  <a:cubicBezTo>
                    <a:pt x="248791" y="184500"/>
                    <a:pt x="260982" y="196691"/>
                    <a:pt x="276020" y="196691"/>
                  </a:cubicBezTo>
                  <a:cubicBezTo>
                    <a:pt x="291058" y="196691"/>
                    <a:pt x="303249" y="184500"/>
                    <a:pt x="303249" y="169462"/>
                  </a:cubicBezTo>
                  <a:cubicBezTo>
                    <a:pt x="303249" y="154424"/>
                    <a:pt x="291058" y="142233"/>
                    <a:pt x="276020" y="142233"/>
                  </a:cubicBezTo>
                  <a:close/>
                  <a:moveTo>
                    <a:pt x="27229" y="142232"/>
                  </a:moveTo>
                  <a:cubicBezTo>
                    <a:pt x="12191" y="142232"/>
                    <a:pt x="0" y="154423"/>
                    <a:pt x="0" y="169461"/>
                  </a:cubicBezTo>
                  <a:cubicBezTo>
                    <a:pt x="0" y="184499"/>
                    <a:pt x="12191" y="196690"/>
                    <a:pt x="27229" y="196690"/>
                  </a:cubicBezTo>
                  <a:cubicBezTo>
                    <a:pt x="42267" y="196690"/>
                    <a:pt x="54458" y="184499"/>
                    <a:pt x="54458" y="169461"/>
                  </a:cubicBezTo>
                  <a:cubicBezTo>
                    <a:pt x="54458" y="154423"/>
                    <a:pt x="42267" y="142232"/>
                    <a:pt x="27229" y="142232"/>
                  </a:cubicBezTo>
                  <a:close/>
                  <a:moveTo>
                    <a:pt x="151625" y="1"/>
                  </a:moveTo>
                  <a:cubicBezTo>
                    <a:pt x="136587" y="1"/>
                    <a:pt x="124396" y="12192"/>
                    <a:pt x="124396" y="27230"/>
                  </a:cubicBezTo>
                  <a:cubicBezTo>
                    <a:pt x="124396" y="42268"/>
                    <a:pt x="136587" y="54459"/>
                    <a:pt x="151625" y="54459"/>
                  </a:cubicBezTo>
                  <a:cubicBezTo>
                    <a:pt x="166663" y="54459"/>
                    <a:pt x="178854" y="42268"/>
                    <a:pt x="178854" y="27230"/>
                  </a:cubicBezTo>
                  <a:cubicBezTo>
                    <a:pt x="178854" y="12192"/>
                    <a:pt x="166663" y="1"/>
                    <a:pt x="151625" y="1"/>
                  </a:cubicBezTo>
                  <a:close/>
                  <a:moveTo>
                    <a:pt x="276020" y="1"/>
                  </a:moveTo>
                  <a:cubicBezTo>
                    <a:pt x="260982" y="1"/>
                    <a:pt x="248791" y="12192"/>
                    <a:pt x="248791" y="27230"/>
                  </a:cubicBezTo>
                  <a:cubicBezTo>
                    <a:pt x="248791" y="42268"/>
                    <a:pt x="260982" y="54459"/>
                    <a:pt x="276020" y="54459"/>
                  </a:cubicBezTo>
                  <a:cubicBezTo>
                    <a:pt x="291058" y="54459"/>
                    <a:pt x="303249" y="42268"/>
                    <a:pt x="303249" y="27230"/>
                  </a:cubicBezTo>
                  <a:cubicBezTo>
                    <a:pt x="303249" y="12192"/>
                    <a:pt x="291058" y="1"/>
                    <a:pt x="276020" y="1"/>
                  </a:cubicBezTo>
                  <a:close/>
                  <a:moveTo>
                    <a:pt x="27229" y="0"/>
                  </a:moveTo>
                  <a:cubicBezTo>
                    <a:pt x="12191" y="0"/>
                    <a:pt x="0" y="12191"/>
                    <a:pt x="0" y="27229"/>
                  </a:cubicBezTo>
                  <a:cubicBezTo>
                    <a:pt x="0" y="42267"/>
                    <a:pt x="12191" y="54458"/>
                    <a:pt x="27229" y="54458"/>
                  </a:cubicBezTo>
                  <a:cubicBezTo>
                    <a:pt x="42267" y="54458"/>
                    <a:pt x="54458" y="42267"/>
                    <a:pt x="54458" y="27229"/>
                  </a:cubicBezTo>
                  <a:cubicBezTo>
                    <a:pt x="54458" y="12191"/>
                    <a:pt x="42267" y="0"/>
                    <a:pt x="27229"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3" name="组合 42">
              <a:extLst>
                <a:ext uri="{FF2B5EF4-FFF2-40B4-BE49-F238E27FC236}">
                  <a16:creationId xmlns:a16="http://schemas.microsoft.com/office/drawing/2014/main" id="{A426C071-7F49-6A4F-FFAD-19528A795F91}"/>
                </a:ext>
              </a:extLst>
            </p:cNvPr>
            <p:cNvGrpSpPr/>
            <p:nvPr userDrawn="1"/>
          </p:nvGrpSpPr>
          <p:grpSpPr>
            <a:xfrm>
              <a:off x="5211408" y="6411113"/>
              <a:ext cx="6316795" cy="141691"/>
              <a:chOff x="5211408" y="6411113"/>
              <a:chExt cx="6316795" cy="141691"/>
            </a:xfrm>
          </p:grpSpPr>
          <p:sp>
            <p:nvSpPr>
              <p:cNvPr id="28" name="矩形 27">
                <a:extLst>
                  <a:ext uri="{FF2B5EF4-FFF2-40B4-BE49-F238E27FC236}">
                    <a16:creationId xmlns:a16="http://schemas.microsoft.com/office/drawing/2014/main" id="{8C5D51C0-F6CA-0070-0656-8C7F1055A0C2}"/>
                  </a:ext>
                </a:extLst>
              </p:cNvPr>
              <p:cNvSpPr/>
              <p:nvPr userDrawn="1"/>
            </p:nvSpPr>
            <p:spPr>
              <a:xfrm rot="5400000">
                <a:off x="7786744" y="3909283"/>
                <a:ext cx="68185" cy="5218858"/>
              </a:xfrm>
              <a:prstGeom prst="rect">
                <a:avLst/>
              </a:prstGeom>
              <a:gradFill>
                <a:gsLst>
                  <a:gs pos="100000">
                    <a:schemeClr val="accent1">
                      <a:lumMod val="5000"/>
                      <a:lumOff val="95000"/>
                      <a:alpha val="0"/>
                    </a:schemeClr>
                  </a:gs>
                  <a:gs pos="23070">
                    <a:schemeClr val="accent1"/>
                  </a:gs>
                  <a:gs pos="2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4" name="组合 33">
                <a:extLst>
                  <a:ext uri="{FF2B5EF4-FFF2-40B4-BE49-F238E27FC236}">
                    <a16:creationId xmlns:a16="http://schemas.microsoft.com/office/drawing/2014/main" id="{01AC5E81-C698-A4BF-A81A-50F63E737568}"/>
                  </a:ext>
                </a:extLst>
              </p:cNvPr>
              <p:cNvGrpSpPr/>
              <p:nvPr/>
            </p:nvGrpSpPr>
            <p:grpSpPr>
              <a:xfrm>
                <a:off x="10636028" y="6411113"/>
                <a:ext cx="892175" cy="139700"/>
                <a:chOff x="10853738" y="6411113"/>
                <a:chExt cx="892175" cy="139700"/>
              </a:xfrm>
            </p:grpSpPr>
            <p:sp>
              <p:nvSpPr>
                <p:cNvPr id="38" name="椭圆 37">
                  <a:extLst>
                    <a:ext uri="{FF2B5EF4-FFF2-40B4-BE49-F238E27FC236}">
                      <a16:creationId xmlns:a16="http://schemas.microsoft.com/office/drawing/2014/main" id="{A62E3342-95F8-8D5C-059D-029F2E5AF22E}"/>
                    </a:ext>
                  </a:extLst>
                </p:cNvPr>
                <p:cNvSpPr/>
                <p:nvPr userDrawn="1"/>
              </p:nvSpPr>
              <p:spPr>
                <a:xfrm>
                  <a:off x="10853738" y="6411113"/>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8F4C1EF2-6125-4A87-5356-ADE9C13E4930}"/>
                    </a:ext>
                  </a:extLst>
                </p:cNvPr>
                <p:cNvSpPr/>
                <p:nvPr userDrawn="1"/>
              </p:nvSpPr>
              <p:spPr>
                <a:xfrm>
                  <a:off x="11104563" y="6411113"/>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16EB227B-C18E-B40B-6E68-65320E74C699}"/>
                    </a:ext>
                  </a:extLst>
                </p:cNvPr>
                <p:cNvSpPr/>
                <p:nvPr userDrawn="1"/>
              </p:nvSpPr>
              <p:spPr>
                <a:xfrm>
                  <a:off x="11355388" y="6411113"/>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BA557FB5-3F04-650E-10D1-5D1050DAB15C}"/>
                    </a:ext>
                  </a:extLst>
                </p:cNvPr>
                <p:cNvSpPr/>
                <p:nvPr userDrawn="1"/>
              </p:nvSpPr>
              <p:spPr>
                <a:xfrm>
                  <a:off x="11606213" y="6411113"/>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37" name="图形 36">
              <a:extLst>
                <a:ext uri="{FF2B5EF4-FFF2-40B4-BE49-F238E27FC236}">
                  <a16:creationId xmlns:a16="http://schemas.microsoft.com/office/drawing/2014/main" id="{8F3D3E0C-CA58-31D8-6854-7A08A510B15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60400" y="6235700"/>
              <a:ext cx="1676400" cy="438150"/>
            </a:xfrm>
            <a:prstGeom prst="rect">
              <a:avLst/>
            </a:prstGeom>
          </p:spPr>
        </p:pic>
      </p:grpSp>
      <p:sp>
        <p:nvSpPr>
          <p:cNvPr id="5" name="f0258e6f-0463-4ae2-b0e8-06ac9302e491"/>
          <p:cNvSpPr>
            <a:spLocks noGrp="1"/>
          </p:cNvSpPr>
          <p:nvPr>
            <p:ph type="ctrTitle" hasCustomPrompt="1"/>
          </p:nvPr>
        </p:nvSpPr>
        <p:spPr>
          <a:xfrm>
            <a:off x="660400" y="1262742"/>
            <a:ext cx="7233006" cy="2296247"/>
          </a:xfrm>
          <a:prstGeom prst="rect">
            <a:avLst/>
          </a:prstGeom>
        </p:spPr>
        <p:txBody>
          <a:bodyPr wrap="square" anchor="b">
            <a:noAutofit/>
          </a:bodyPr>
          <a:lstStyle>
            <a:lvl1pPr>
              <a:lnSpc>
                <a:spcPct val="100000"/>
              </a:lnSpc>
              <a:defRPr sz="6600">
                <a:ln w="19050">
                  <a:noFill/>
                </a:ln>
                <a:solidFill>
                  <a:schemeClr val="bg1"/>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400" y="3647440"/>
            <a:ext cx="4172857" cy="386903"/>
          </a:xfrm>
          <a:prstGeom prst="roundRect">
            <a:avLst>
              <a:gd name="adj" fmla="val 50000"/>
            </a:avLst>
          </a:prstGeom>
          <a:gradFill>
            <a:gsLst>
              <a:gs pos="0">
                <a:schemeClr val="accent1"/>
              </a:gs>
              <a:gs pos="100000">
                <a:schemeClr val="bg1">
                  <a:alpha val="0"/>
                </a:schemeClr>
              </a:gs>
            </a:gsLst>
            <a:lin ang="0" scaled="0"/>
          </a:gradFill>
          <a:ln>
            <a:noFill/>
          </a:ln>
        </p:spPr>
        <p:txBody>
          <a:bodyPr vert="horz" wrap="square" lIns="91440" tIns="45720" rIns="91440" bIns="45720" rtlCol="0" anchor="ctr" anchorCtr="0">
            <a:normAutofit/>
          </a:bodyPr>
          <a:lstStyle>
            <a:lvl1pPr marL="0" indent="0" algn="ctr">
              <a:lnSpc>
                <a:spcPct val="100000"/>
              </a:lnSpc>
              <a:buNone/>
              <a:defRPr lang="en-US" sz="2000" b="0" spc="600" dirty="0">
                <a:solidFill>
                  <a:schemeClr val="bg1"/>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746108" y="4996522"/>
            <a:ext cx="4472752" cy="276999"/>
          </a:xfrm>
          <a:prstGeom prst="rect">
            <a:avLst/>
          </a:prstGeom>
        </p:spPr>
        <p:txBody>
          <a:bodyPr wrap="square" lIns="90000">
            <a:normAutofit/>
          </a:bodyPr>
          <a:lstStyle>
            <a:lvl1pPr marL="0" indent="0" algn="l">
              <a:lnSpc>
                <a:spcPct val="100000"/>
              </a:lnSpc>
              <a:buNone/>
              <a:defRPr sz="1200"/>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746108" y="4685058"/>
            <a:ext cx="4472752" cy="276999"/>
          </a:xfrm>
          <a:prstGeom prst="rect">
            <a:avLst/>
          </a:prstGeom>
        </p:spPr>
        <p:txBody>
          <a:bodyPr wrap="none">
            <a:normAutofit/>
          </a:bodyPr>
          <a:lstStyle>
            <a:lvl1pPr marL="0" indent="0" algn="l">
              <a:lnSpc>
                <a:spcPct val="100000"/>
              </a:lnSpc>
              <a:buNone/>
              <a:defRPr sz="1200"/>
            </a:lvl1pPr>
          </a:lstStyle>
          <a:p>
            <a:pPr lvl="0"/>
            <a:r>
              <a:rPr lang="zh-CN" altLang="en-US" dirty="0"/>
              <a:t>www.islide.cc</a:t>
            </a:r>
            <a:endParaRPr lang="en-US" dirty="0"/>
          </a:p>
        </p:txBody>
      </p:sp>
      <p:grpSp>
        <p:nvGrpSpPr>
          <p:cNvPr id="11" name="组合 10">
            <a:extLst>
              <a:ext uri="{FF2B5EF4-FFF2-40B4-BE49-F238E27FC236}">
                <a16:creationId xmlns:a16="http://schemas.microsoft.com/office/drawing/2014/main" id="{66639251-621E-B038-5393-CA9C565096CC}"/>
              </a:ext>
            </a:extLst>
          </p:cNvPr>
          <p:cNvGrpSpPr/>
          <p:nvPr userDrawn="1"/>
        </p:nvGrpSpPr>
        <p:grpSpPr>
          <a:xfrm>
            <a:off x="817987" y="113730"/>
            <a:ext cx="8872380" cy="5640999"/>
            <a:chOff x="817987" y="113730"/>
            <a:chExt cx="8872380" cy="5640999"/>
          </a:xfrm>
        </p:grpSpPr>
        <p:sp>
          <p:nvSpPr>
            <p:cNvPr id="6" name="椭圆 5">
              <a:extLst>
                <a:ext uri="{FF2B5EF4-FFF2-40B4-BE49-F238E27FC236}">
                  <a16:creationId xmlns:a16="http://schemas.microsoft.com/office/drawing/2014/main" id="{C3D51290-DC6B-C272-A342-82458BE3DFBA}"/>
                </a:ext>
              </a:extLst>
            </p:cNvPr>
            <p:cNvSpPr/>
            <p:nvPr userDrawn="1"/>
          </p:nvSpPr>
          <p:spPr>
            <a:xfrm>
              <a:off x="817987" y="113730"/>
              <a:ext cx="1518813" cy="1518813"/>
            </a:xfrm>
            <a:prstGeom prst="ellipse">
              <a:avLst/>
            </a:prstGeom>
            <a:gradFill>
              <a:gsLst>
                <a:gs pos="100000">
                  <a:schemeClr val="accent1">
                    <a:lumMod val="5000"/>
                    <a:lumOff val="95000"/>
                    <a:alpha val="0"/>
                  </a:schemeClr>
                </a:gs>
                <a:gs pos="2000">
                  <a:schemeClr val="accent1">
                    <a:alpha val="3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1096DAAE-2578-88A7-25D8-38B5087D007A}"/>
                </a:ext>
              </a:extLst>
            </p:cNvPr>
            <p:cNvSpPr/>
            <p:nvPr userDrawn="1"/>
          </p:nvSpPr>
          <p:spPr>
            <a:xfrm rot="8402386">
              <a:off x="6353434" y="4515313"/>
              <a:ext cx="1239416" cy="1239416"/>
            </a:xfrm>
            <a:prstGeom prst="ellipse">
              <a:avLst/>
            </a:prstGeom>
            <a:gradFill>
              <a:gsLst>
                <a:gs pos="100000">
                  <a:schemeClr val="accent1">
                    <a:lumMod val="5000"/>
                    <a:lumOff val="95000"/>
                    <a:alpha val="0"/>
                  </a:schemeClr>
                </a:gs>
                <a:gs pos="2000">
                  <a:schemeClr val="accent1">
                    <a:alpha val="3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C9991416-74BD-F815-8D5E-D66A5F4C40F7}"/>
                </a:ext>
              </a:extLst>
            </p:cNvPr>
            <p:cNvSpPr/>
            <p:nvPr userDrawn="1"/>
          </p:nvSpPr>
          <p:spPr>
            <a:xfrm rot="3514185">
              <a:off x="9084887" y="903188"/>
              <a:ext cx="605480" cy="605480"/>
            </a:xfrm>
            <a:prstGeom prst="ellipse">
              <a:avLst/>
            </a:prstGeom>
            <a:gradFill>
              <a:gsLst>
                <a:gs pos="100000">
                  <a:schemeClr val="accent1">
                    <a:lumMod val="5000"/>
                    <a:lumOff val="95000"/>
                    <a:alpha val="0"/>
                  </a:schemeClr>
                </a:gs>
                <a:gs pos="2000">
                  <a:schemeClr val="accent1">
                    <a:alpha val="3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8" name="组合 7"/>
          <p:cNvGrpSpPr/>
          <p:nvPr/>
        </p:nvGrpSpPr>
        <p:grpSpPr>
          <a:xfrm>
            <a:off x="0" y="5513364"/>
            <a:ext cx="12192000" cy="1344636"/>
            <a:chOff x="0" y="5513364"/>
            <a:chExt cx="12192000" cy="1344636"/>
          </a:xfrm>
        </p:grpSpPr>
        <p:sp>
          <p:nvSpPr>
            <p:cNvPr id="24" name="任意多边形: 形状 23"/>
            <p:cNvSpPr/>
            <p:nvPr/>
          </p:nvSpPr>
          <p:spPr>
            <a:xfrm>
              <a:off x="0" y="5513364"/>
              <a:ext cx="12192000" cy="1344636"/>
            </a:xfrm>
            <a:custGeom>
              <a:avLst/>
              <a:gdLst>
                <a:gd name="connsiteX0" fmla="*/ 0 w 12192000"/>
                <a:gd name="connsiteY0" fmla="*/ 0 h 1344636"/>
                <a:gd name="connsiteX1" fmla="*/ 33819 w 12192000"/>
                <a:gd name="connsiteY1" fmla="*/ 16709 h 1344636"/>
                <a:gd name="connsiteX2" fmla="*/ 6096000 w 12192000"/>
                <a:gd name="connsiteY2" fmla="*/ 875413 h 1344636"/>
                <a:gd name="connsiteX3" fmla="*/ 12158181 w 12192000"/>
                <a:gd name="connsiteY3" fmla="*/ 16709 h 1344636"/>
                <a:gd name="connsiteX4" fmla="*/ 12192000 w 12192000"/>
                <a:gd name="connsiteY4" fmla="*/ 0 h 1344636"/>
                <a:gd name="connsiteX5" fmla="*/ 12192000 w 12192000"/>
                <a:gd name="connsiteY5" fmla="*/ 1344636 h 1344636"/>
                <a:gd name="connsiteX6" fmla="*/ 0 w 12192000"/>
                <a:gd name="connsiteY6" fmla="*/ 1344636 h 1344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344636">
                  <a:moveTo>
                    <a:pt x="0" y="0"/>
                  </a:moveTo>
                  <a:lnTo>
                    <a:pt x="33819" y="16709"/>
                  </a:lnTo>
                  <a:cubicBezTo>
                    <a:pt x="1201292" y="528192"/>
                    <a:pt x="3478270" y="875413"/>
                    <a:pt x="6096000" y="875413"/>
                  </a:cubicBezTo>
                  <a:cubicBezTo>
                    <a:pt x="8713730" y="875413"/>
                    <a:pt x="10990708" y="528192"/>
                    <a:pt x="12158181" y="16709"/>
                  </a:cubicBezTo>
                  <a:lnTo>
                    <a:pt x="12192000" y="0"/>
                  </a:lnTo>
                  <a:lnTo>
                    <a:pt x="12192000" y="1344636"/>
                  </a:lnTo>
                  <a:lnTo>
                    <a:pt x="0" y="1344636"/>
                  </a:lnTo>
                  <a:close/>
                </a:path>
              </a:pathLst>
            </a:cu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任意多边形: 形状 21"/>
            <p:cNvSpPr/>
            <p:nvPr/>
          </p:nvSpPr>
          <p:spPr>
            <a:xfrm>
              <a:off x="0" y="6054064"/>
              <a:ext cx="12192000" cy="803936"/>
            </a:xfrm>
            <a:custGeom>
              <a:avLst/>
              <a:gdLst>
                <a:gd name="connsiteX0" fmla="*/ 0 w 12192000"/>
                <a:gd name="connsiteY0" fmla="*/ 0 h 803936"/>
                <a:gd name="connsiteX1" fmla="*/ 374491 w 12192000"/>
                <a:gd name="connsiteY1" fmla="*/ 52753 h 803936"/>
                <a:gd name="connsiteX2" fmla="*/ 6096000 w 12192000"/>
                <a:gd name="connsiteY2" fmla="*/ 372604 h 803936"/>
                <a:gd name="connsiteX3" fmla="*/ 11817509 w 12192000"/>
                <a:gd name="connsiteY3" fmla="*/ 52753 h 803936"/>
                <a:gd name="connsiteX4" fmla="*/ 12192000 w 12192000"/>
                <a:gd name="connsiteY4" fmla="*/ 0 h 803936"/>
                <a:gd name="connsiteX5" fmla="*/ 12192000 w 12192000"/>
                <a:gd name="connsiteY5" fmla="*/ 803936 h 803936"/>
                <a:gd name="connsiteX6" fmla="*/ 0 w 12192000"/>
                <a:gd name="connsiteY6" fmla="*/ 803936 h 803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03936">
                  <a:moveTo>
                    <a:pt x="0" y="0"/>
                  </a:moveTo>
                  <a:lnTo>
                    <a:pt x="374491" y="52753"/>
                  </a:lnTo>
                  <a:cubicBezTo>
                    <a:pt x="1879965" y="251345"/>
                    <a:pt x="3889238" y="372604"/>
                    <a:pt x="6096000" y="372604"/>
                  </a:cubicBezTo>
                  <a:cubicBezTo>
                    <a:pt x="8302762" y="372604"/>
                    <a:pt x="10312035" y="251345"/>
                    <a:pt x="11817509" y="52753"/>
                  </a:cubicBezTo>
                  <a:lnTo>
                    <a:pt x="12192000" y="0"/>
                  </a:lnTo>
                  <a:lnTo>
                    <a:pt x="12192000" y="803936"/>
                  </a:lnTo>
                  <a:lnTo>
                    <a:pt x="0" y="80393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 name="6a4fb703-f264-4041-9e74-529c089c013c"/>
          <p:cNvSpPr>
            <a:spLocks noGrp="1"/>
          </p:cNvSpPr>
          <p:nvPr>
            <p:ph type="title" hasCustomPrompt="1"/>
          </p:nvPr>
        </p:nvSpPr>
        <p:spPr>
          <a:xfrm>
            <a:off x="660400" y="1446233"/>
            <a:ext cx="1911688" cy="1296056"/>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2942677" y="1446234"/>
            <a:ext cx="8588921" cy="4186204"/>
          </a:xfrm>
        </p:spPr>
        <p:txBody>
          <a:bodyPr numCol="2"/>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lvl1pPr>
              <a:defRPr>
                <a:solidFill>
                  <a:schemeClr val="bg1"/>
                </a:solidFill>
              </a:defRPr>
            </a:lvl1pPr>
          </a:lstStyle>
          <a:p>
            <a:endParaRPr lang="en-US" dirty="0"/>
          </a:p>
        </p:txBody>
      </p:sp>
      <p:sp>
        <p:nvSpPr>
          <p:cNvPr id="5" name="页脚占位符 4"/>
          <p:cNvSpPr>
            <a:spLocks noGrp="1"/>
          </p:cNvSpPr>
          <p:nvPr>
            <p:ph type="ftr" sz="quarter" idx="11"/>
          </p:nvPr>
        </p:nvSpPr>
        <p:spPr/>
        <p:txBody>
          <a:bodyPr/>
          <a:lstStyle>
            <a:lvl1pPr>
              <a:defRPr>
                <a:solidFill>
                  <a:schemeClr val="bg1"/>
                </a:solidFill>
              </a:defRPr>
            </a:lvl1pPr>
          </a:lstStyle>
          <a:p>
            <a:endParaRPr lang="en-US" dirty="0"/>
          </a:p>
        </p:txBody>
      </p:sp>
      <p:sp>
        <p:nvSpPr>
          <p:cNvPr id="6" name="灯片编号占位符 5"/>
          <p:cNvSpPr>
            <a:spLocks noGrp="1"/>
          </p:cNvSpPr>
          <p:nvPr>
            <p:ph type="sldNum" sz="quarter" idx="12"/>
          </p:nvPr>
        </p:nvSpPr>
        <p:spPr/>
        <p:txBody>
          <a:bodyPr/>
          <a:lstStyle>
            <a:lvl1pPr>
              <a:defRPr>
                <a:solidFill>
                  <a:schemeClr val="bg1"/>
                </a:solidFill>
              </a:defRPr>
            </a:lvl1pPr>
          </a:lstStyle>
          <a:p>
            <a:fld id="{C8BB1146-E542-4D4E-B8E9-6919A11DDD48}" type="slidenum">
              <a:rPr lang="en-US" smtClean="0"/>
              <a:pPr/>
              <a:t>‹#›</a:t>
            </a:fld>
            <a:endParaRPr lang="en-US" dirty="0"/>
          </a:p>
        </p:txBody>
      </p:sp>
      <p:cxnSp>
        <p:nvCxnSpPr>
          <p:cNvPr id="7" name="直接连接符 6"/>
          <p:cNvCxnSpPr>
            <a:cxnSpLocks/>
          </p:cNvCxnSpPr>
          <p:nvPr/>
        </p:nvCxnSpPr>
        <p:spPr>
          <a:xfrm>
            <a:off x="2757383" y="1446233"/>
            <a:ext cx="0" cy="4186204"/>
          </a:xfrm>
          <a:prstGeom prst="line">
            <a:avLst/>
          </a:prstGeom>
          <a:solidFill>
            <a:srgbClr val="FFCC00"/>
          </a:solidFill>
          <a:ln w="3175" cap="flat" cmpd="sng" algn="ctr">
            <a:solidFill>
              <a:schemeClr val="tx2">
                <a:alpha val="50000"/>
              </a:schemeClr>
            </a:solidFill>
            <a:prstDash val="solid"/>
            <a:round/>
            <a:headEnd type="none" w="med" len="med"/>
            <a:tailEnd type="none" w="med" len="med"/>
          </a:ln>
          <a:effectLst/>
        </p:spPr>
      </p:cxnSp>
      <p:sp>
        <p:nvSpPr>
          <p:cNvPr id="10" name="任意多边形: 形状 9"/>
          <p:cNvSpPr>
            <a:spLocks noChangeAspect="1"/>
          </p:cNvSpPr>
          <p:nvPr/>
        </p:nvSpPr>
        <p:spPr bwMode="auto">
          <a:xfrm>
            <a:off x="1611070" y="4588223"/>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2">
              <a:alpha val="1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Ref idx="1001">
        <a:schemeClr val="bg1"/>
      </p:bgRef>
    </p:bg>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D3C1596C-6C41-E048-1394-526FBD6F8858}"/>
              </a:ext>
            </a:extLst>
          </p:cNvPr>
          <p:cNvGrpSpPr/>
          <p:nvPr userDrawn="1"/>
        </p:nvGrpSpPr>
        <p:grpSpPr>
          <a:xfrm>
            <a:off x="-5" y="-5"/>
            <a:ext cx="12192010" cy="6858005"/>
            <a:chOff x="-5" y="-5"/>
            <a:chExt cx="12192010" cy="6858005"/>
          </a:xfrm>
        </p:grpSpPr>
        <p:pic>
          <p:nvPicPr>
            <p:cNvPr id="29" name="图片 28" descr="背景图案&#10;&#10;AI 生成的内容可能不正确。">
              <a:extLst>
                <a:ext uri="{FF2B5EF4-FFF2-40B4-BE49-F238E27FC236}">
                  <a16:creationId xmlns:a16="http://schemas.microsoft.com/office/drawing/2014/main" id="{C4F9BD3E-8655-4038-30A7-D61C2E70DC95}"/>
                </a:ext>
              </a:extLst>
            </p:cNvPr>
            <p:cNvPicPr>
              <a:picLocks noChangeAspect="1"/>
            </p:cNvPicPr>
            <p:nvPr/>
          </p:nvPicPr>
          <p:blipFill>
            <a:blip r:embed="rId2">
              <a:alphaModFix amt="70000"/>
              <a:extLst>
                <a:ext uri="{28A0092B-C50C-407E-A947-70E740481C1C}">
                  <a14:useLocalDpi xmlns:a14="http://schemas.microsoft.com/office/drawing/2010/main" val="0"/>
                </a:ext>
              </a:extLst>
            </a:blip>
            <a:srcRect l="8644" t="-1" r="6640" b="-1"/>
            <a:stretch/>
          </p:blipFill>
          <p:spPr>
            <a:xfrm rot="16200000" flipH="1">
              <a:off x="2667002" y="-2667002"/>
              <a:ext cx="6858001" cy="12192004"/>
            </a:xfrm>
            <a:prstGeom prst="rect">
              <a:avLst/>
            </a:prstGeom>
          </p:spPr>
        </p:pic>
        <p:pic>
          <p:nvPicPr>
            <p:cNvPr id="37" name="图片 36" descr="背景图案&#10;&#10;AI 生成的内容可能不正确。">
              <a:extLst>
                <a:ext uri="{FF2B5EF4-FFF2-40B4-BE49-F238E27FC236}">
                  <a16:creationId xmlns:a16="http://schemas.microsoft.com/office/drawing/2014/main" id="{5BA42119-4C6B-AE2C-F779-40C7C00FF36A}"/>
                </a:ext>
              </a:extLst>
            </p:cNvPr>
            <p:cNvPicPr>
              <a:picLocks noChangeAspect="1"/>
            </p:cNvPicPr>
            <p:nvPr/>
          </p:nvPicPr>
          <p:blipFill>
            <a:blip r:embed="rId3">
              <a:alphaModFix amt="66000"/>
              <a:extLst>
                <a:ext uri="{28A0092B-C50C-407E-A947-70E740481C1C}">
                  <a14:useLocalDpi xmlns:a14="http://schemas.microsoft.com/office/drawing/2010/main" val="0"/>
                </a:ext>
              </a:extLst>
            </a:blip>
            <a:stretch>
              <a:fillRect/>
            </a:stretch>
          </p:blipFill>
          <p:spPr>
            <a:xfrm flipH="1">
              <a:off x="3" y="-3"/>
              <a:ext cx="12191998" cy="6858002"/>
            </a:xfrm>
            <a:prstGeom prst="rect">
              <a:avLst/>
            </a:prstGeom>
          </p:spPr>
        </p:pic>
        <p:sp>
          <p:nvSpPr>
            <p:cNvPr id="42" name="矩形 41">
              <a:extLst>
                <a:ext uri="{FF2B5EF4-FFF2-40B4-BE49-F238E27FC236}">
                  <a16:creationId xmlns:a16="http://schemas.microsoft.com/office/drawing/2014/main" id="{A2C04371-8A88-A09B-91EC-5C663151BE03}"/>
                </a:ext>
              </a:extLst>
            </p:cNvPr>
            <p:cNvSpPr/>
            <p:nvPr/>
          </p:nvSpPr>
          <p:spPr>
            <a:xfrm rot="16200000" flipH="1">
              <a:off x="4719636" y="-2687640"/>
              <a:ext cx="2709052" cy="12148333"/>
            </a:xfrm>
            <a:prstGeom prst="rect">
              <a:avLst/>
            </a:prstGeom>
            <a:gradFill>
              <a:gsLst>
                <a:gs pos="100000">
                  <a:schemeClr val="accent1">
                    <a:lumMod val="5000"/>
                    <a:lumOff val="95000"/>
                    <a:alpha val="0"/>
                  </a:schemeClr>
                </a:gs>
                <a:gs pos="2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任意多边形: 形状 27">
              <a:extLst>
                <a:ext uri="{FF2B5EF4-FFF2-40B4-BE49-F238E27FC236}">
                  <a16:creationId xmlns:a16="http://schemas.microsoft.com/office/drawing/2014/main" id="{79488E64-658E-BAA9-F516-5A0D75C1B8A6}"/>
                </a:ext>
              </a:extLst>
            </p:cNvPr>
            <p:cNvSpPr/>
            <p:nvPr/>
          </p:nvSpPr>
          <p:spPr>
            <a:xfrm flipH="1">
              <a:off x="696914" y="-5"/>
              <a:ext cx="303249" cy="1476779"/>
            </a:xfrm>
            <a:custGeom>
              <a:avLst/>
              <a:gdLst>
                <a:gd name="connsiteX0" fmla="*/ 276020 w 303249"/>
                <a:gd name="connsiteY0" fmla="*/ 1422321 h 1476779"/>
                <a:gd name="connsiteX1" fmla="*/ 248791 w 303249"/>
                <a:gd name="connsiteY1" fmla="*/ 1449550 h 1476779"/>
                <a:gd name="connsiteX2" fmla="*/ 276020 w 303249"/>
                <a:gd name="connsiteY2" fmla="*/ 1476779 h 1476779"/>
                <a:gd name="connsiteX3" fmla="*/ 303249 w 303249"/>
                <a:gd name="connsiteY3" fmla="*/ 1449550 h 1476779"/>
                <a:gd name="connsiteX4" fmla="*/ 276020 w 303249"/>
                <a:gd name="connsiteY4" fmla="*/ 1422321 h 1476779"/>
                <a:gd name="connsiteX5" fmla="*/ 27229 w 303249"/>
                <a:gd name="connsiteY5" fmla="*/ 1422320 h 1476779"/>
                <a:gd name="connsiteX6" fmla="*/ 0 w 303249"/>
                <a:gd name="connsiteY6" fmla="*/ 1449549 h 1476779"/>
                <a:gd name="connsiteX7" fmla="*/ 27229 w 303249"/>
                <a:gd name="connsiteY7" fmla="*/ 1476778 h 1476779"/>
                <a:gd name="connsiteX8" fmla="*/ 54458 w 303249"/>
                <a:gd name="connsiteY8" fmla="*/ 1449549 h 1476779"/>
                <a:gd name="connsiteX9" fmla="*/ 27229 w 303249"/>
                <a:gd name="connsiteY9" fmla="*/ 1422320 h 1476779"/>
                <a:gd name="connsiteX10" fmla="*/ 151624 w 303249"/>
                <a:gd name="connsiteY10" fmla="*/ 1422320 h 1476779"/>
                <a:gd name="connsiteX11" fmla="*/ 124395 w 303249"/>
                <a:gd name="connsiteY11" fmla="*/ 1449549 h 1476779"/>
                <a:gd name="connsiteX12" fmla="*/ 151624 w 303249"/>
                <a:gd name="connsiteY12" fmla="*/ 1476778 h 1476779"/>
                <a:gd name="connsiteX13" fmla="*/ 178853 w 303249"/>
                <a:gd name="connsiteY13" fmla="*/ 1449549 h 1476779"/>
                <a:gd name="connsiteX14" fmla="*/ 151624 w 303249"/>
                <a:gd name="connsiteY14" fmla="*/ 1422320 h 1476779"/>
                <a:gd name="connsiteX15" fmla="*/ 276020 w 303249"/>
                <a:gd name="connsiteY15" fmla="*/ 1280089 h 1476779"/>
                <a:gd name="connsiteX16" fmla="*/ 248791 w 303249"/>
                <a:gd name="connsiteY16" fmla="*/ 1307318 h 1476779"/>
                <a:gd name="connsiteX17" fmla="*/ 276020 w 303249"/>
                <a:gd name="connsiteY17" fmla="*/ 1334547 h 1476779"/>
                <a:gd name="connsiteX18" fmla="*/ 303249 w 303249"/>
                <a:gd name="connsiteY18" fmla="*/ 1307318 h 1476779"/>
                <a:gd name="connsiteX19" fmla="*/ 276020 w 303249"/>
                <a:gd name="connsiteY19" fmla="*/ 1280089 h 1476779"/>
                <a:gd name="connsiteX20" fmla="*/ 27229 w 303249"/>
                <a:gd name="connsiteY20" fmla="*/ 1280088 h 1476779"/>
                <a:gd name="connsiteX21" fmla="*/ 0 w 303249"/>
                <a:gd name="connsiteY21" fmla="*/ 1307317 h 1476779"/>
                <a:gd name="connsiteX22" fmla="*/ 27229 w 303249"/>
                <a:gd name="connsiteY22" fmla="*/ 1334546 h 1476779"/>
                <a:gd name="connsiteX23" fmla="*/ 54458 w 303249"/>
                <a:gd name="connsiteY23" fmla="*/ 1307317 h 1476779"/>
                <a:gd name="connsiteX24" fmla="*/ 27229 w 303249"/>
                <a:gd name="connsiteY24" fmla="*/ 1280088 h 1476779"/>
                <a:gd name="connsiteX25" fmla="*/ 151624 w 303249"/>
                <a:gd name="connsiteY25" fmla="*/ 1280088 h 1476779"/>
                <a:gd name="connsiteX26" fmla="*/ 124395 w 303249"/>
                <a:gd name="connsiteY26" fmla="*/ 1307317 h 1476779"/>
                <a:gd name="connsiteX27" fmla="*/ 151624 w 303249"/>
                <a:gd name="connsiteY27" fmla="*/ 1334546 h 1476779"/>
                <a:gd name="connsiteX28" fmla="*/ 178853 w 303249"/>
                <a:gd name="connsiteY28" fmla="*/ 1307317 h 1476779"/>
                <a:gd name="connsiteX29" fmla="*/ 151624 w 303249"/>
                <a:gd name="connsiteY29" fmla="*/ 1280088 h 1476779"/>
                <a:gd name="connsiteX30" fmla="*/ 276020 w 303249"/>
                <a:gd name="connsiteY30" fmla="*/ 1137857 h 1476779"/>
                <a:gd name="connsiteX31" fmla="*/ 248791 w 303249"/>
                <a:gd name="connsiteY31" fmla="*/ 1165086 h 1476779"/>
                <a:gd name="connsiteX32" fmla="*/ 276020 w 303249"/>
                <a:gd name="connsiteY32" fmla="*/ 1192315 h 1476779"/>
                <a:gd name="connsiteX33" fmla="*/ 303249 w 303249"/>
                <a:gd name="connsiteY33" fmla="*/ 1165086 h 1476779"/>
                <a:gd name="connsiteX34" fmla="*/ 276020 w 303249"/>
                <a:gd name="connsiteY34" fmla="*/ 1137857 h 1476779"/>
                <a:gd name="connsiteX35" fmla="*/ 27229 w 303249"/>
                <a:gd name="connsiteY35" fmla="*/ 1137856 h 1476779"/>
                <a:gd name="connsiteX36" fmla="*/ 0 w 303249"/>
                <a:gd name="connsiteY36" fmla="*/ 1165085 h 1476779"/>
                <a:gd name="connsiteX37" fmla="*/ 27229 w 303249"/>
                <a:gd name="connsiteY37" fmla="*/ 1192314 h 1476779"/>
                <a:gd name="connsiteX38" fmla="*/ 54458 w 303249"/>
                <a:gd name="connsiteY38" fmla="*/ 1165085 h 1476779"/>
                <a:gd name="connsiteX39" fmla="*/ 27229 w 303249"/>
                <a:gd name="connsiteY39" fmla="*/ 1137856 h 1476779"/>
                <a:gd name="connsiteX40" fmla="*/ 151624 w 303249"/>
                <a:gd name="connsiteY40" fmla="*/ 1137856 h 1476779"/>
                <a:gd name="connsiteX41" fmla="*/ 124395 w 303249"/>
                <a:gd name="connsiteY41" fmla="*/ 1165085 h 1476779"/>
                <a:gd name="connsiteX42" fmla="*/ 151624 w 303249"/>
                <a:gd name="connsiteY42" fmla="*/ 1192314 h 1476779"/>
                <a:gd name="connsiteX43" fmla="*/ 178853 w 303249"/>
                <a:gd name="connsiteY43" fmla="*/ 1165085 h 1476779"/>
                <a:gd name="connsiteX44" fmla="*/ 151624 w 303249"/>
                <a:gd name="connsiteY44" fmla="*/ 1137856 h 1476779"/>
                <a:gd name="connsiteX45" fmla="*/ 276020 w 303249"/>
                <a:gd name="connsiteY45" fmla="*/ 995625 h 1476779"/>
                <a:gd name="connsiteX46" fmla="*/ 248791 w 303249"/>
                <a:gd name="connsiteY46" fmla="*/ 1022854 h 1476779"/>
                <a:gd name="connsiteX47" fmla="*/ 276020 w 303249"/>
                <a:gd name="connsiteY47" fmla="*/ 1050083 h 1476779"/>
                <a:gd name="connsiteX48" fmla="*/ 303249 w 303249"/>
                <a:gd name="connsiteY48" fmla="*/ 1022854 h 1476779"/>
                <a:gd name="connsiteX49" fmla="*/ 276020 w 303249"/>
                <a:gd name="connsiteY49" fmla="*/ 995625 h 1476779"/>
                <a:gd name="connsiteX50" fmla="*/ 27229 w 303249"/>
                <a:gd name="connsiteY50" fmla="*/ 995624 h 1476779"/>
                <a:gd name="connsiteX51" fmla="*/ 0 w 303249"/>
                <a:gd name="connsiteY51" fmla="*/ 1022853 h 1476779"/>
                <a:gd name="connsiteX52" fmla="*/ 27229 w 303249"/>
                <a:gd name="connsiteY52" fmla="*/ 1050082 h 1476779"/>
                <a:gd name="connsiteX53" fmla="*/ 54458 w 303249"/>
                <a:gd name="connsiteY53" fmla="*/ 1022853 h 1476779"/>
                <a:gd name="connsiteX54" fmla="*/ 27229 w 303249"/>
                <a:gd name="connsiteY54" fmla="*/ 995624 h 1476779"/>
                <a:gd name="connsiteX55" fmla="*/ 151624 w 303249"/>
                <a:gd name="connsiteY55" fmla="*/ 995624 h 1476779"/>
                <a:gd name="connsiteX56" fmla="*/ 124395 w 303249"/>
                <a:gd name="connsiteY56" fmla="*/ 1022853 h 1476779"/>
                <a:gd name="connsiteX57" fmla="*/ 151624 w 303249"/>
                <a:gd name="connsiteY57" fmla="*/ 1050082 h 1476779"/>
                <a:gd name="connsiteX58" fmla="*/ 178853 w 303249"/>
                <a:gd name="connsiteY58" fmla="*/ 1022853 h 1476779"/>
                <a:gd name="connsiteX59" fmla="*/ 151624 w 303249"/>
                <a:gd name="connsiteY59" fmla="*/ 995624 h 1476779"/>
                <a:gd name="connsiteX60" fmla="*/ 276020 w 303249"/>
                <a:gd name="connsiteY60" fmla="*/ 853393 h 1476779"/>
                <a:gd name="connsiteX61" fmla="*/ 248791 w 303249"/>
                <a:gd name="connsiteY61" fmla="*/ 880622 h 1476779"/>
                <a:gd name="connsiteX62" fmla="*/ 276020 w 303249"/>
                <a:gd name="connsiteY62" fmla="*/ 907851 h 1476779"/>
                <a:gd name="connsiteX63" fmla="*/ 303249 w 303249"/>
                <a:gd name="connsiteY63" fmla="*/ 880622 h 1476779"/>
                <a:gd name="connsiteX64" fmla="*/ 276020 w 303249"/>
                <a:gd name="connsiteY64" fmla="*/ 853393 h 1476779"/>
                <a:gd name="connsiteX65" fmla="*/ 27229 w 303249"/>
                <a:gd name="connsiteY65" fmla="*/ 853392 h 1476779"/>
                <a:gd name="connsiteX66" fmla="*/ 0 w 303249"/>
                <a:gd name="connsiteY66" fmla="*/ 880621 h 1476779"/>
                <a:gd name="connsiteX67" fmla="*/ 27229 w 303249"/>
                <a:gd name="connsiteY67" fmla="*/ 907850 h 1476779"/>
                <a:gd name="connsiteX68" fmla="*/ 54458 w 303249"/>
                <a:gd name="connsiteY68" fmla="*/ 880621 h 1476779"/>
                <a:gd name="connsiteX69" fmla="*/ 27229 w 303249"/>
                <a:gd name="connsiteY69" fmla="*/ 853392 h 1476779"/>
                <a:gd name="connsiteX70" fmla="*/ 151624 w 303249"/>
                <a:gd name="connsiteY70" fmla="*/ 853392 h 1476779"/>
                <a:gd name="connsiteX71" fmla="*/ 124395 w 303249"/>
                <a:gd name="connsiteY71" fmla="*/ 880621 h 1476779"/>
                <a:gd name="connsiteX72" fmla="*/ 151624 w 303249"/>
                <a:gd name="connsiteY72" fmla="*/ 907850 h 1476779"/>
                <a:gd name="connsiteX73" fmla="*/ 178853 w 303249"/>
                <a:gd name="connsiteY73" fmla="*/ 880621 h 1476779"/>
                <a:gd name="connsiteX74" fmla="*/ 151624 w 303249"/>
                <a:gd name="connsiteY74" fmla="*/ 853392 h 1476779"/>
                <a:gd name="connsiteX75" fmla="*/ 276020 w 303249"/>
                <a:gd name="connsiteY75" fmla="*/ 711161 h 1476779"/>
                <a:gd name="connsiteX76" fmla="*/ 248791 w 303249"/>
                <a:gd name="connsiteY76" fmla="*/ 738390 h 1476779"/>
                <a:gd name="connsiteX77" fmla="*/ 276020 w 303249"/>
                <a:gd name="connsiteY77" fmla="*/ 765619 h 1476779"/>
                <a:gd name="connsiteX78" fmla="*/ 303249 w 303249"/>
                <a:gd name="connsiteY78" fmla="*/ 738390 h 1476779"/>
                <a:gd name="connsiteX79" fmla="*/ 276020 w 303249"/>
                <a:gd name="connsiteY79" fmla="*/ 711161 h 1476779"/>
                <a:gd name="connsiteX80" fmla="*/ 27229 w 303249"/>
                <a:gd name="connsiteY80" fmla="*/ 711160 h 1476779"/>
                <a:gd name="connsiteX81" fmla="*/ 0 w 303249"/>
                <a:gd name="connsiteY81" fmla="*/ 738389 h 1476779"/>
                <a:gd name="connsiteX82" fmla="*/ 27229 w 303249"/>
                <a:gd name="connsiteY82" fmla="*/ 765618 h 1476779"/>
                <a:gd name="connsiteX83" fmla="*/ 54458 w 303249"/>
                <a:gd name="connsiteY83" fmla="*/ 738389 h 1476779"/>
                <a:gd name="connsiteX84" fmla="*/ 27229 w 303249"/>
                <a:gd name="connsiteY84" fmla="*/ 711160 h 1476779"/>
                <a:gd name="connsiteX85" fmla="*/ 151624 w 303249"/>
                <a:gd name="connsiteY85" fmla="*/ 711160 h 1476779"/>
                <a:gd name="connsiteX86" fmla="*/ 124395 w 303249"/>
                <a:gd name="connsiteY86" fmla="*/ 738389 h 1476779"/>
                <a:gd name="connsiteX87" fmla="*/ 151624 w 303249"/>
                <a:gd name="connsiteY87" fmla="*/ 765618 h 1476779"/>
                <a:gd name="connsiteX88" fmla="*/ 178853 w 303249"/>
                <a:gd name="connsiteY88" fmla="*/ 738389 h 1476779"/>
                <a:gd name="connsiteX89" fmla="*/ 151624 w 303249"/>
                <a:gd name="connsiteY89" fmla="*/ 711160 h 1476779"/>
                <a:gd name="connsiteX90" fmla="*/ 276020 w 303249"/>
                <a:gd name="connsiteY90" fmla="*/ 568929 h 1476779"/>
                <a:gd name="connsiteX91" fmla="*/ 248791 w 303249"/>
                <a:gd name="connsiteY91" fmla="*/ 596158 h 1476779"/>
                <a:gd name="connsiteX92" fmla="*/ 276020 w 303249"/>
                <a:gd name="connsiteY92" fmla="*/ 623387 h 1476779"/>
                <a:gd name="connsiteX93" fmla="*/ 303249 w 303249"/>
                <a:gd name="connsiteY93" fmla="*/ 596158 h 1476779"/>
                <a:gd name="connsiteX94" fmla="*/ 276020 w 303249"/>
                <a:gd name="connsiteY94" fmla="*/ 568929 h 1476779"/>
                <a:gd name="connsiteX95" fmla="*/ 27229 w 303249"/>
                <a:gd name="connsiteY95" fmla="*/ 568928 h 1476779"/>
                <a:gd name="connsiteX96" fmla="*/ 0 w 303249"/>
                <a:gd name="connsiteY96" fmla="*/ 596157 h 1476779"/>
                <a:gd name="connsiteX97" fmla="*/ 27229 w 303249"/>
                <a:gd name="connsiteY97" fmla="*/ 623386 h 1476779"/>
                <a:gd name="connsiteX98" fmla="*/ 54458 w 303249"/>
                <a:gd name="connsiteY98" fmla="*/ 596157 h 1476779"/>
                <a:gd name="connsiteX99" fmla="*/ 27229 w 303249"/>
                <a:gd name="connsiteY99" fmla="*/ 568928 h 1476779"/>
                <a:gd name="connsiteX100" fmla="*/ 151624 w 303249"/>
                <a:gd name="connsiteY100" fmla="*/ 568928 h 1476779"/>
                <a:gd name="connsiteX101" fmla="*/ 124395 w 303249"/>
                <a:gd name="connsiteY101" fmla="*/ 596157 h 1476779"/>
                <a:gd name="connsiteX102" fmla="*/ 151624 w 303249"/>
                <a:gd name="connsiteY102" fmla="*/ 623386 h 1476779"/>
                <a:gd name="connsiteX103" fmla="*/ 178853 w 303249"/>
                <a:gd name="connsiteY103" fmla="*/ 596157 h 1476779"/>
                <a:gd name="connsiteX104" fmla="*/ 151624 w 303249"/>
                <a:gd name="connsiteY104" fmla="*/ 568928 h 1476779"/>
                <a:gd name="connsiteX105" fmla="*/ 276020 w 303249"/>
                <a:gd name="connsiteY105" fmla="*/ 426697 h 1476779"/>
                <a:gd name="connsiteX106" fmla="*/ 248791 w 303249"/>
                <a:gd name="connsiteY106" fmla="*/ 453926 h 1476779"/>
                <a:gd name="connsiteX107" fmla="*/ 276020 w 303249"/>
                <a:gd name="connsiteY107" fmla="*/ 481155 h 1476779"/>
                <a:gd name="connsiteX108" fmla="*/ 303249 w 303249"/>
                <a:gd name="connsiteY108" fmla="*/ 453926 h 1476779"/>
                <a:gd name="connsiteX109" fmla="*/ 276020 w 303249"/>
                <a:gd name="connsiteY109" fmla="*/ 426697 h 1476779"/>
                <a:gd name="connsiteX110" fmla="*/ 27229 w 303249"/>
                <a:gd name="connsiteY110" fmla="*/ 426696 h 1476779"/>
                <a:gd name="connsiteX111" fmla="*/ 0 w 303249"/>
                <a:gd name="connsiteY111" fmla="*/ 453925 h 1476779"/>
                <a:gd name="connsiteX112" fmla="*/ 27229 w 303249"/>
                <a:gd name="connsiteY112" fmla="*/ 481154 h 1476779"/>
                <a:gd name="connsiteX113" fmla="*/ 54458 w 303249"/>
                <a:gd name="connsiteY113" fmla="*/ 453925 h 1476779"/>
                <a:gd name="connsiteX114" fmla="*/ 27229 w 303249"/>
                <a:gd name="connsiteY114" fmla="*/ 426696 h 1476779"/>
                <a:gd name="connsiteX115" fmla="*/ 151624 w 303249"/>
                <a:gd name="connsiteY115" fmla="*/ 426696 h 1476779"/>
                <a:gd name="connsiteX116" fmla="*/ 124395 w 303249"/>
                <a:gd name="connsiteY116" fmla="*/ 453925 h 1476779"/>
                <a:gd name="connsiteX117" fmla="*/ 151624 w 303249"/>
                <a:gd name="connsiteY117" fmla="*/ 481154 h 1476779"/>
                <a:gd name="connsiteX118" fmla="*/ 178853 w 303249"/>
                <a:gd name="connsiteY118" fmla="*/ 453925 h 1476779"/>
                <a:gd name="connsiteX119" fmla="*/ 151624 w 303249"/>
                <a:gd name="connsiteY119" fmla="*/ 426696 h 1476779"/>
                <a:gd name="connsiteX120" fmla="*/ 276020 w 303249"/>
                <a:gd name="connsiteY120" fmla="*/ 284465 h 1476779"/>
                <a:gd name="connsiteX121" fmla="*/ 248791 w 303249"/>
                <a:gd name="connsiteY121" fmla="*/ 311694 h 1476779"/>
                <a:gd name="connsiteX122" fmla="*/ 276020 w 303249"/>
                <a:gd name="connsiteY122" fmla="*/ 338923 h 1476779"/>
                <a:gd name="connsiteX123" fmla="*/ 303249 w 303249"/>
                <a:gd name="connsiteY123" fmla="*/ 311694 h 1476779"/>
                <a:gd name="connsiteX124" fmla="*/ 276020 w 303249"/>
                <a:gd name="connsiteY124" fmla="*/ 284465 h 1476779"/>
                <a:gd name="connsiteX125" fmla="*/ 27229 w 303249"/>
                <a:gd name="connsiteY125" fmla="*/ 284464 h 1476779"/>
                <a:gd name="connsiteX126" fmla="*/ 0 w 303249"/>
                <a:gd name="connsiteY126" fmla="*/ 311693 h 1476779"/>
                <a:gd name="connsiteX127" fmla="*/ 27229 w 303249"/>
                <a:gd name="connsiteY127" fmla="*/ 338922 h 1476779"/>
                <a:gd name="connsiteX128" fmla="*/ 54458 w 303249"/>
                <a:gd name="connsiteY128" fmla="*/ 311693 h 1476779"/>
                <a:gd name="connsiteX129" fmla="*/ 27229 w 303249"/>
                <a:gd name="connsiteY129" fmla="*/ 284464 h 1476779"/>
                <a:gd name="connsiteX130" fmla="*/ 151624 w 303249"/>
                <a:gd name="connsiteY130" fmla="*/ 284464 h 1476779"/>
                <a:gd name="connsiteX131" fmla="*/ 124395 w 303249"/>
                <a:gd name="connsiteY131" fmla="*/ 311693 h 1476779"/>
                <a:gd name="connsiteX132" fmla="*/ 151624 w 303249"/>
                <a:gd name="connsiteY132" fmla="*/ 338922 h 1476779"/>
                <a:gd name="connsiteX133" fmla="*/ 178853 w 303249"/>
                <a:gd name="connsiteY133" fmla="*/ 311693 h 1476779"/>
                <a:gd name="connsiteX134" fmla="*/ 151624 w 303249"/>
                <a:gd name="connsiteY134" fmla="*/ 284464 h 1476779"/>
                <a:gd name="connsiteX135" fmla="*/ 151624 w 303249"/>
                <a:gd name="connsiteY135" fmla="*/ 142233 h 1476779"/>
                <a:gd name="connsiteX136" fmla="*/ 124395 w 303249"/>
                <a:gd name="connsiteY136" fmla="*/ 169462 h 1476779"/>
                <a:gd name="connsiteX137" fmla="*/ 151624 w 303249"/>
                <a:gd name="connsiteY137" fmla="*/ 196691 h 1476779"/>
                <a:gd name="connsiteX138" fmla="*/ 178853 w 303249"/>
                <a:gd name="connsiteY138" fmla="*/ 169462 h 1476779"/>
                <a:gd name="connsiteX139" fmla="*/ 151624 w 303249"/>
                <a:gd name="connsiteY139" fmla="*/ 142233 h 1476779"/>
                <a:gd name="connsiteX140" fmla="*/ 276020 w 303249"/>
                <a:gd name="connsiteY140" fmla="*/ 142233 h 1476779"/>
                <a:gd name="connsiteX141" fmla="*/ 248791 w 303249"/>
                <a:gd name="connsiteY141" fmla="*/ 169462 h 1476779"/>
                <a:gd name="connsiteX142" fmla="*/ 276020 w 303249"/>
                <a:gd name="connsiteY142" fmla="*/ 196691 h 1476779"/>
                <a:gd name="connsiteX143" fmla="*/ 303249 w 303249"/>
                <a:gd name="connsiteY143" fmla="*/ 169462 h 1476779"/>
                <a:gd name="connsiteX144" fmla="*/ 276020 w 303249"/>
                <a:gd name="connsiteY144" fmla="*/ 142233 h 1476779"/>
                <a:gd name="connsiteX145" fmla="*/ 27229 w 303249"/>
                <a:gd name="connsiteY145" fmla="*/ 142232 h 1476779"/>
                <a:gd name="connsiteX146" fmla="*/ 0 w 303249"/>
                <a:gd name="connsiteY146" fmla="*/ 169461 h 1476779"/>
                <a:gd name="connsiteX147" fmla="*/ 27229 w 303249"/>
                <a:gd name="connsiteY147" fmla="*/ 196690 h 1476779"/>
                <a:gd name="connsiteX148" fmla="*/ 54458 w 303249"/>
                <a:gd name="connsiteY148" fmla="*/ 169461 h 1476779"/>
                <a:gd name="connsiteX149" fmla="*/ 27229 w 303249"/>
                <a:gd name="connsiteY149" fmla="*/ 142232 h 1476779"/>
                <a:gd name="connsiteX150" fmla="*/ 151625 w 303249"/>
                <a:gd name="connsiteY150" fmla="*/ 1 h 1476779"/>
                <a:gd name="connsiteX151" fmla="*/ 124396 w 303249"/>
                <a:gd name="connsiteY151" fmla="*/ 27230 h 1476779"/>
                <a:gd name="connsiteX152" fmla="*/ 151625 w 303249"/>
                <a:gd name="connsiteY152" fmla="*/ 54459 h 1476779"/>
                <a:gd name="connsiteX153" fmla="*/ 178854 w 303249"/>
                <a:gd name="connsiteY153" fmla="*/ 27230 h 1476779"/>
                <a:gd name="connsiteX154" fmla="*/ 151625 w 303249"/>
                <a:gd name="connsiteY154" fmla="*/ 1 h 1476779"/>
                <a:gd name="connsiteX155" fmla="*/ 276020 w 303249"/>
                <a:gd name="connsiteY155" fmla="*/ 1 h 1476779"/>
                <a:gd name="connsiteX156" fmla="*/ 248791 w 303249"/>
                <a:gd name="connsiteY156" fmla="*/ 27230 h 1476779"/>
                <a:gd name="connsiteX157" fmla="*/ 276020 w 303249"/>
                <a:gd name="connsiteY157" fmla="*/ 54459 h 1476779"/>
                <a:gd name="connsiteX158" fmla="*/ 303249 w 303249"/>
                <a:gd name="connsiteY158" fmla="*/ 27230 h 1476779"/>
                <a:gd name="connsiteX159" fmla="*/ 276020 w 303249"/>
                <a:gd name="connsiteY159" fmla="*/ 1 h 1476779"/>
                <a:gd name="connsiteX160" fmla="*/ 27229 w 303249"/>
                <a:gd name="connsiteY160" fmla="*/ 0 h 1476779"/>
                <a:gd name="connsiteX161" fmla="*/ 0 w 303249"/>
                <a:gd name="connsiteY161" fmla="*/ 27229 h 1476779"/>
                <a:gd name="connsiteX162" fmla="*/ 27229 w 303249"/>
                <a:gd name="connsiteY162" fmla="*/ 54458 h 1476779"/>
                <a:gd name="connsiteX163" fmla="*/ 54458 w 303249"/>
                <a:gd name="connsiteY163" fmla="*/ 27229 h 1476779"/>
                <a:gd name="connsiteX164" fmla="*/ 27229 w 303249"/>
                <a:gd name="connsiteY164" fmla="*/ 0 h 147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303249" h="1476779">
                  <a:moveTo>
                    <a:pt x="276020" y="1422321"/>
                  </a:moveTo>
                  <a:cubicBezTo>
                    <a:pt x="260982" y="1422321"/>
                    <a:pt x="248791" y="1434512"/>
                    <a:pt x="248791" y="1449550"/>
                  </a:cubicBezTo>
                  <a:cubicBezTo>
                    <a:pt x="248791" y="1464588"/>
                    <a:pt x="260982" y="1476779"/>
                    <a:pt x="276020" y="1476779"/>
                  </a:cubicBezTo>
                  <a:cubicBezTo>
                    <a:pt x="291058" y="1476779"/>
                    <a:pt x="303249" y="1464588"/>
                    <a:pt x="303249" y="1449550"/>
                  </a:cubicBezTo>
                  <a:cubicBezTo>
                    <a:pt x="303249" y="1434512"/>
                    <a:pt x="291058" y="1422321"/>
                    <a:pt x="276020" y="1422321"/>
                  </a:cubicBezTo>
                  <a:close/>
                  <a:moveTo>
                    <a:pt x="27229" y="1422320"/>
                  </a:moveTo>
                  <a:cubicBezTo>
                    <a:pt x="12191" y="1422320"/>
                    <a:pt x="0" y="1434511"/>
                    <a:pt x="0" y="1449549"/>
                  </a:cubicBezTo>
                  <a:cubicBezTo>
                    <a:pt x="0" y="1464587"/>
                    <a:pt x="12191" y="1476778"/>
                    <a:pt x="27229" y="1476778"/>
                  </a:cubicBezTo>
                  <a:cubicBezTo>
                    <a:pt x="42267" y="1476778"/>
                    <a:pt x="54458" y="1464587"/>
                    <a:pt x="54458" y="1449549"/>
                  </a:cubicBezTo>
                  <a:cubicBezTo>
                    <a:pt x="54458" y="1434511"/>
                    <a:pt x="42267" y="1422320"/>
                    <a:pt x="27229" y="1422320"/>
                  </a:cubicBezTo>
                  <a:close/>
                  <a:moveTo>
                    <a:pt x="151624" y="1422320"/>
                  </a:moveTo>
                  <a:cubicBezTo>
                    <a:pt x="136586" y="1422320"/>
                    <a:pt x="124395" y="1434511"/>
                    <a:pt x="124395" y="1449549"/>
                  </a:cubicBezTo>
                  <a:cubicBezTo>
                    <a:pt x="124395" y="1464587"/>
                    <a:pt x="136586" y="1476778"/>
                    <a:pt x="151624" y="1476778"/>
                  </a:cubicBezTo>
                  <a:cubicBezTo>
                    <a:pt x="166662" y="1476778"/>
                    <a:pt x="178853" y="1464587"/>
                    <a:pt x="178853" y="1449549"/>
                  </a:cubicBezTo>
                  <a:cubicBezTo>
                    <a:pt x="178853" y="1434511"/>
                    <a:pt x="166662" y="1422320"/>
                    <a:pt x="151624" y="1422320"/>
                  </a:cubicBezTo>
                  <a:close/>
                  <a:moveTo>
                    <a:pt x="276020" y="1280089"/>
                  </a:moveTo>
                  <a:cubicBezTo>
                    <a:pt x="260982" y="1280089"/>
                    <a:pt x="248791" y="1292280"/>
                    <a:pt x="248791" y="1307318"/>
                  </a:cubicBezTo>
                  <a:cubicBezTo>
                    <a:pt x="248791" y="1322356"/>
                    <a:pt x="260982" y="1334547"/>
                    <a:pt x="276020" y="1334547"/>
                  </a:cubicBezTo>
                  <a:cubicBezTo>
                    <a:pt x="291058" y="1334547"/>
                    <a:pt x="303249" y="1322356"/>
                    <a:pt x="303249" y="1307318"/>
                  </a:cubicBezTo>
                  <a:cubicBezTo>
                    <a:pt x="303249" y="1292280"/>
                    <a:pt x="291058" y="1280089"/>
                    <a:pt x="276020" y="1280089"/>
                  </a:cubicBezTo>
                  <a:close/>
                  <a:moveTo>
                    <a:pt x="27229" y="1280088"/>
                  </a:moveTo>
                  <a:cubicBezTo>
                    <a:pt x="12191" y="1280088"/>
                    <a:pt x="0" y="1292279"/>
                    <a:pt x="0" y="1307317"/>
                  </a:cubicBezTo>
                  <a:cubicBezTo>
                    <a:pt x="0" y="1322355"/>
                    <a:pt x="12191" y="1334546"/>
                    <a:pt x="27229" y="1334546"/>
                  </a:cubicBezTo>
                  <a:cubicBezTo>
                    <a:pt x="42267" y="1334546"/>
                    <a:pt x="54458" y="1322355"/>
                    <a:pt x="54458" y="1307317"/>
                  </a:cubicBezTo>
                  <a:cubicBezTo>
                    <a:pt x="54458" y="1292279"/>
                    <a:pt x="42267" y="1280088"/>
                    <a:pt x="27229" y="1280088"/>
                  </a:cubicBezTo>
                  <a:close/>
                  <a:moveTo>
                    <a:pt x="151624" y="1280088"/>
                  </a:moveTo>
                  <a:cubicBezTo>
                    <a:pt x="136586" y="1280088"/>
                    <a:pt x="124395" y="1292279"/>
                    <a:pt x="124395" y="1307317"/>
                  </a:cubicBezTo>
                  <a:cubicBezTo>
                    <a:pt x="124395" y="1322355"/>
                    <a:pt x="136586" y="1334546"/>
                    <a:pt x="151624" y="1334546"/>
                  </a:cubicBezTo>
                  <a:cubicBezTo>
                    <a:pt x="166662" y="1334546"/>
                    <a:pt x="178853" y="1322355"/>
                    <a:pt x="178853" y="1307317"/>
                  </a:cubicBezTo>
                  <a:cubicBezTo>
                    <a:pt x="178853" y="1292279"/>
                    <a:pt x="166662" y="1280088"/>
                    <a:pt x="151624" y="1280088"/>
                  </a:cubicBezTo>
                  <a:close/>
                  <a:moveTo>
                    <a:pt x="276020" y="1137857"/>
                  </a:moveTo>
                  <a:cubicBezTo>
                    <a:pt x="260982" y="1137857"/>
                    <a:pt x="248791" y="1150048"/>
                    <a:pt x="248791" y="1165086"/>
                  </a:cubicBezTo>
                  <a:cubicBezTo>
                    <a:pt x="248791" y="1180124"/>
                    <a:pt x="260982" y="1192315"/>
                    <a:pt x="276020" y="1192315"/>
                  </a:cubicBezTo>
                  <a:cubicBezTo>
                    <a:pt x="291058" y="1192315"/>
                    <a:pt x="303249" y="1180124"/>
                    <a:pt x="303249" y="1165086"/>
                  </a:cubicBezTo>
                  <a:cubicBezTo>
                    <a:pt x="303249" y="1150048"/>
                    <a:pt x="291058" y="1137857"/>
                    <a:pt x="276020" y="1137857"/>
                  </a:cubicBezTo>
                  <a:close/>
                  <a:moveTo>
                    <a:pt x="27229" y="1137856"/>
                  </a:moveTo>
                  <a:cubicBezTo>
                    <a:pt x="12191" y="1137856"/>
                    <a:pt x="0" y="1150047"/>
                    <a:pt x="0" y="1165085"/>
                  </a:cubicBezTo>
                  <a:cubicBezTo>
                    <a:pt x="0" y="1180123"/>
                    <a:pt x="12191" y="1192314"/>
                    <a:pt x="27229" y="1192314"/>
                  </a:cubicBezTo>
                  <a:cubicBezTo>
                    <a:pt x="42267" y="1192314"/>
                    <a:pt x="54458" y="1180123"/>
                    <a:pt x="54458" y="1165085"/>
                  </a:cubicBezTo>
                  <a:cubicBezTo>
                    <a:pt x="54458" y="1150047"/>
                    <a:pt x="42267" y="1137856"/>
                    <a:pt x="27229" y="1137856"/>
                  </a:cubicBezTo>
                  <a:close/>
                  <a:moveTo>
                    <a:pt x="151624" y="1137856"/>
                  </a:moveTo>
                  <a:cubicBezTo>
                    <a:pt x="136586" y="1137856"/>
                    <a:pt x="124395" y="1150047"/>
                    <a:pt x="124395" y="1165085"/>
                  </a:cubicBezTo>
                  <a:cubicBezTo>
                    <a:pt x="124395" y="1180123"/>
                    <a:pt x="136586" y="1192314"/>
                    <a:pt x="151624" y="1192314"/>
                  </a:cubicBezTo>
                  <a:cubicBezTo>
                    <a:pt x="166662" y="1192314"/>
                    <a:pt x="178853" y="1180123"/>
                    <a:pt x="178853" y="1165085"/>
                  </a:cubicBezTo>
                  <a:cubicBezTo>
                    <a:pt x="178853" y="1150047"/>
                    <a:pt x="166662" y="1137856"/>
                    <a:pt x="151624" y="1137856"/>
                  </a:cubicBezTo>
                  <a:close/>
                  <a:moveTo>
                    <a:pt x="276020" y="995625"/>
                  </a:moveTo>
                  <a:cubicBezTo>
                    <a:pt x="260982" y="995625"/>
                    <a:pt x="248791" y="1007816"/>
                    <a:pt x="248791" y="1022854"/>
                  </a:cubicBezTo>
                  <a:cubicBezTo>
                    <a:pt x="248791" y="1037892"/>
                    <a:pt x="260982" y="1050083"/>
                    <a:pt x="276020" y="1050083"/>
                  </a:cubicBezTo>
                  <a:cubicBezTo>
                    <a:pt x="291058" y="1050083"/>
                    <a:pt x="303249" y="1037892"/>
                    <a:pt x="303249" y="1022854"/>
                  </a:cubicBezTo>
                  <a:cubicBezTo>
                    <a:pt x="303249" y="1007816"/>
                    <a:pt x="291058" y="995625"/>
                    <a:pt x="276020" y="995625"/>
                  </a:cubicBezTo>
                  <a:close/>
                  <a:moveTo>
                    <a:pt x="27229" y="995624"/>
                  </a:moveTo>
                  <a:cubicBezTo>
                    <a:pt x="12191" y="995624"/>
                    <a:pt x="0" y="1007815"/>
                    <a:pt x="0" y="1022853"/>
                  </a:cubicBezTo>
                  <a:cubicBezTo>
                    <a:pt x="0" y="1037891"/>
                    <a:pt x="12191" y="1050082"/>
                    <a:pt x="27229" y="1050082"/>
                  </a:cubicBezTo>
                  <a:cubicBezTo>
                    <a:pt x="42267" y="1050082"/>
                    <a:pt x="54458" y="1037891"/>
                    <a:pt x="54458" y="1022853"/>
                  </a:cubicBezTo>
                  <a:cubicBezTo>
                    <a:pt x="54458" y="1007815"/>
                    <a:pt x="42267" y="995624"/>
                    <a:pt x="27229" y="995624"/>
                  </a:cubicBezTo>
                  <a:close/>
                  <a:moveTo>
                    <a:pt x="151624" y="995624"/>
                  </a:moveTo>
                  <a:cubicBezTo>
                    <a:pt x="136586" y="995624"/>
                    <a:pt x="124395" y="1007815"/>
                    <a:pt x="124395" y="1022853"/>
                  </a:cubicBezTo>
                  <a:cubicBezTo>
                    <a:pt x="124395" y="1037891"/>
                    <a:pt x="136586" y="1050082"/>
                    <a:pt x="151624" y="1050082"/>
                  </a:cubicBezTo>
                  <a:cubicBezTo>
                    <a:pt x="166662" y="1050082"/>
                    <a:pt x="178853" y="1037891"/>
                    <a:pt x="178853" y="1022853"/>
                  </a:cubicBezTo>
                  <a:cubicBezTo>
                    <a:pt x="178853" y="1007815"/>
                    <a:pt x="166662" y="995624"/>
                    <a:pt x="151624" y="995624"/>
                  </a:cubicBezTo>
                  <a:close/>
                  <a:moveTo>
                    <a:pt x="276020" y="853393"/>
                  </a:moveTo>
                  <a:cubicBezTo>
                    <a:pt x="260982" y="853393"/>
                    <a:pt x="248791" y="865584"/>
                    <a:pt x="248791" y="880622"/>
                  </a:cubicBezTo>
                  <a:cubicBezTo>
                    <a:pt x="248791" y="895660"/>
                    <a:pt x="260982" y="907851"/>
                    <a:pt x="276020" y="907851"/>
                  </a:cubicBezTo>
                  <a:cubicBezTo>
                    <a:pt x="291058" y="907851"/>
                    <a:pt x="303249" y="895660"/>
                    <a:pt x="303249" y="880622"/>
                  </a:cubicBezTo>
                  <a:cubicBezTo>
                    <a:pt x="303249" y="865584"/>
                    <a:pt x="291058" y="853393"/>
                    <a:pt x="276020" y="853393"/>
                  </a:cubicBezTo>
                  <a:close/>
                  <a:moveTo>
                    <a:pt x="27229" y="853392"/>
                  </a:moveTo>
                  <a:cubicBezTo>
                    <a:pt x="12191" y="853392"/>
                    <a:pt x="0" y="865583"/>
                    <a:pt x="0" y="880621"/>
                  </a:cubicBezTo>
                  <a:cubicBezTo>
                    <a:pt x="0" y="895659"/>
                    <a:pt x="12191" y="907850"/>
                    <a:pt x="27229" y="907850"/>
                  </a:cubicBezTo>
                  <a:cubicBezTo>
                    <a:pt x="42267" y="907850"/>
                    <a:pt x="54458" y="895659"/>
                    <a:pt x="54458" y="880621"/>
                  </a:cubicBezTo>
                  <a:cubicBezTo>
                    <a:pt x="54458" y="865583"/>
                    <a:pt x="42267" y="853392"/>
                    <a:pt x="27229" y="853392"/>
                  </a:cubicBezTo>
                  <a:close/>
                  <a:moveTo>
                    <a:pt x="151624" y="853392"/>
                  </a:moveTo>
                  <a:cubicBezTo>
                    <a:pt x="136586" y="853392"/>
                    <a:pt x="124395" y="865583"/>
                    <a:pt x="124395" y="880621"/>
                  </a:cubicBezTo>
                  <a:cubicBezTo>
                    <a:pt x="124395" y="895659"/>
                    <a:pt x="136586" y="907850"/>
                    <a:pt x="151624" y="907850"/>
                  </a:cubicBezTo>
                  <a:cubicBezTo>
                    <a:pt x="166662" y="907850"/>
                    <a:pt x="178853" y="895659"/>
                    <a:pt x="178853" y="880621"/>
                  </a:cubicBezTo>
                  <a:cubicBezTo>
                    <a:pt x="178853" y="865583"/>
                    <a:pt x="166662" y="853392"/>
                    <a:pt x="151624" y="853392"/>
                  </a:cubicBezTo>
                  <a:close/>
                  <a:moveTo>
                    <a:pt x="276020" y="711161"/>
                  </a:moveTo>
                  <a:cubicBezTo>
                    <a:pt x="260982" y="711161"/>
                    <a:pt x="248791" y="723352"/>
                    <a:pt x="248791" y="738390"/>
                  </a:cubicBezTo>
                  <a:cubicBezTo>
                    <a:pt x="248791" y="753428"/>
                    <a:pt x="260982" y="765619"/>
                    <a:pt x="276020" y="765619"/>
                  </a:cubicBezTo>
                  <a:cubicBezTo>
                    <a:pt x="291058" y="765619"/>
                    <a:pt x="303249" y="753428"/>
                    <a:pt x="303249" y="738390"/>
                  </a:cubicBezTo>
                  <a:cubicBezTo>
                    <a:pt x="303249" y="723352"/>
                    <a:pt x="291058" y="711161"/>
                    <a:pt x="276020" y="711161"/>
                  </a:cubicBezTo>
                  <a:close/>
                  <a:moveTo>
                    <a:pt x="27229" y="711160"/>
                  </a:moveTo>
                  <a:cubicBezTo>
                    <a:pt x="12191" y="711160"/>
                    <a:pt x="0" y="723351"/>
                    <a:pt x="0" y="738389"/>
                  </a:cubicBezTo>
                  <a:cubicBezTo>
                    <a:pt x="0" y="753427"/>
                    <a:pt x="12191" y="765618"/>
                    <a:pt x="27229" y="765618"/>
                  </a:cubicBezTo>
                  <a:cubicBezTo>
                    <a:pt x="42267" y="765618"/>
                    <a:pt x="54458" y="753427"/>
                    <a:pt x="54458" y="738389"/>
                  </a:cubicBezTo>
                  <a:cubicBezTo>
                    <a:pt x="54458" y="723351"/>
                    <a:pt x="42267" y="711160"/>
                    <a:pt x="27229" y="711160"/>
                  </a:cubicBezTo>
                  <a:close/>
                  <a:moveTo>
                    <a:pt x="151624" y="711160"/>
                  </a:moveTo>
                  <a:cubicBezTo>
                    <a:pt x="136586" y="711160"/>
                    <a:pt x="124395" y="723351"/>
                    <a:pt x="124395" y="738389"/>
                  </a:cubicBezTo>
                  <a:cubicBezTo>
                    <a:pt x="124395" y="753427"/>
                    <a:pt x="136586" y="765618"/>
                    <a:pt x="151624" y="765618"/>
                  </a:cubicBezTo>
                  <a:cubicBezTo>
                    <a:pt x="166662" y="765618"/>
                    <a:pt x="178853" y="753427"/>
                    <a:pt x="178853" y="738389"/>
                  </a:cubicBezTo>
                  <a:cubicBezTo>
                    <a:pt x="178853" y="723351"/>
                    <a:pt x="166662" y="711160"/>
                    <a:pt x="151624" y="711160"/>
                  </a:cubicBezTo>
                  <a:close/>
                  <a:moveTo>
                    <a:pt x="276020" y="568929"/>
                  </a:moveTo>
                  <a:cubicBezTo>
                    <a:pt x="260982" y="568929"/>
                    <a:pt x="248791" y="581120"/>
                    <a:pt x="248791" y="596158"/>
                  </a:cubicBezTo>
                  <a:cubicBezTo>
                    <a:pt x="248791" y="611196"/>
                    <a:pt x="260982" y="623387"/>
                    <a:pt x="276020" y="623387"/>
                  </a:cubicBezTo>
                  <a:cubicBezTo>
                    <a:pt x="291058" y="623387"/>
                    <a:pt x="303249" y="611196"/>
                    <a:pt x="303249" y="596158"/>
                  </a:cubicBezTo>
                  <a:cubicBezTo>
                    <a:pt x="303249" y="581120"/>
                    <a:pt x="291058" y="568929"/>
                    <a:pt x="276020" y="568929"/>
                  </a:cubicBezTo>
                  <a:close/>
                  <a:moveTo>
                    <a:pt x="27229" y="568928"/>
                  </a:moveTo>
                  <a:cubicBezTo>
                    <a:pt x="12191" y="568928"/>
                    <a:pt x="0" y="581119"/>
                    <a:pt x="0" y="596157"/>
                  </a:cubicBezTo>
                  <a:cubicBezTo>
                    <a:pt x="0" y="611195"/>
                    <a:pt x="12191" y="623386"/>
                    <a:pt x="27229" y="623386"/>
                  </a:cubicBezTo>
                  <a:cubicBezTo>
                    <a:pt x="42267" y="623386"/>
                    <a:pt x="54458" y="611195"/>
                    <a:pt x="54458" y="596157"/>
                  </a:cubicBezTo>
                  <a:cubicBezTo>
                    <a:pt x="54458" y="581119"/>
                    <a:pt x="42267" y="568928"/>
                    <a:pt x="27229" y="568928"/>
                  </a:cubicBezTo>
                  <a:close/>
                  <a:moveTo>
                    <a:pt x="151624" y="568928"/>
                  </a:moveTo>
                  <a:cubicBezTo>
                    <a:pt x="136586" y="568928"/>
                    <a:pt x="124395" y="581119"/>
                    <a:pt x="124395" y="596157"/>
                  </a:cubicBezTo>
                  <a:cubicBezTo>
                    <a:pt x="124395" y="611195"/>
                    <a:pt x="136586" y="623386"/>
                    <a:pt x="151624" y="623386"/>
                  </a:cubicBezTo>
                  <a:cubicBezTo>
                    <a:pt x="166662" y="623386"/>
                    <a:pt x="178853" y="611195"/>
                    <a:pt x="178853" y="596157"/>
                  </a:cubicBezTo>
                  <a:cubicBezTo>
                    <a:pt x="178853" y="581119"/>
                    <a:pt x="166662" y="568928"/>
                    <a:pt x="151624" y="568928"/>
                  </a:cubicBezTo>
                  <a:close/>
                  <a:moveTo>
                    <a:pt x="276020" y="426697"/>
                  </a:moveTo>
                  <a:cubicBezTo>
                    <a:pt x="260982" y="426697"/>
                    <a:pt x="248791" y="438888"/>
                    <a:pt x="248791" y="453926"/>
                  </a:cubicBezTo>
                  <a:cubicBezTo>
                    <a:pt x="248791" y="468964"/>
                    <a:pt x="260982" y="481155"/>
                    <a:pt x="276020" y="481155"/>
                  </a:cubicBezTo>
                  <a:cubicBezTo>
                    <a:pt x="291058" y="481155"/>
                    <a:pt x="303249" y="468964"/>
                    <a:pt x="303249" y="453926"/>
                  </a:cubicBezTo>
                  <a:cubicBezTo>
                    <a:pt x="303249" y="438888"/>
                    <a:pt x="291058" y="426697"/>
                    <a:pt x="276020" y="426697"/>
                  </a:cubicBezTo>
                  <a:close/>
                  <a:moveTo>
                    <a:pt x="27229" y="426696"/>
                  </a:moveTo>
                  <a:cubicBezTo>
                    <a:pt x="12191" y="426696"/>
                    <a:pt x="0" y="438887"/>
                    <a:pt x="0" y="453925"/>
                  </a:cubicBezTo>
                  <a:cubicBezTo>
                    <a:pt x="0" y="468963"/>
                    <a:pt x="12191" y="481154"/>
                    <a:pt x="27229" y="481154"/>
                  </a:cubicBezTo>
                  <a:cubicBezTo>
                    <a:pt x="42267" y="481154"/>
                    <a:pt x="54458" y="468963"/>
                    <a:pt x="54458" y="453925"/>
                  </a:cubicBezTo>
                  <a:cubicBezTo>
                    <a:pt x="54458" y="438887"/>
                    <a:pt x="42267" y="426696"/>
                    <a:pt x="27229" y="426696"/>
                  </a:cubicBezTo>
                  <a:close/>
                  <a:moveTo>
                    <a:pt x="151624" y="426696"/>
                  </a:moveTo>
                  <a:cubicBezTo>
                    <a:pt x="136586" y="426696"/>
                    <a:pt x="124395" y="438887"/>
                    <a:pt x="124395" y="453925"/>
                  </a:cubicBezTo>
                  <a:cubicBezTo>
                    <a:pt x="124395" y="468963"/>
                    <a:pt x="136586" y="481154"/>
                    <a:pt x="151624" y="481154"/>
                  </a:cubicBezTo>
                  <a:cubicBezTo>
                    <a:pt x="166662" y="481154"/>
                    <a:pt x="178853" y="468963"/>
                    <a:pt x="178853" y="453925"/>
                  </a:cubicBezTo>
                  <a:cubicBezTo>
                    <a:pt x="178853" y="438887"/>
                    <a:pt x="166662" y="426696"/>
                    <a:pt x="151624" y="426696"/>
                  </a:cubicBezTo>
                  <a:close/>
                  <a:moveTo>
                    <a:pt x="276020" y="284465"/>
                  </a:moveTo>
                  <a:cubicBezTo>
                    <a:pt x="260982" y="284465"/>
                    <a:pt x="248791" y="296656"/>
                    <a:pt x="248791" y="311694"/>
                  </a:cubicBezTo>
                  <a:cubicBezTo>
                    <a:pt x="248791" y="326732"/>
                    <a:pt x="260982" y="338923"/>
                    <a:pt x="276020" y="338923"/>
                  </a:cubicBezTo>
                  <a:cubicBezTo>
                    <a:pt x="291058" y="338923"/>
                    <a:pt x="303249" y="326732"/>
                    <a:pt x="303249" y="311694"/>
                  </a:cubicBezTo>
                  <a:cubicBezTo>
                    <a:pt x="303249" y="296656"/>
                    <a:pt x="291058" y="284465"/>
                    <a:pt x="276020" y="284465"/>
                  </a:cubicBezTo>
                  <a:close/>
                  <a:moveTo>
                    <a:pt x="27229" y="284464"/>
                  </a:moveTo>
                  <a:cubicBezTo>
                    <a:pt x="12191" y="284464"/>
                    <a:pt x="0" y="296655"/>
                    <a:pt x="0" y="311693"/>
                  </a:cubicBezTo>
                  <a:cubicBezTo>
                    <a:pt x="0" y="326731"/>
                    <a:pt x="12191" y="338922"/>
                    <a:pt x="27229" y="338922"/>
                  </a:cubicBezTo>
                  <a:cubicBezTo>
                    <a:pt x="42267" y="338922"/>
                    <a:pt x="54458" y="326731"/>
                    <a:pt x="54458" y="311693"/>
                  </a:cubicBezTo>
                  <a:cubicBezTo>
                    <a:pt x="54458" y="296655"/>
                    <a:pt x="42267" y="284464"/>
                    <a:pt x="27229" y="284464"/>
                  </a:cubicBezTo>
                  <a:close/>
                  <a:moveTo>
                    <a:pt x="151624" y="284464"/>
                  </a:moveTo>
                  <a:cubicBezTo>
                    <a:pt x="136586" y="284464"/>
                    <a:pt x="124395" y="296655"/>
                    <a:pt x="124395" y="311693"/>
                  </a:cubicBezTo>
                  <a:cubicBezTo>
                    <a:pt x="124395" y="326731"/>
                    <a:pt x="136586" y="338922"/>
                    <a:pt x="151624" y="338922"/>
                  </a:cubicBezTo>
                  <a:cubicBezTo>
                    <a:pt x="166662" y="338922"/>
                    <a:pt x="178853" y="326731"/>
                    <a:pt x="178853" y="311693"/>
                  </a:cubicBezTo>
                  <a:cubicBezTo>
                    <a:pt x="178853" y="296655"/>
                    <a:pt x="166662" y="284464"/>
                    <a:pt x="151624" y="284464"/>
                  </a:cubicBezTo>
                  <a:close/>
                  <a:moveTo>
                    <a:pt x="151624" y="142233"/>
                  </a:moveTo>
                  <a:cubicBezTo>
                    <a:pt x="136586" y="142233"/>
                    <a:pt x="124395" y="154424"/>
                    <a:pt x="124395" y="169462"/>
                  </a:cubicBezTo>
                  <a:cubicBezTo>
                    <a:pt x="124395" y="184500"/>
                    <a:pt x="136586" y="196691"/>
                    <a:pt x="151624" y="196691"/>
                  </a:cubicBezTo>
                  <a:cubicBezTo>
                    <a:pt x="166662" y="196691"/>
                    <a:pt x="178853" y="184500"/>
                    <a:pt x="178853" y="169462"/>
                  </a:cubicBezTo>
                  <a:cubicBezTo>
                    <a:pt x="178853" y="154424"/>
                    <a:pt x="166662" y="142233"/>
                    <a:pt x="151624" y="142233"/>
                  </a:cubicBezTo>
                  <a:close/>
                  <a:moveTo>
                    <a:pt x="276020" y="142233"/>
                  </a:moveTo>
                  <a:cubicBezTo>
                    <a:pt x="260982" y="142233"/>
                    <a:pt x="248791" y="154424"/>
                    <a:pt x="248791" y="169462"/>
                  </a:cubicBezTo>
                  <a:cubicBezTo>
                    <a:pt x="248791" y="184500"/>
                    <a:pt x="260982" y="196691"/>
                    <a:pt x="276020" y="196691"/>
                  </a:cubicBezTo>
                  <a:cubicBezTo>
                    <a:pt x="291058" y="196691"/>
                    <a:pt x="303249" y="184500"/>
                    <a:pt x="303249" y="169462"/>
                  </a:cubicBezTo>
                  <a:cubicBezTo>
                    <a:pt x="303249" y="154424"/>
                    <a:pt x="291058" y="142233"/>
                    <a:pt x="276020" y="142233"/>
                  </a:cubicBezTo>
                  <a:close/>
                  <a:moveTo>
                    <a:pt x="27229" y="142232"/>
                  </a:moveTo>
                  <a:cubicBezTo>
                    <a:pt x="12191" y="142232"/>
                    <a:pt x="0" y="154423"/>
                    <a:pt x="0" y="169461"/>
                  </a:cubicBezTo>
                  <a:cubicBezTo>
                    <a:pt x="0" y="184499"/>
                    <a:pt x="12191" y="196690"/>
                    <a:pt x="27229" y="196690"/>
                  </a:cubicBezTo>
                  <a:cubicBezTo>
                    <a:pt x="42267" y="196690"/>
                    <a:pt x="54458" y="184499"/>
                    <a:pt x="54458" y="169461"/>
                  </a:cubicBezTo>
                  <a:cubicBezTo>
                    <a:pt x="54458" y="154423"/>
                    <a:pt x="42267" y="142232"/>
                    <a:pt x="27229" y="142232"/>
                  </a:cubicBezTo>
                  <a:close/>
                  <a:moveTo>
                    <a:pt x="151625" y="1"/>
                  </a:moveTo>
                  <a:cubicBezTo>
                    <a:pt x="136587" y="1"/>
                    <a:pt x="124396" y="12192"/>
                    <a:pt x="124396" y="27230"/>
                  </a:cubicBezTo>
                  <a:cubicBezTo>
                    <a:pt x="124396" y="42268"/>
                    <a:pt x="136587" y="54459"/>
                    <a:pt x="151625" y="54459"/>
                  </a:cubicBezTo>
                  <a:cubicBezTo>
                    <a:pt x="166663" y="54459"/>
                    <a:pt x="178854" y="42268"/>
                    <a:pt x="178854" y="27230"/>
                  </a:cubicBezTo>
                  <a:cubicBezTo>
                    <a:pt x="178854" y="12192"/>
                    <a:pt x="166663" y="1"/>
                    <a:pt x="151625" y="1"/>
                  </a:cubicBezTo>
                  <a:close/>
                  <a:moveTo>
                    <a:pt x="276020" y="1"/>
                  </a:moveTo>
                  <a:cubicBezTo>
                    <a:pt x="260982" y="1"/>
                    <a:pt x="248791" y="12192"/>
                    <a:pt x="248791" y="27230"/>
                  </a:cubicBezTo>
                  <a:cubicBezTo>
                    <a:pt x="248791" y="42268"/>
                    <a:pt x="260982" y="54459"/>
                    <a:pt x="276020" y="54459"/>
                  </a:cubicBezTo>
                  <a:cubicBezTo>
                    <a:pt x="291058" y="54459"/>
                    <a:pt x="303249" y="42268"/>
                    <a:pt x="303249" y="27230"/>
                  </a:cubicBezTo>
                  <a:cubicBezTo>
                    <a:pt x="303249" y="12192"/>
                    <a:pt x="291058" y="1"/>
                    <a:pt x="276020" y="1"/>
                  </a:cubicBezTo>
                  <a:close/>
                  <a:moveTo>
                    <a:pt x="27229" y="0"/>
                  </a:moveTo>
                  <a:cubicBezTo>
                    <a:pt x="12191" y="0"/>
                    <a:pt x="0" y="12191"/>
                    <a:pt x="0" y="27229"/>
                  </a:cubicBezTo>
                  <a:cubicBezTo>
                    <a:pt x="0" y="42267"/>
                    <a:pt x="12191" y="54458"/>
                    <a:pt x="27229" y="54458"/>
                  </a:cubicBezTo>
                  <a:cubicBezTo>
                    <a:pt x="42267" y="54458"/>
                    <a:pt x="54458" y="42267"/>
                    <a:pt x="54458" y="27229"/>
                  </a:cubicBezTo>
                  <a:cubicBezTo>
                    <a:pt x="54458" y="12191"/>
                    <a:pt x="42267" y="0"/>
                    <a:pt x="27229"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2" name="图形 21">
              <a:extLst>
                <a:ext uri="{FF2B5EF4-FFF2-40B4-BE49-F238E27FC236}">
                  <a16:creationId xmlns:a16="http://schemas.microsoft.com/office/drawing/2014/main" id="{44D1266A-510B-2754-862C-8C65F571A6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42500" y="620597"/>
              <a:ext cx="1676400" cy="438150"/>
            </a:xfrm>
            <a:prstGeom prst="rect">
              <a:avLst/>
            </a:prstGeom>
          </p:spPr>
        </p:pic>
        <p:grpSp>
          <p:nvGrpSpPr>
            <p:cNvPr id="19" name="组合 18">
              <a:extLst>
                <a:ext uri="{FF2B5EF4-FFF2-40B4-BE49-F238E27FC236}">
                  <a16:creationId xmlns:a16="http://schemas.microsoft.com/office/drawing/2014/main" id="{C51CE6CA-6A0F-8D45-3D5C-6BC8C77309C7}"/>
                </a:ext>
              </a:extLst>
            </p:cNvPr>
            <p:cNvGrpSpPr/>
            <p:nvPr userDrawn="1"/>
          </p:nvGrpSpPr>
          <p:grpSpPr>
            <a:xfrm>
              <a:off x="682174" y="6409688"/>
              <a:ext cx="10836725" cy="141124"/>
              <a:chOff x="682174" y="6409688"/>
              <a:chExt cx="10836725" cy="141124"/>
            </a:xfrm>
          </p:grpSpPr>
          <p:cxnSp>
            <p:nvCxnSpPr>
              <p:cNvPr id="40" name="直接连接符 39">
                <a:extLst>
                  <a:ext uri="{FF2B5EF4-FFF2-40B4-BE49-F238E27FC236}">
                    <a16:creationId xmlns:a16="http://schemas.microsoft.com/office/drawing/2014/main" id="{805FC962-5CAB-9B09-8AB0-00531F0EB315}"/>
                  </a:ext>
                </a:extLst>
              </p:cNvPr>
              <p:cNvCxnSpPr>
                <a:cxnSpLocks/>
              </p:cNvCxnSpPr>
              <p:nvPr/>
            </p:nvCxnSpPr>
            <p:spPr>
              <a:xfrm flipH="1">
                <a:off x="2380722" y="6470191"/>
                <a:ext cx="7430557" cy="0"/>
              </a:xfrm>
              <a:prstGeom prst="line">
                <a:avLst/>
              </a:prstGeom>
              <a:ln>
                <a:solidFill>
                  <a:schemeClr val="tx1">
                    <a:alpha val="35000"/>
                  </a:schemeClr>
                </a:solidFill>
              </a:ln>
            </p:spPr>
            <p:style>
              <a:lnRef idx="2">
                <a:schemeClr val="accent1"/>
              </a:lnRef>
              <a:fillRef idx="0">
                <a:schemeClr val="accent1"/>
              </a:fillRef>
              <a:effectRef idx="1">
                <a:schemeClr val="accent1"/>
              </a:effectRef>
              <a:fontRef idx="minor">
                <a:schemeClr val="tx1"/>
              </a:fontRef>
            </p:style>
          </p:cxnSp>
          <p:grpSp>
            <p:nvGrpSpPr>
              <p:cNvPr id="12" name="组合 11">
                <a:extLst>
                  <a:ext uri="{FF2B5EF4-FFF2-40B4-BE49-F238E27FC236}">
                    <a16:creationId xmlns:a16="http://schemas.microsoft.com/office/drawing/2014/main" id="{8162F81E-6107-2518-21F1-B4745712039E}"/>
                  </a:ext>
                </a:extLst>
              </p:cNvPr>
              <p:cNvGrpSpPr/>
              <p:nvPr/>
            </p:nvGrpSpPr>
            <p:grpSpPr>
              <a:xfrm flipH="1">
                <a:off x="682174" y="6411112"/>
                <a:ext cx="892175" cy="139700"/>
                <a:chOff x="10853738" y="6411113"/>
                <a:chExt cx="892175" cy="139700"/>
              </a:xfrm>
            </p:grpSpPr>
            <p:sp>
              <p:nvSpPr>
                <p:cNvPr id="13" name="椭圆 12">
                  <a:extLst>
                    <a:ext uri="{FF2B5EF4-FFF2-40B4-BE49-F238E27FC236}">
                      <a16:creationId xmlns:a16="http://schemas.microsoft.com/office/drawing/2014/main" id="{9C57F058-9853-EE47-D5E9-0314D642D9D1}"/>
                    </a:ext>
                  </a:extLst>
                </p:cNvPr>
                <p:cNvSpPr/>
                <p:nvPr userDrawn="1"/>
              </p:nvSpPr>
              <p:spPr>
                <a:xfrm>
                  <a:off x="10853738" y="6411113"/>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1CDC6DB0-CD1D-0A67-94F9-27D9104838CD}"/>
                    </a:ext>
                  </a:extLst>
                </p:cNvPr>
                <p:cNvSpPr/>
                <p:nvPr userDrawn="1"/>
              </p:nvSpPr>
              <p:spPr>
                <a:xfrm>
                  <a:off x="11104563" y="6411113"/>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8F2BB932-AA27-A298-FAA5-5B547188DBD9}"/>
                    </a:ext>
                  </a:extLst>
                </p:cNvPr>
                <p:cNvSpPr/>
                <p:nvPr userDrawn="1"/>
              </p:nvSpPr>
              <p:spPr>
                <a:xfrm>
                  <a:off x="11355388" y="6411113"/>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19F81FEC-C899-E378-3234-77CD795D124E}"/>
                    </a:ext>
                  </a:extLst>
                </p:cNvPr>
                <p:cNvSpPr/>
                <p:nvPr userDrawn="1"/>
              </p:nvSpPr>
              <p:spPr>
                <a:xfrm>
                  <a:off x="11606213" y="6411113"/>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a:extLst>
                  <a:ext uri="{FF2B5EF4-FFF2-40B4-BE49-F238E27FC236}">
                    <a16:creationId xmlns:a16="http://schemas.microsoft.com/office/drawing/2014/main" id="{303249B2-AE09-FD4F-E526-FFA55B94F71E}"/>
                  </a:ext>
                </a:extLst>
              </p:cNvPr>
              <p:cNvGrpSpPr/>
              <p:nvPr userDrawn="1"/>
            </p:nvGrpSpPr>
            <p:grpSpPr>
              <a:xfrm flipH="1">
                <a:off x="10626724" y="6409688"/>
                <a:ext cx="892175" cy="139700"/>
                <a:chOff x="10853738" y="6411113"/>
                <a:chExt cx="892175" cy="139700"/>
              </a:xfrm>
            </p:grpSpPr>
            <p:sp>
              <p:nvSpPr>
                <p:cNvPr id="3" name="椭圆 2">
                  <a:extLst>
                    <a:ext uri="{FF2B5EF4-FFF2-40B4-BE49-F238E27FC236}">
                      <a16:creationId xmlns:a16="http://schemas.microsoft.com/office/drawing/2014/main" id="{2FA6B19D-5FA9-46D0-01DB-295091E947C8}"/>
                    </a:ext>
                  </a:extLst>
                </p:cNvPr>
                <p:cNvSpPr/>
                <p:nvPr userDrawn="1"/>
              </p:nvSpPr>
              <p:spPr>
                <a:xfrm>
                  <a:off x="10853738" y="6411113"/>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EE60B1FC-F682-B00C-5452-0D69C0B2A605}"/>
                    </a:ext>
                  </a:extLst>
                </p:cNvPr>
                <p:cNvSpPr/>
                <p:nvPr userDrawn="1"/>
              </p:nvSpPr>
              <p:spPr>
                <a:xfrm>
                  <a:off x="11104563" y="6411113"/>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35A2E0DA-834C-F5DE-D3D8-55970FACF145}"/>
                    </a:ext>
                  </a:extLst>
                </p:cNvPr>
                <p:cNvSpPr/>
                <p:nvPr userDrawn="1"/>
              </p:nvSpPr>
              <p:spPr>
                <a:xfrm>
                  <a:off x="11355388" y="6411113"/>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E14B93B3-1DA9-4784-F236-B2E711FB1BF0}"/>
                    </a:ext>
                  </a:extLst>
                </p:cNvPr>
                <p:cNvSpPr/>
                <p:nvPr userDrawn="1"/>
              </p:nvSpPr>
              <p:spPr>
                <a:xfrm>
                  <a:off x="11606213" y="6411113"/>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5" name="f0258e6f-0463-4ae2-b0e8-06ac9302e491"/>
          <p:cNvSpPr>
            <a:spLocks noGrp="1"/>
          </p:cNvSpPr>
          <p:nvPr>
            <p:ph type="title" hasCustomPrompt="1"/>
          </p:nvPr>
        </p:nvSpPr>
        <p:spPr>
          <a:xfrm>
            <a:off x="6388100" y="2273232"/>
            <a:ext cx="5130799" cy="1073883"/>
          </a:xfrm>
          <a:prstGeom prst="rect">
            <a:avLst/>
          </a:prstGeom>
        </p:spPr>
        <p:txBody>
          <a:bodyPr>
            <a:normAutofit/>
          </a:bodyPr>
          <a:lstStyle>
            <a:lvl1pPr algn="r">
              <a:lnSpc>
                <a:spcPct val="100000"/>
              </a:lnSpc>
              <a:defRPr sz="4800"/>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6388100" y="3358969"/>
            <a:ext cx="5130799" cy="1104991"/>
          </a:xfrm>
          <a:prstGeom prst="rect">
            <a:avLst/>
          </a:prstGeom>
        </p:spPr>
        <p:txBody>
          <a:bodyPr anchor="t">
            <a:normAutofit/>
          </a:bodyPr>
          <a:lstStyle>
            <a:lvl1pPr marL="0" indent="0" algn="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2025/2/11</a:t>
            </a:fld>
            <a:endParaRPr lang="en-US" altLang="zh-CN"/>
          </a:p>
        </p:txBody>
      </p:sp>
      <p:sp>
        <p:nvSpPr>
          <p:cNvPr id="6" name="页脚占位符 5"/>
          <p:cNvSpPr>
            <a:spLocks noGrp="1"/>
          </p:cNvSpPr>
          <p:nvPr>
            <p:ph type="ftr" sz="quarter" idx="11"/>
          </p:nvPr>
        </p:nvSpPr>
        <p:spPr/>
        <p:txBody>
          <a:bodyPr/>
          <a:lstStyle/>
          <a:p>
            <a:r>
              <a:rPr lang="af-ZA" altLang="zh-CN"/>
              <a:t>iSlide</a:t>
            </a:r>
            <a:endParaRPr lang="zh-CN" altLang="en-US"/>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grpSp>
        <p:nvGrpSpPr>
          <p:cNvPr id="10" name="组合 9">
            <a:extLst>
              <a:ext uri="{FF2B5EF4-FFF2-40B4-BE49-F238E27FC236}">
                <a16:creationId xmlns:a16="http://schemas.microsoft.com/office/drawing/2014/main" id="{254A85F5-3F9C-3F74-ADEE-45C1AC7DCFC2}"/>
              </a:ext>
            </a:extLst>
          </p:cNvPr>
          <p:cNvGrpSpPr/>
          <p:nvPr userDrawn="1"/>
        </p:nvGrpSpPr>
        <p:grpSpPr>
          <a:xfrm>
            <a:off x="1079686" y="1065696"/>
            <a:ext cx="9311479" cy="5131103"/>
            <a:chOff x="378888" y="872238"/>
            <a:chExt cx="9311479" cy="5131103"/>
          </a:xfrm>
        </p:grpSpPr>
        <p:sp>
          <p:nvSpPr>
            <p:cNvPr id="11" name="椭圆 10">
              <a:extLst>
                <a:ext uri="{FF2B5EF4-FFF2-40B4-BE49-F238E27FC236}">
                  <a16:creationId xmlns:a16="http://schemas.microsoft.com/office/drawing/2014/main" id="{E0AF0E77-E723-F166-13D3-C187BB5A2A0B}"/>
                </a:ext>
              </a:extLst>
            </p:cNvPr>
            <p:cNvSpPr/>
            <p:nvPr userDrawn="1"/>
          </p:nvSpPr>
          <p:spPr>
            <a:xfrm>
              <a:off x="378888" y="872238"/>
              <a:ext cx="1518813" cy="1518813"/>
            </a:xfrm>
            <a:prstGeom prst="ellipse">
              <a:avLst/>
            </a:prstGeom>
            <a:gradFill>
              <a:gsLst>
                <a:gs pos="100000">
                  <a:schemeClr val="accent1">
                    <a:lumMod val="5000"/>
                    <a:lumOff val="95000"/>
                    <a:alpha val="0"/>
                  </a:schemeClr>
                </a:gs>
                <a:gs pos="2000">
                  <a:schemeClr val="accent1">
                    <a:alpha val="3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A726974D-25FE-1EE9-72D3-DF2E0FBEF483}"/>
                </a:ext>
              </a:extLst>
            </p:cNvPr>
            <p:cNvSpPr/>
            <p:nvPr userDrawn="1"/>
          </p:nvSpPr>
          <p:spPr>
            <a:xfrm rot="11008313">
              <a:off x="5409029" y="4763925"/>
              <a:ext cx="1239416" cy="1239416"/>
            </a:xfrm>
            <a:prstGeom prst="ellipse">
              <a:avLst/>
            </a:prstGeom>
            <a:gradFill>
              <a:gsLst>
                <a:gs pos="100000">
                  <a:schemeClr val="accent1">
                    <a:lumMod val="5000"/>
                    <a:lumOff val="95000"/>
                    <a:alpha val="0"/>
                  </a:schemeClr>
                </a:gs>
                <a:gs pos="2000">
                  <a:schemeClr val="accent1">
                    <a:alpha val="3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38E958A7-6393-4A5C-C261-1C5A40127DAF}"/>
                </a:ext>
              </a:extLst>
            </p:cNvPr>
            <p:cNvSpPr/>
            <p:nvPr userDrawn="1"/>
          </p:nvSpPr>
          <p:spPr>
            <a:xfrm rot="13134086">
              <a:off x="9084887" y="903188"/>
              <a:ext cx="605480" cy="605480"/>
            </a:xfrm>
            <a:prstGeom prst="ellipse">
              <a:avLst/>
            </a:prstGeom>
            <a:gradFill>
              <a:gsLst>
                <a:gs pos="100000">
                  <a:schemeClr val="accent1">
                    <a:lumMod val="5000"/>
                    <a:lumOff val="95000"/>
                    <a:alpha val="0"/>
                  </a:schemeClr>
                </a:gs>
                <a:gs pos="2000">
                  <a:schemeClr val="accent1">
                    <a:alpha val="3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dirty="0"/>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svg="http://schemas.microsoft.com/office/drawing/2016/SVG/main" xmlns:a="http://schemas.openxmlformats.org/drawingml/2006/main" xmlns:r="http://schemas.openxmlformats.org/officeDocument/2006/relationships" xmlns:p="http://schemas.openxmlformats.org/presentationml/2006/main" showMasterSp="0" matchingName="Closing" preserve="1">
  <p:cSld name="Closing">
    <p:bg>
      <p:bgRef idx="1001">
        <a:schemeClr val="bg1"/>
      </p:bgRef>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93E1A28-55BB-9891-85CD-6CBEA9E1B251}"/>
              </a:ext>
            </a:extLst>
          </p:cNvPr>
          <p:cNvGrpSpPr/>
          <p:nvPr userDrawn="1"/>
        </p:nvGrpSpPr>
        <p:grpSpPr>
          <a:xfrm>
            <a:off x="-2" y="-2"/>
            <a:ext cx="12192004" cy="6858003"/>
            <a:chOff x="-2" y="-2"/>
            <a:chExt cx="12192004" cy="6858003"/>
          </a:xfrm>
        </p:grpSpPr>
        <p:pic>
          <p:nvPicPr>
            <p:cNvPr id="3" name="图片 2" descr="背景图案&#10;&#10;AI 生成的内容可能不正确。">
              <a:extLst>
                <a:ext uri="{FF2B5EF4-FFF2-40B4-BE49-F238E27FC236}">
                  <a16:creationId xmlns:a16="http://schemas.microsoft.com/office/drawing/2014/main" id="{EA56F66A-2579-D3CD-3257-91E9A73DC06F}"/>
                </a:ext>
              </a:extLst>
            </p:cNvPr>
            <p:cNvPicPr>
              <a:picLocks noChangeAspect="1"/>
            </p:cNvPicPr>
            <p:nvPr/>
          </p:nvPicPr>
          <p:blipFill>
            <a:blip r:embed="rId2">
              <a:alphaModFix amt="70000"/>
              <a:extLst>
                <a:ext uri="{28A0092B-C50C-407E-A947-70E740481C1C}">
                  <a14:useLocalDpi xmlns:a14="http://schemas.microsoft.com/office/drawing/2010/main" val="0"/>
                </a:ext>
              </a:extLst>
            </a:blip>
            <a:srcRect l="8644" t="-1" r="6640" b="-1"/>
            <a:stretch/>
          </p:blipFill>
          <p:spPr>
            <a:xfrm rot="5400000">
              <a:off x="2666999" y="-2667001"/>
              <a:ext cx="6858001" cy="12192004"/>
            </a:xfrm>
            <a:prstGeom prst="rect">
              <a:avLst/>
            </a:prstGeom>
          </p:spPr>
        </p:pic>
        <p:pic>
          <p:nvPicPr>
            <p:cNvPr id="6" name="图片 5" descr="背景图案&#10;&#10;AI 生成的内容可能不正确。">
              <a:extLst>
                <a:ext uri="{FF2B5EF4-FFF2-40B4-BE49-F238E27FC236}">
                  <a16:creationId xmlns:a16="http://schemas.microsoft.com/office/drawing/2014/main" id="{7F04D656-9C57-10F7-7CCF-8B7EB1B634A7}"/>
                </a:ext>
              </a:extLst>
            </p:cNvPr>
            <p:cNvPicPr>
              <a:picLocks noChangeAspect="1"/>
            </p:cNvPicPr>
            <p:nvPr/>
          </p:nvPicPr>
          <p:blipFill>
            <a:blip r:embed="rId3">
              <a:alphaModFix amt="66000"/>
              <a:extLst>
                <a:ext uri="{28A0092B-C50C-407E-A947-70E740481C1C}">
                  <a14:useLocalDpi xmlns:a14="http://schemas.microsoft.com/office/drawing/2010/main" val="0"/>
                </a:ext>
              </a:extLst>
            </a:blip>
            <a:stretch>
              <a:fillRect/>
            </a:stretch>
          </p:blipFill>
          <p:spPr>
            <a:xfrm>
              <a:off x="1" y="-2"/>
              <a:ext cx="12191998" cy="6858002"/>
            </a:xfrm>
            <a:prstGeom prst="rect">
              <a:avLst/>
            </a:prstGeom>
          </p:spPr>
        </p:pic>
        <p:sp>
          <p:nvSpPr>
            <p:cNvPr id="9" name="矩形 8">
              <a:extLst>
                <a:ext uri="{FF2B5EF4-FFF2-40B4-BE49-F238E27FC236}">
                  <a16:creationId xmlns:a16="http://schemas.microsoft.com/office/drawing/2014/main" id="{BB0A23AC-93B2-4492-BECA-894CBA9B2C3A}"/>
                </a:ext>
              </a:extLst>
            </p:cNvPr>
            <p:cNvSpPr/>
            <p:nvPr/>
          </p:nvSpPr>
          <p:spPr>
            <a:xfrm rot="16200000">
              <a:off x="4741473" y="-3141272"/>
              <a:ext cx="2709052" cy="12191998"/>
            </a:xfrm>
            <a:prstGeom prst="rect">
              <a:avLst/>
            </a:prstGeom>
            <a:gradFill>
              <a:gsLst>
                <a:gs pos="100000">
                  <a:schemeClr val="accent1">
                    <a:lumMod val="5000"/>
                    <a:lumOff val="95000"/>
                    <a:alpha val="0"/>
                  </a:schemeClr>
                </a:gs>
                <a:gs pos="42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a:extLst>
                <a:ext uri="{FF2B5EF4-FFF2-40B4-BE49-F238E27FC236}">
                  <a16:creationId xmlns:a16="http://schemas.microsoft.com/office/drawing/2014/main" id="{FED42DF3-319A-26E9-89FE-DCDB8E9CC486}"/>
                </a:ext>
              </a:extLst>
            </p:cNvPr>
            <p:cNvSpPr/>
            <p:nvPr userDrawn="1"/>
          </p:nvSpPr>
          <p:spPr>
            <a:xfrm rot="5400000" flipH="1">
              <a:off x="7824552" y="3872530"/>
              <a:ext cx="137708" cy="5218858"/>
            </a:xfrm>
            <a:prstGeom prst="rect">
              <a:avLst/>
            </a:prstGeom>
            <a:gradFill>
              <a:gsLst>
                <a:gs pos="100000">
                  <a:schemeClr val="accent1">
                    <a:lumMod val="5000"/>
                    <a:lumOff val="95000"/>
                    <a:alpha val="0"/>
                  </a:schemeClr>
                </a:gs>
                <a:gs pos="23070">
                  <a:schemeClr val="accent1"/>
                </a:gs>
                <a:gs pos="2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任意多边形: 形状 12">
              <a:extLst>
                <a:ext uri="{FF2B5EF4-FFF2-40B4-BE49-F238E27FC236}">
                  <a16:creationId xmlns:a16="http://schemas.microsoft.com/office/drawing/2014/main" id="{4A1BE33F-7B96-FFCE-6166-28A958C32FD2}"/>
                </a:ext>
              </a:extLst>
            </p:cNvPr>
            <p:cNvSpPr/>
            <p:nvPr/>
          </p:nvSpPr>
          <p:spPr>
            <a:xfrm rot="16200000">
              <a:off x="1332874" y="109757"/>
              <a:ext cx="303249" cy="1476779"/>
            </a:xfrm>
            <a:custGeom>
              <a:avLst/>
              <a:gdLst>
                <a:gd name="connsiteX0" fmla="*/ 276020 w 303249"/>
                <a:gd name="connsiteY0" fmla="*/ 1422321 h 1476779"/>
                <a:gd name="connsiteX1" fmla="*/ 248791 w 303249"/>
                <a:gd name="connsiteY1" fmla="*/ 1449550 h 1476779"/>
                <a:gd name="connsiteX2" fmla="*/ 276020 w 303249"/>
                <a:gd name="connsiteY2" fmla="*/ 1476779 h 1476779"/>
                <a:gd name="connsiteX3" fmla="*/ 303249 w 303249"/>
                <a:gd name="connsiteY3" fmla="*/ 1449550 h 1476779"/>
                <a:gd name="connsiteX4" fmla="*/ 276020 w 303249"/>
                <a:gd name="connsiteY4" fmla="*/ 1422321 h 1476779"/>
                <a:gd name="connsiteX5" fmla="*/ 27229 w 303249"/>
                <a:gd name="connsiteY5" fmla="*/ 1422320 h 1476779"/>
                <a:gd name="connsiteX6" fmla="*/ 0 w 303249"/>
                <a:gd name="connsiteY6" fmla="*/ 1449549 h 1476779"/>
                <a:gd name="connsiteX7" fmla="*/ 27229 w 303249"/>
                <a:gd name="connsiteY7" fmla="*/ 1476778 h 1476779"/>
                <a:gd name="connsiteX8" fmla="*/ 54458 w 303249"/>
                <a:gd name="connsiteY8" fmla="*/ 1449549 h 1476779"/>
                <a:gd name="connsiteX9" fmla="*/ 27229 w 303249"/>
                <a:gd name="connsiteY9" fmla="*/ 1422320 h 1476779"/>
                <a:gd name="connsiteX10" fmla="*/ 151624 w 303249"/>
                <a:gd name="connsiteY10" fmla="*/ 1422320 h 1476779"/>
                <a:gd name="connsiteX11" fmla="*/ 124395 w 303249"/>
                <a:gd name="connsiteY11" fmla="*/ 1449549 h 1476779"/>
                <a:gd name="connsiteX12" fmla="*/ 151624 w 303249"/>
                <a:gd name="connsiteY12" fmla="*/ 1476778 h 1476779"/>
                <a:gd name="connsiteX13" fmla="*/ 178853 w 303249"/>
                <a:gd name="connsiteY13" fmla="*/ 1449549 h 1476779"/>
                <a:gd name="connsiteX14" fmla="*/ 151624 w 303249"/>
                <a:gd name="connsiteY14" fmla="*/ 1422320 h 1476779"/>
                <a:gd name="connsiteX15" fmla="*/ 276020 w 303249"/>
                <a:gd name="connsiteY15" fmla="*/ 1280089 h 1476779"/>
                <a:gd name="connsiteX16" fmla="*/ 248791 w 303249"/>
                <a:gd name="connsiteY16" fmla="*/ 1307318 h 1476779"/>
                <a:gd name="connsiteX17" fmla="*/ 276020 w 303249"/>
                <a:gd name="connsiteY17" fmla="*/ 1334547 h 1476779"/>
                <a:gd name="connsiteX18" fmla="*/ 303249 w 303249"/>
                <a:gd name="connsiteY18" fmla="*/ 1307318 h 1476779"/>
                <a:gd name="connsiteX19" fmla="*/ 276020 w 303249"/>
                <a:gd name="connsiteY19" fmla="*/ 1280089 h 1476779"/>
                <a:gd name="connsiteX20" fmla="*/ 27229 w 303249"/>
                <a:gd name="connsiteY20" fmla="*/ 1280088 h 1476779"/>
                <a:gd name="connsiteX21" fmla="*/ 0 w 303249"/>
                <a:gd name="connsiteY21" fmla="*/ 1307317 h 1476779"/>
                <a:gd name="connsiteX22" fmla="*/ 27229 w 303249"/>
                <a:gd name="connsiteY22" fmla="*/ 1334546 h 1476779"/>
                <a:gd name="connsiteX23" fmla="*/ 54458 w 303249"/>
                <a:gd name="connsiteY23" fmla="*/ 1307317 h 1476779"/>
                <a:gd name="connsiteX24" fmla="*/ 27229 w 303249"/>
                <a:gd name="connsiteY24" fmla="*/ 1280088 h 1476779"/>
                <a:gd name="connsiteX25" fmla="*/ 151624 w 303249"/>
                <a:gd name="connsiteY25" fmla="*/ 1280088 h 1476779"/>
                <a:gd name="connsiteX26" fmla="*/ 124395 w 303249"/>
                <a:gd name="connsiteY26" fmla="*/ 1307317 h 1476779"/>
                <a:gd name="connsiteX27" fmla="*/ 151624 w 303249"/>
                <a:gd name="connsiteY27" fmla="*/ 1334546 h 1476779"/>
                <a:gd name="connsiteX28" fmla="*/ 178853 w 303249"/>
                <a:gd name="connsiteY28" fmla="*/ 1307317 h 1476779"/>
                <a:gd name="connsiteX29" fmla="*/ 151624 w 303249"/>
                <a:gd name="connsiteY29" fmla="*/ 1280088 h 1476779"/>
                <a:gd name="connsiteX30" fmla="*/ 276020 w 303249"/>
                <a:gd name="connsiteY30" fmla="*/ 1137857 h 1476779"/>
                <a:gd name="connsiteX31" fmla="*/ 248791 w 303249"/>
                <a:gd name="connsiteY31" fmla="*/ 1165086 h 1476779"/>
                <a:gd name="connsiteX32" fmla="*/ 276020 w 303249"/>
                <a:gd name="connsiteY32" fmla="*/ 1192315 h 1476779"/>
                <a:gd name="connsiteX33" fmla="*/ 303249 w 303249"/>
                <a:gd name="connsiteY33" fmla="*/ 1165086 h 1476779"/>
                <a:gd name="connsiteX34" fmla="*/ 276020 w 303249"/>
                <a:gd name="connsiteY34" fmla="*/ 1137857 h 1476779"/>
                <a:gd name="connsiteX35" fmla="*/ 27229 w 303249"/>
                <a:gd name="connsiteY35" fmla="*/ 1137856 h 1476779"/>
                <a:gd name="connsiteX36" fmla="*/ 0 w 303249"/>
                <a:gd name="connsiteY36" fmla="*/ 1165085 h 1476779"/>
                <a:gd name="connsiteX37" fmla="*/ 27229 w 303249"/>
                <a:gd name="connsiteY37" fmla="*/ 1192314 h 1476779"/>
                <a:gd name="connsiteX38" fmla="*/ 54458 w 303249"/>
                <a:gd name="connsiteY38" fmla="*/ 1165085 h 1476779"/>
                <a:gd name="connsiteX39" fmla="*/ 27229 w 303249"/>
                <a:gd name="connsiteY39" fmla="*/ 1137856 h 1476779"/>
                <a:gd name="connsiteX40" fmla="*/ 151624 w 303249"/>
                <a:gd name="connsiteY40" fmla="*/ 1137856 h 1476779"/>
                <a:gd name="connsiteX41" fmla="*/ 124395 w 303249"/>
                <a:gd name="connsiteY41" fmla="*/ 1165085 h 1476779"/>
                <a:gd name="connsiteX42" fmla="*/ 151624 w 303249"/>
                <a:gd name="connsiteY42" fmla="*/ 1192314 h 1476779"/>
                <a:gd name="connsiteX43" fmla="*/ 178853 w 303249"/>
                <a:gd name="connsiteY43" fmla="*/ 1165085 h 1476779"/>
                <a:gd name="connsiteX44" fmla="*/ 151624 w 303249"/>
                <a:gd name="connsiteY44" fmla="*/ 1137856 h 1476779"/>
                <a:gd name="connsiteX45" fmla="*/ 276020 w 303249"/>
                <a:gd name="connsiteY45" fmla="*/ 995625 h 1476779"/>
                <a:gd name="connsiteX46" fmla="*/ 248791 w 303249"/>
                <a:gd name="connsiteY46" fmla="*/ 1022854 h 1476779"/>
                <a:gd name="connsiteX47" fmla="*/ 276020 w 303249"/>
                <a:gd name="connsiteY47" fmla="*/ 1050083 h 1476779"/>
                <a:gd name="connsiteX48" fmla="*/ 303249 w 303249"/>
                <a:gd name="connsiteY48" fmla="*/ 1022854 h 1476779"/>
                <a:gd name="connsiteX49" fmla="*/ 276020 w 303249"/>
                <a:gd name="connsiteY49" fmla="*/ 995625 h 1476779"/>
                <a:gd name="connsiteX50" fmla="*/ 27229 w 303249"/>
                <a:gd name="connsiteY50" fmla="*/ 995624 h 1476779"/>
                <a:gd name="connsiteX51" fmla="*/ 0 w 303249"/>
                <a:gd name="connsiteY51" fmla="*/ 1022853 h 1476779"/>
                <a:gd name="connsiteX52" fmla="*/ 27229 w 303249"/>
                <a:gd name="connsiteY52" fmla="*/ 1050082 h 1476779"/>
                <a:gd name="connsiteX53" fmla="*/ 54458 w 303249"/>
                <a:gd name="connsiteY53" fmla="*/ 1022853 h 1476779"/>
                <a:gd name="connsiteX54" fmla="*/ 27229 w 303249"/>
                <a:gd name="connsiteY54" fmla="*/ 995624 h 1476779"/>
                <a:gd name="connsiteX55" fmla="*/ 151624 w 303249"/>
                <a:gd name="connsiteY55" fmla="*/ 995624 h 1476779"/>
                <a:gd name="connsiteX56" fmla="*/ 124395 w 303249"/>
                <a:gd name="connsiteY56" fmla="*/ 1022853 h 1476779"/>
                <a:gd name="connsiteX57" fmla="*/ 151624 w 303249"/>
                <a:gd name="connsiteY57" fmla="*/ 1050082 h 1476779"/>
                <a:gd name="connsiteX58" fmla="*/ 178853 w 303249"/>
                <a:gd name="connsiteY58" fmla="*/ 1022853 h 1476779"/>
                <a:gd name="connsiteX59" fmla="*/ 151624 w 303249"/>
                <a:gd name="connsiteY59" fmla="*/ 995624 h 1476779"/>
                <a:gd name="connsiteX60" fmla="*/ 276020 w 303249"/>
                <a:gd name="connsiteY60" fmla="*/ 853393 h 1476779"/>
                <a:gd name="connsiteX61" fmla="*/ 248791 w 303249"/>
                <a:gd name="connsiteY61" fmla="*/ 880622 h 1476779"/>
                <a:gd name="connsiteX62" fmla="*/ 276020 w 303249"/>
                <a:gd name="connsiteY62" fmla="*/ 907851 h 1476779"/>
                <a:gd name="connsiteX63" fmla="*/ 303249 w 303249"/>
                <a:gd name="connsiteY63" fmla="*/ 880622 h 1476779"/>
                <a:gd name="connsiteX64" fmla="*/ 276020 w 303249"/>
                <a:gd name="connsiteY64" fmla="*/ 853393 h 1476779"/>
                <a:gd name="connsiteX65" fmla="*/ 27229 w 303249"/>
                <a:gd name="connsiteY65" fmla="*/ 853392 h 1476779"/>
                <a:gd name="connsiteX66" fmla="*/ 0 w 303249"/>
                <a:gd name="connsiteY66" fmla="*/ 880621 h 1476779"/>
                <a:gd name="connsiteX67" fmla="*/ 27229 w 303249"/>
                <a:gd name="connsiteY67" fmla="*/ 907850 h 1476779"/>
                <a:gd name="connsiteX68" fmla="*/ 54458 w 303249"/>
                <a:gd name="connsiteY68" fmla="*/ 880621 h 1476779"/>
                <a:gd name="connsiteX69" fmla="*/ 27229 w 303249"/>
                <a:gd name="connsiteY69" fmla="*/ 853392 h 1476779"/>
                <a:gd name="connsiteX70" fmla="*/ 151624 w 303249"/>
                <a:gd name="connsiteY70" fmla="*/ 853392 h 1476779"/>
                <a:gd name="connsiteX71" fmla="*/ 124395 w 303249"/>
                <a:gd name="connsiteY71" fmla="*/ 880621 h 1476779"/>
                <a:gd name="connsiteX72" fmla="*/ 151624 w 303249"/>
                <a:gd name="connsiteY72" fmla="*/ 907850 h 1476779"/>
                <a:gd name="connsiteX73" fmla="*/ 178853 w 303249"/>
                <a:gd name="connsiteY73" fmla="*/ 880621 h 1476779"/>
                <a:gd name="connsiteX74" fmla="*/ 151624 w 303249"/>
                <a:gd name="connsiteY74" fmla="*/ 853392 h 1476779"/>
                <a:gd name="connsiteX75" fmla="*/ 276020 w 303249"/>
                <a:gd name="connsiteY75" fmla="*/ 711161 h 1476779"/>
                <a:gd name="connsiteX76" fmla="*/ 248791 w 303249"/>
                <a:gd name="connsiteY76" fmla="*/ 738390 h 1476779"/>
                <a:gd name="connsiteX77" fmla="*/ 276020 w 303249"/>
                <a:gd name="connsiteY77" fmla="*/ 765619 h 1476779"/>
                <a:gd name="connsiteX78" fmla="*/ 303249 w 303249"/>
                <a:gd name="connsiteY78" fmla="*/ 738390 h 1476779"/>
                <a:gd name="connsiteX79" fmla="*/ 276020 w 303249"/>
                <a:gd name="connsiteY79" fmla="*/ 711161 h 1476779"/>
                <a:gd name="connsiteX80" fmla="*/ 27229 w 303249"/>
                <a:gd name="connsiteY80" fmla="*/ 711160 h 1476779"/>
                <a:gd name="connsiteX81" fmla="*/ 0 w 303249"/>
                <a:gd name="connsiteY81" fmla="*/ 738389 h 1476779"/>
                <a:gd name="connsiteX82" fmla="*/ 27229 w 303249"/>
                <a:gd name="connsiteY82" fmla="*/ 765618 h 1476779"/>
                <a:gd name="connsiteX83" fmla="*/ 54458 w 303249"/>
                <a:gd name="connsiteY83" fmla="*/ 738389 h 1476779"/>
                <a:gd name="connsiteX84" fmla="*/ 27229 w 303249"/>
                <a:gd name="connsiteY84" fmla="*/ 711160 h 1476779"/>
                <a:gd name="connsiteX85" fmla="*/ 151624 w 303249"/>
                <a:gd name="connsiteY85" fmla="*/ 711160 h 1476779"/>
                <a:gd name="connsiteX86" fmla="*/ 124395 w 303249"/>
                <a:gd name="connsiteY86" fmla="*/ 738389 h 1476779"/>
                <a:gd name="connsiteX87" fmla="*/ 151624 w 303249"/>
                <a:gd name="connsiteY87" fmla="*/ 765618 h 1476779"/>
                <a:gd name="connsiteX88" fmla="*/ 178853 w 303249"/>
                <a:gd name="connsiteY88" fmla="*/ 738389 h 1476779"/>
                <a:gd name="connsiteX89" fmla="*/ 151624 w 303249"/>
                <a:gd name="connsiteY89" fmla="*/ 711160 h 1476779"/>
                <a:gd name="connsiteX90" fmla="*/ 276020 w 303249"/>
                <a:gd name="connsiteY90" fmla="*/ 568929 h 1476779"/>
                <a:gd name="connsiteX91" fmla="*/ 248791 w 303249"/>
                <a:gd name="connsiteY91" fmla="*/ 596158 h 1476779"/>
                <a:gd name="connsiteX92" fmla="*/ 276020 w 303249"/>
                <a:gd name="connsiteY92" fmla="*/ 623387 h 1476779"/>
                <a:gd name="connsiteX93" fmla="*/ 303249 w 303249"/>
                <a:gd name="connsiteY93" fmla="*/ 596158 h 1476779"/>
                <a:gd name="connsiteX94" fmla="*/ 276020 w 303249"/>
                <a:gd name="connsiteY94" fmla="*/ 568929 h 1476779"/>
                <a:gd name="connsiteX95" fmla="*/ 27229 w 303249"/>
                <a:gd name="connsiteY95" fmla="*/ 568928 h 1476779"/>
                <a:gd name="connsiteX96" fmla="*/ 0 w 303249"/>
                <a:gd name="connsiteY96" fmla="*/ 596157 h 1476779"/>
                <a:gd name="connsiteX97" fmla="*/ 27229 w 303249"/>
                <a:gd name="connsiteY97" fmla="*/ 623386 h 1476779"/>
                <a:gd name="connsiteX98" fmla="*/ 54458 w 303249"/>
                <a:gd name="connsiteY98" fmla="*/ 596157 h 1476779"/>
                <a:gd name="connsiteX99" fmla="*/ 27229 w 303249"/>
                <a:gd name="connsiteY99" fmla="*/ 568928 h 1476779"/>
                <a:gd name="connsiteX100" fmla="*/ 151624 w 303249"/>
                <a:gd name="connsiteY100" fmla="*/ 568928 h 1476779"/>
                <a:gd name="connsiteX101" fmla="*/ 124395 w 303249"/>
                <a:gd name="connsiteY101" fmla="*/ 596157 h 1476779"/>
                <a:gd name="connsiteX102" fmla="*/ 151624 w 303249"/>
                <a:gd name="connsiteY102" fmla="*/ 623386 h 1476779"/>
                <a:gd name="connsiteX103" fmla="*/ 178853 w 303249"/>
                <a:gd name="connsiteY103" fmla="*/ 596157 h 1476779"/>
                <a:gd name="connsiteX104" fmla="*/ 151624 w 303249"/>
                <a:gd name="connsiteY104" fmla="*/ 568928 h 1476779"/>
                <a:gd name="connsiteX105" fmla="*/ 276020 w 303249"/>
                <a:gd name="connsiteY105" fmla="*/ 426697 h 1476779"/>
                <a:gd name="connsiteX106" fmla="*/ 248791 w 303249"/>
                <a:gd name="connsiteY106" fmla="*/ 453926 h 1476779"/>
                <a:gd name="connsiteX107" fmla="*/ 276020 w 303249"/>
                <a:gd name="connsiteY107" fmla="*/ 481155 h 1476779"/>
                <a:gd name="connsiteX108" fmla="*/ 303249 w 303249"/>
                <a:gd name="connsiteY108" fmla="*/ 453926 h 1476779"/>
                <a:gd name="connsiteX109" fmla="*/ 276020 w 303249"/>
                <a:gd name="connsiteY109" fmla="*/ 426697 h 1476779"/>
                <a:gd name="connsiteX110" fmla="*/ 27229 w 303249"/>
                <a:gd name="connsiteY110" fmla="*/ 426696 h 1476779"/>
                <a:gd name="connsiteX111" fmla="*/ 0 w 303249"/>
                <a:gd name="connsiteY111" fmla="*/ 453925 h 1476779"/>
                <a:gd name="connsiteX112" fmla="*/ 27229 w 303249"/>
                <a:gd name="connsiteY112" fmla="*/ 481154 h 1476779"/>
                <a:gd name="connsiteX113" fmla="*/ 54458 w 303249"/>
                <a:gd name="connsiteY113" fmla="*/ 453925 h 1476779"/>
                <a:gd name="connsiteX114" fmla="*/ 27229 w 303249"/>
                <a:gd name="connsiteY114" fmla="*/ 426696 h 1476779"/>
                <a:gd name="connsiteX115" fmla="*/ 151624 w 303249"/>
                <a:gd name="connsiteY115" fmla="*/ 426696 h 1476779"/>
                <a:gd name="connsiteX116" fmla="*/ 124395 w 303249"/>
                <a:gd name="connsiteY116" fmla="*/ 453925 h 1476779"/>
                <a:gd name="connsiteX117" fmla="*/ 151624 w 303249"/>
                <a:gd name="connsiteY117" fmla="*/ 481154 h 1476779"/>
                <a:gd name="connsiteX118" fmla="*/ 178853 w 303249"/>
                <a:gd name="connsiteY118" fmla="*/ 453925 h 1476779"/>
                <a:gd name="connsiteX119" fmla="*/ 151624 w 303249"/>
                <a:gd name="connsiteY119" fmla="*/ 426696 h 1476779"/>
                <a:gd name="connsiteX120" fmla="*/ 276020 w 303249"/>
                <a:gd name="connsiteY120" fmla="*/ 284465 h 1476779"/>
                <a:gd name="connsiteX121" fmla="*/ 248791 w 303249"/>
                <a:gd name="connsiteY121" fmla="*/ 311694 h 1476779"/>
                <a:gd name="connsiteX122" fmla="*/ 276020 w 303249"/>
                <a:gd name="connsiteY122" fmla="*/ 338923 h 1476779"/>
                <a:gd name="connsiteX123" fmla="*/ 303249 w 303249"/>
                <a:gd name="connsiteY123" fmla="*/ 311694 h 1476779"/>
                <a:gd name="connsiteX124" fmla="*/ 276020 w 303249"/>
                <a:gd name="connsiteY124" fmla="*/ 284465 h 1476779"/>
                <a:gd name="connsiteX125" fmla="*/ 27229 w 303249"/>
                <a:gd name="connsiteY125" fmla="*/ 284464 h 1476779"/>
                <a:gd name="connsiteX126" fmla="*/ 0 w 303249"/>
                <a:gd name="connsiteY126" fmla="*/ 311693 h 1476779"/>
                <a:gd name="connsiteX127" fmla="*/ 27229 w 303249"/>
                <a:gd name="connsiteY127" fmla="*/ 338922 h 1476779"/>
                <a:gd name="connsiteX128" fmla="*/ 54458 w 303249"/>
                <a:gd name="connsiteY128" fmla="*/ 311693 h 1476779"/>
                <a:gd name="connsiteX129" fmla="*/ 27229 w 303249"/>
                <a:gd name="connsiteY129" fmla="*/ 284464 h 1476779"/>
                <a:gd name="connsiteX130" fmla="*/ 151624 w 303249"/>
                <a:gd name="connsiteY130" fmla="*/ 284464 h 1476779"/>
                <a:gd name="connsiteX131" fmla="*/ 124395 w 303249"/>
                <a:gd name="connsiteY131" fmla="*/ 311693 h 1476779"/>
                <a:gd name="connsiteX132" fmla="*/ 151624 w 303249"/>
                <a:gd name="connsiteY132" fmla="*/ 338922 h 1476779"/>
                <a:gd name="connsiteX133" fmla="*/ 178853 w 303249"/>
                <a:gd name="connsiteY133" fmla="*/ 311693 h 1476779"/>
                <a:gd name="connsiteX134" fmla="*/ 151624 w 303249"/>
                <a:gd name="connsiteY134" fmla="*/ 284464 h 1476779"/>
                <a:gd name="connsiteX135" fmla="*/ 151624 w 303249"/>
                <a:gd name="connsiteY135" fmla="*/ 142233 h 1476779"/>
                <a:gd name="connsiteX136" fmla="*/ 124395 w 303249"/>
                <a:gd name="connsiteY136" fmla="*/ 169462 h 1476779"/>
                <a:gd name="connsiteX137" fmla="*/ 151624 w 303249"/>
                <a:gd name="connsiteY137" fmla="*/ 196691 h 1476779"/>
                <a:gd name="connsiteX138" fmla="*/ 178853 w 303249"/>
                <a:gd name="connsiteY138" fmla="*/ 169462 h 1476779"/>
                <a:gd name="connsiteX139" fmla="*/ 151624 w 303249"/>
                <a:gd name="connsiteY139" fmla="*/ 142233 h 1476779"/>
                <a:gd name="connsiteX140" fmla="*/ 276020 w 303249"/>
                <a:gd name="connsiteY140" fmla="*/ 142233 h 1476779"/>
                <a:gd name="connsiteX141" fmla="*/ 248791 w 303249"/>
                <a:gd name="connsiteY141" fmla="*/ 169462 h 1476779"/>
                <a:gd name="connsiteX142" fmla="*/ 276020 w 303249"/>
                <a:gd name="connsiteY142" fmla="*/ 196691 h 1476779"/>
                <a:gd name="connsiteX143" fmla="*/ 303249 w 303249"/>
                <a:gd name="connsiteY143" fmla="*/ 169462 h 1476779"/>
                <a:gd name="connsiteX144" fmla="*/ 276020 w 303249"/>
                <a:gd name="connsiteY144" fmla="*/ 142233 h 1476779"/>
                <a:gd name="connsiteX145" fmla="*/ 27229 w 303249"/>
                <a:gd name="connsiteY145" fmla="*/ 142232 h 1476779"/>
                <a:gd name="connsiteX146" fmla="*/ 0 w 303249"/>
                <a:gd name="connsiteY146" fmla="*/ 169461 h 1476779"/>
                <a:gd name="connsiteX147" fmla="*/ 27229 w 303249"/>
                <a:gd name="connsiteY147" fmla="*/ 196690 h 1476779"/>
                <a:gd name="connsiteX148" fmla="*/ 54458 w 303249"/>
                <a:gd name="connsiteY148" fmla="*/ 169461 h 1476779"/>
                <a:gd name="connsiteX149" fmla="*/ 27229 w 303249"/>
                <a:gd name="connsiteY149" fmla="*/ 142232 h 1476779"/>
                <a:gd name="connsiteX150" fmla="*/ 151625 w 303249"/>
                <a:gd name="connsiteY150" fmla="*/ 1 h 1476779"/>
                <a:gd name="connsiteX151" fmla="*/ 124396 w 303249"/>
                <a:gd name="connsiteY151" fmla="*/ 27230 h 1476779"/>
                <a:gd name="connsiteX152" fmla="*/ 151625 w 303249"/>
                <a:gd name="connsiteY152" fmla="*/ 54459 h 1476779"/>
                <a:gd name="connsiteX153" fmla="*/ 178854 w 303249"/>
                <a:gd name="connsiteY153" fmla="*/ 27230 h 1476779"/>
                <a:gd name="connsiteX154" fmla="*/ 151625 w 303249"/>
                <a:gd name="connsiteY154" fmla="*/ 1 h 1476779"/>
                <a:gd name="connsiteX155" fmla="*/ 276020 w 303249"/>
                <a:gd name="connsiteY155" fmla="*/ 1 h 1476779"/>
                <a:gd name="connsiteX156" fmla="*/ 248791 w 303249"/>
                <a:gd name="connsiteY156" fmla="*/ 27230 h 1476779"/>
                <a:gd name="connsiteX157" fmla="*/ 276020 w 303249"/>
                <a:gd name="connsiteY157" fmla="*/ 54459 h 1476779"/>
                <a:gd name="connsiteX158" fmla="*/ 303249 w 303249"/>
                <a:gd name="connsiteY158" fmla="*/ 27230 h 1476779"/>
                <a:gd name="connsiteX159" fmla="*/ 276020 w 303249"/>
                <a:gd name="connsiteY159" fmla="*/ 1 h 1476779"/>
                <a:gd name="connsiteX160" fmla="*/ 27229 w 303249"/>
                <a:gd name="connsiteY160" fmla="*/ 0 h 1476779"/>
                <a:gd name="connsiteX161" fmla="*/ 0 w 303249"/>
                <a:gd name="connsiteY161" fmla="*/ 27229 h 1476779"/>
                <a:gd name="connsiteX162" fmla="*/ 27229 w 303249"/>
                <a:gd name="connsiteY162" fmla="*/ 54458 h 1476779"/>
                <a:gd name="connsiteX163" fmla="*/ 54458 w 303249"/>
                <a:gd name="connsiteY163" fmla="*/ 27229 h 1476779"/>
                <a:gd name="connsiteX164" fmla="*/ 27229 w 303249"/>
                <a:gd name="connsiteY164" fmla="*/ 0 h 147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303249" h="1476779">
                  <a:moveTo>
                    <a:pt x="276020" y="1422321"/>
                  </a:moveTo>
                  <a:cubicBezTo>
                    <a:pt x="260982" y="1422321"/>
                    <a:pt x="248791" y="1434512"/>
                    <a:pt x="248791" y="1449550"/>
                  </a:cubicBezTo>
                  <a:cubicBezTo>
                    <a:pt x="248791" y="1464588"/>
                    <a:pt x="260982" y="1476779"/>
                    <a:pt x="276020" y="1476779"/>
                  </a:cubicBezTo>
                  <a:cubicBezTo>
                    <a:pt x="291058" y="1476779"/>
                    <a:pt x="303249" y="1464588"/>
                    <a:pt x="303249" y="1449550"/>
                  </a:cubicBezTo>
                  <a:cubicBezTo>
                    <a:pt x="303249" y="1434512"/>
                    <a:pt x="291058" y="1422321"/>
                    <a:pt x="276020" y="1422321"/>
                  </a:cubicBezTo>
                  <a:close/>
                  <a:moveTo>
                    <a:pt x="27229" y="1422320"/>
                  </a:moveTo>
                  <a:cubicBezTo>
                    <a:pt x="12191" y="1422320"/>
                    <a:pt x="0" y="1434511"/>
                    <a:pt x="0" y="1449549"/>
                  </a:cubicBezTo>
                  <a:cubicBezTo>
                    <a:pt x="0" y="1464587"/>
                    <a:pt x="12191" y="1476778"/>
                    <a:pt x="27229" y="1476778"/>
                  </a:cubicBezTo>
                  <a:cubicBezTo>
                    <a:pt x="42267" y="1476778"/>
                    <a:pt x="54458" y="1464587"/>
                    <a:pt x="54458" y="1449549"/>
                  </a:cubicBezTo>
                  <a:cubicBezTo>
                    <a:pt x="54458" y="1434511"/>
                    <a:pt x="42267" y="1422320"/>
                    <a:pt x="27229" y="1422320"/>
                  </a:cubicBezTo>
                  <a:close/>
                  <a:moveTo>
                    <a:pt x="151624" y="1422320"/>
                  </a:moveTo>
                  <a:cubicBezTo>
                    <a:pt x="136586" y="1422320"/>
                    <a:pt x="124395" y="1434511"/>
                    <a:pt x="124395" y="1449549"/>
                  </a:cubicBezTo>
                  <a:cubicBezTo>
                    <a:pt x="124395" y="1464587"/>
                    <a:pt x="136586" y="1476778"/>
                    <a:pt x="151624" y="1476778"/>
                  </a:cubicBezTo>
                  <a:cubicBezTo>
                    <a:pt x="166662" y="1476778"/>
                    <a:pt x="178853" y="1464587"/>
                    <a:pt x="178853" y="1449549"/>
                  </a:cubicBezTo>
                  <a:cubicBezTo>
                    <a:pt x="178853" y="1434511"/>
                    <a:pt x="166662" y="1422320"/>
                    <a:pt x="151624" y="1422320"/>
                  </a:cubicBezTo>
                  <a:close/>
                  <a:moveTo>
                    <a:pt x="276020" y="1280089"/>
                  </a:moveTo>
                  <a:cubicBezTo>
                    <a:pt x="260982" y="1280089"/>
                    <a:pt x="248791" y="1292280"/>
                    <a:pt x="248791" y="1307318"/>
                  </a:cubicBezTo>
                  <a:cubicBezTo>
                    <a:pt x="248791" y="1322356"/>
                    <a:pt x="260982" y="1334547"/>
                    <a:pt x="276020" y="1334547"/>
                  </a:cubicBezTo>
                  <a:cubicBezTo>
                    <a:pt x="291058" y="1334547"/>
                    <a:pt x="303249" y="1322356"/>
                    <a:pt x="303249" y="1307318"/>
                  </a:cubicBezTo>
                  <a:cubicBezTo>
                    <a:pt x="303249" y="1292280"/>
                    <a:pt x="291058" y="1280089"/>
                    <a:pt x="276020" y="1280089"/>
                  </a:cubicBezTo>
                  <a:close/>
                  <a:moveTo>
                    <a:pt x="27229" y="1280088"/>
                  </a:moveTo>
                  <a:cubicBezTo>
                    <a:pt x="12191" y="1280088"/>
                    <a:pt x="0" y="1292279"/>
                    <a:pt x="0" y="1307317"/>
                  </a:cubicBezTo>
                  <a:cubicBezTo>
                    <a:pt x="0" y="1322355"/>
                    <a:pt x="12191" y="1334546"/>
                    <a:pt x="27229" y="1334546"/>
                  </a:cubicBezTo>
                  <a:cubicBezTo>
                    <a:pt x="42267" y="1334546"/>
                    <a:pt x="54458" y="1322355"/>
                    <a:pt x="54458" y="1307317"/>
                  </a:cubicBezTo>
                  <a:cubicBezTo>
                    <a:pt x="54458" y="1292279"/>
                    <a:pt x="42267" y="1280088"/>
                    <a:pt x="27229" y="1280088"/>
                  </a:cubicBezTo>
                  <a:close/>
                  <a:moveTo>
                    <a:pt x="151624" y="1280088"/>
                  </a:moveTo>
                  <a:cubicBezTo>
                    <a:pt x="136586" y="1280088"/>
                    <a:pt x="124395" y="1292279"/>
                    <a:pt x="124395" y="1307317"/>
                  </a:cubicBezTo>
                  <a:cubicBezTo>
                    <a:pt x="124395" y="1322355"/>
                    <a:pt x="136586" y="1334546"/>
                    <a:pt x="151624" y="1334546"/>
                  </a:cubicBezTo>
                  <a:cubicBezTo>
                    <a:pt x="166662" y="1334546"/>
                    <a:pt x="178853" y="1322355"/>
                    <a:pt x="178853" y="1307317"/>
                  </a:cubicBezTo>
                  <a:cubicBezTo>
                    <a:pt x="178853" y="1292279"/>
                    <a:pt x="166662" y="1280088"/>
                    <a:pt x="151624" y="1280088"/>
                  </a:cubicBezTo>
                  <a:close/>
                  <a:moveTo>
                    <a:pt x="276020" y="1137857"/>
                  </a:moveTo>
                  <a:cubicBezTo>
                    <a:pt x="260982" y="1137857"/>
                    <a:pt x="248791" y="1150048"/>
                    <a:pt x="248791" y="1165086"/>
                  </a:cubicBezTo>
                  <a:cubicBezTo>
                    <a:pt x="248791" y="1180124"/>
                    <a:pt x="260982" y="1192315"/>
                    <a:pt x="276020" y="1192315"/>
                  </a:cubicBezTo>
                  <a:cubicBezTo>
                    <a:pt x="291058" y="1192315"/>
                    <a:pt x="303249" y="1180124"/>
                    <a:pt x="303249" y="1165086"/>
                  </a:cubicBezTo>
                  <a:cubicBezTo>
                    <a:pt x="303249" y="1150048"/>
                    <a:pt x="291058" y="1137857"/>
                    <a:pt x="276020" y="1137857"/>
                  </a:cubicBezTo>
                  <a:close/>
                  <a:moveTo>
                    <a:pt x="27229" y="1137856"/>
                  </a:moveTo>
                  <a:cubicBezTo>
                    <a:pt x="12191" y="1137856"/>
                    <a:pt x="0" y="1150047"/>
                    <a:pt x="0" y="1165085"/>
                  </a:cubicBezTo>
                  <a:cubicBezTo>
                    <a:pt x="0" y="1180123"/>
                    <a:pt x="12191" y="1192314"/>
                    <a:pt x="27229" y="1192314"/>
                  </a:cubicBezTo>
                  <a:cubicBezTo>
                    <a:pt x="42267" y="1192314"/>
                    <a:pt x="54458" y="1180123"/>
                    <a:pt x="54458" y="1165085"/>
                  </a:cubicBezTo>
                  <a:cubicBezTo>
                    <a:pt x="54458" y="1150047"/>
                    <a:pt x="42267" y="1137856"/>
                    <a:pt x="27229" y="1137856"/>
                  </a:cubicBezTo>
                  <a:close/>
                  <a:moveTo>
                    <a:pt x="151624" y="1137856"/>
                  </a:moveTo>
                  <a:cubicBezTo>
                    <a:pt x="136586" y="1137856"/>
                    <a:pt x="124395" y="1150047"/>
                    <a:pt x="124395" y="1165085"/>
                  </a:cubicBezTo>
                  <a:cubicBezTo>
                    <a:pt x="124395" y="1180123"/>
                    <a:pt x="136586" y="1192314"/>
                    <a:pt x="151624" y="1192314"/>
                  </a:cubicBezTo>
                  <a:cubicBezTo>
                    <a:pt x="166662" y="1192314"/>
                    <a:pt x="178853" y="1180123"/>
                    <a:pt x="178853" y="1165085"/>
                  </a:cubicBezTo>
                  <a:cubicBezTo>
                    <a:pt x="178853" y="1150047"/>
                    <a:pt x="166662" y="1137856"/>
                    <a:pt x="151624" y="1137856"/>
                  </a:cubicBezTo>
                  <a:close/>
                  <a:moveTo>
                    <a:pt x="276020" y="995625"/>
                  </a:moveTo>
                  <a:cubicBezTo>
                    <a:pt x="260982" y="995625"/>
                    <a:pt x="248791" y="1007816"/>
                    <a:pt x="248791" y="1022854"/>
                  </a:cubicBezTo>
                  <a:cubicBezTo>
                    <a:pt x="248791" y="1037892"/>
                    <a:pt x="260982" y="1050083"/>
                    <a:pt x="276020" y="1050083"/>
                  </a:cubicBezTo>
                  <a:cubicBezTo>
                    <a:pt x="291058" y="1050083"/>
                    <a:pt x="303249" y="1037892"/>
                    <a:pt x="303249" y="1022854"/>
                  </a:cubicBezTo>
                  <a:cubicBezTo>
                    <a:pt x="303249" y="1007816"/>
                    <a:pt x="291058" y="995625"/>
                    <a:pt x="276020" y="995625"/>
                  </a:cubicBezTo>
                  <a:close/>
                  <a:moveTo>
                    <a:pt x="27229" y="995624"/>
                  </a:moveTo>
                  <a:cubicBezTo>
                    <a:pt x="12191" y="995624"/>
                    <a:pt x="0" y="1007815"/>
                    <a:pt x="0" y="1022853"/>
                  </a:cubicBezTo>
                  <a:cubicBezTo>
                    <a:pt x="0" y="1037891"/>
                    <a:pt x="12191" y="1050082"/>
                    <a:pt x="27229" y="1050082"/>
                  </a:cubicBezTo>
                  <a:cubicBezTo>
                    <a:pt x="42267" y="1050082"/>
                    <a:pt x="54458" y="1037891"/>
                    <a:pt x="54458" y="1022853"/>
                  </a:cubicBezTo>
                  <a:cubicBezTo>
                    <a:pt x="54458" y="1007815"/>
                    <a:pt x="42267" y="995624"/>
                    <a:pt x="27229" y="995624"/>
                  </a:cubicBezTo>
                  <a:close/>
                  <a:moveTo>
                    <a:pt x="151624" y="995624"/>
                  </a:moveTo>
                  <a:cubicBezTo>
                    <a:pt x="136586" y="995624"/>
                    <a:pt x="124395" y="1007815"/>
                    <a:pt x="124395" y="1022853"/>
                  </a:cubicBezTo>
                  <a:cubicBezTo>
                    <a:pt x="124395" y="1037891"/>
                    <a:pt x="136586" y="1050082"/>
                    <a:pt x="151624" y="1050082"/>
                  </a:cubicBezTo>
                  <a:cubicBezTo>
                    <a:pt x="166662" y="1050082"/>
                    <a:pt x="178853" y="1037891"/>
                    <a:pt x="178853" y="1022853"/>
                  </a:cubicBezTo>
                  <a:cubicBezTo>
                    <a:pt x="178853" y="1007815"/>
                    <a:pt x="166662" y="995624"/>
                    <a:pt x="151624" y="995624"/>
                  </a:cubicBezTo>
                  <a:close/>
                  <a:moveTo>
                    <a:pt x="276020" y="853393"/>
                  </a:moveTo>
                  <a:cubicBezTo>
                    <a:pt x="260982" y="853393"/>
                    <a:pt x="248791" y="865584"/>
                    <a:pt x="248791" y="880622"/>
                  </a:cubicBezTo>
                  <a:cubicBezTo>
                    <a:pt x="248791" y="895660"/>
                    <a:pt x="260982" y="907851"/>
                    <a:pt x="276020" y="907851"/>
                  </a:cubicBezTo>
                  <a:cubicBezTo>
                    <a:pt x="291058" y="907851"/>
                    <a:pt x="303249" y="895660"/>
                    <a:pt x="303249" y="880622"/>
                  </a:cubicBezTo>
                  <a:cubicBezTo>
                    <a:pt x="303249" y="865584"/>
                    <a:pt x="291058" y="853393"/>
                    <a:pt x="276020" y="853393"/>
                  </a:cubicBezTo>
                  <a:close/>
                  <a:moveTo>
                    <a:pt x="27229" y="853392"/>
                  </a:moveTo>
                  <a:cubicBezTo>
                    <a:pt x="12191" y="853392"/>
                    <a:pt x="0" y="865583"/>
                    <a:pt x="0" y="880621"/>
                  </a:cubicBezTo>
                  <a:cubicBezTo>
                    <a:pt x="0" y="895659"/>
                    <a:pt x="12191" y="907850"/>
                    <a:pt x="27229" y="907850"/>
                  </a:cubicBezTo>
                  <a:cubicBezTo>
                    <a:pt x="42267" y="907850"/>
                    <a:pt x="54458" y="895659"/>
                    <a:pt x="54458" y="880621"/>
                  </a:cubicBezTo>
                  <a:cubicBezTo>
                    <a:pt x="54458" y="865583"/>
                    <a:pt x="42267" y="853392"/>
                    <a:pt x="27229" y="853392"/>
                  </a:cubicBezTo>
                  <a:close/>
                  <a:moveTo>
                    <a:pt x="151624" y="853392"/>
                  </a:moveTo>
                  <a:cubicBezTo>
                    <a:pt x="136586" y="853392"/>
                    <a:pt x="124395" y="865583"/>
                    <a:pt x="124395" y="880621"/>
                  </a:cubicBezTo>
                  <a:cubicBezTo>
                    <a:pt x="124395" y="895659"/>
                    <a:pt x="136586" y="907850"/>
                    <a:pt x="151624" y="907850"/>
                  </a:cubicBezTo>
                  <a:cubicBezTo>
                    <a:pt x="166662" y="907850"/>
                    <a:pt x="178853" y="895659"/>
                    <a:pt x="178853" y="880621"/>
                  </a:cubicBezTo>
                  <a:cubicBezTo>
                    <a:pt x="178853" y="865583"/>
                    <a:pt x="166662" y="853392"/>
                    <a:pt x="151624" y="853392"/>
                  </a:cubicBezTo>
                  <a:close/>
                  <a:moveTo>
                    <a:pt x="276020" y="711161"/>
                  </a:moveTo>
                  <a:cubicBezTo>
                    <a:pt x="260982" y="711161"/>
                    <a:pt x="248791" y="723352"/>
                    <a:pt x="248791" y="738390"/>
                  </a:cubicBezTo>
                  <a:cubicBezTo>
                    <a:pt x="248791" y="753428"/>
                    <a:pt x="260982" y="765619"/>
                    <a:pt x="276020" y="765619"/>
                  </a:cubicBezTo>
                  <a:cubicBezTo>
                    <a:pt x="291058" y="765619"/>
                    <a:pt x="303249" y="753428"/>
                    <a:pt x="303249" y="738390"/>
                  </a:cubicBezTo>
                  <a:cubicBezTo>
                    <a:pt x="303249" y="723352"/>
                    <a:pt x="291058" y="711161"/>
                    <a:pt x="276020" y="711161"/>
                  </a:cubicBezTo>
                  <a:close/>
                  <a:moveTo>
                    <a:pt x="27229" y="711160"/>
                  </a:moveTo>
                  <a:cubicBezTo>
                    <a:pt x="12191" y="711160"/>
                    <a:pt x="0" y="723351"/>
                    <a:pt x="0" y="738389"/>
                  </a:cubicBezTo>
                  <a:cubicBezTo>
                    <a:pt x="0" y="753427"/>
                    <a:pt x="12191" y="765618"/>
                    <a:pt x="27229" y="765618"/>
                  </a:cubicBezTo>
                  <a:cubicBezTo>
                    <a:pt x="42267" y="765618"/>
                    <a:pt x="54458" y="753427"/>
                    <a:pt x="54458" y="738389"/>
                  </a:cubicBezTo>
                  <a:cubicBezTo>
                    <a:pt x="54458" y="723351"/>
                    <a:pt x="42267" y="711160"/>
                    <a:pt x="27229" y="711160"/>
                  </a:cubicBezTo>
                  <a:close/>
                  <a:moveTo>
                    <a:pt x="151624" y="711160"/>
                  </a:moveTo>
                  <a:cubicBezTo>
                    <a:pt x="136586" y="711160"/>
                    <a:pt x="124395" y="723351"/>
                    <a:pt x="124395" y="738389"/>
                  </a:cubicBezTo>
                  <a:cubicBezTo>
                    <a:pt x="124395" y="753427"/>
                    <a:pt x="136586" y="765618"/>
                    <a:pt x="151624" y="765618"/>
                  </a:cubicBezTo>
                  <a:cubicBezTo>
                    <a:pt x="166662" y="765618"/>
                    <a:pt x="178853" y="753427"/>
                    <a:pt x="178853" y="738389"/>
                  </a:cubicBezTo>
                  <a:cubicBezTo>
                    <a:pt x="178853" y="723351"/>
                    <a:pt x="166662" y="711160"/>
                    <a:pt x="151624" y="711160"/>
                  </a:cubicBezTo>
                  <a:close/>
                  <a:moveTo>
                    <a:pt x="276020" y="568929"/>
                  </a:moveTo>
                  <a:cubicBezTo>
                    <a:pt x="260982" y="568929"/>
                    <a:pt x="248791" y="581120"/>
                    <a:pt x="248791" y="596158"/>
                  </a:cubicBezTo>
                  <a:cubicBezTo>
                    <a:pt x="248791" y="611196"/>
                    <a:pt x="260982" y="623387"/>
                    <a:pt x="276020" y="623387"/>
                  </a:cubicBezTo>
                  <a:cubicBezTo>
                    <a:pt x="291058" y="623387"/>
                    <a:pt x="303249" y="611196"/>
                    <a:pt x="303249" y="596158"/>
                  </a:cubicBezTo>
                  <a:cubicBezTo>
                    <a:pt x="303249" y="581120"/>
                    <a:pt x="291058" y="568929"/>
                    <a:pt x="276020" y="568929"/>
                  </a:cubicBezTo>
                  <a:close/>
                  <a:moveTo>
                    <a:pt x="27229" y="568928"/>
                  </a:moveTo>
                  <a:cubicBezTo>
                    <a:pt x="12191" y="568928"/>
                    <a:pt x="0" y="581119"/>
                    <a:pt x="0" y="596157"/>
                  </a:cubicBezTo>
                  <a:cubicBezTo>
                    <a:pt x="0" y="611195"/>
                    <a:pt x="12191" y="623386"/>
                    <a:pt x="27229" y="623386"/>
                  </a:cubicBezTo>
                  <a:cubicBezTo>
                    <a:pt x="42267" y="623386"/>
                    <a:pt x="54458" y="611195"/>
                    <a:pt x="54458" y="596157"/>
                  </a:cubicBezTo>
                  <a:cubicBezTo>
                    <a:pt x="54458" y="581119"/>
                    <a:pt x="42267" y="568928"/>
                    <a:pt x="27229" y="568928"/>
                  </a:cubicBezTo>
                  <a:close/>
                  <a:moveTo>
                    <a:pt x="151624" y="568928"/>
                  </a:moveTo>
                  <a:cubicBezTo>
                    <a:pt x="136586" y="568928"/>
                    <a:pt x="124395" y="581119"/>
                    <a:pt x="124395" y="596157"/>
                  </a:cubicBezTo>
                  <a:cubicBezTo>
                    <a:pt x="124395" y="611195"/>
                    <a:pt x="136586" y="623386"/>
                    <a:pt x="151624" y="623386"/>
                  </a:cubicBezTo>
                  <a:cubicBezTo>
                    <a:pt x="166662" y="623386"/>
                    <a:pt x="178853" y="611195"/>
                    <a:pt x="178853" y="596157"/>
                  </a:cubicBezTo>
                  <a:cubicBezTo>
                    <a:pt x="178853" y="581119"/>
                    <a:pt x="166662" y="568928"/>
                    <a:pt x="151624" y="568928"/>
                  </a:cubicBezTo>
                  <a:close/>
                  <a:moveTo>
                    <a:pt x="276020" y="426697"/>
                  </a:moveTo>
                  <a:cubicBezTo>
                    <a:pt x="260982" y="426697"/>
                    <a:pt x="248791" y="438888"/>
                    <a:pt x="248791" y="453926"/>
                  </a:cubicBezTo>
                  <a:cubicBezTo>
                    <a:pt x="248791" y="468964"/>
                    <a:pt x="260982" y="481155"/>
                    <a:pt x="276020" y="481155"/>
                  </a:cubicBezTo>
                  <a:cubicBezTo>
                    <a:pt x="291058" y="481155"/>
                    <a:pt x="303249" y="468964"/>
                    <a:pt x="303249" y="453926"/>
                  </a:cubicBezTo>
                  <a:cubicBezTo>
                    <a:pt x="303249" y="438888"/>
                    <a:pt x="291058" y="426697"/>
                    <a:pt x="276020" y="426697"/>
                  </a:cubicBezTo>
                  <a:close/>
                  <a:moveTo>
                    <a:pt x="27229" y="426696"/>
                  </a:moveTo>
                  <a:cubicBezTo>
                    <a:pt x="12191" y="426696"/>
                    <a:pt x="0" y="438887"/>
                    <a:pt x="0" y="453925"/>
                  </a:cubicBezTo>
                  <a:cubicBezTo>
                    <a:pt x="0" y="468963"/>
                    <a:pt x="12191" y="481154"/>
                    <a:pt x="27229" y="481154"/>
                  </a:cubicBezTo>
                  <a:cubicBezTo>
                    <a:pt x="42267" y="481154"/>
                    <a:pt x="54458" y="468963"/>
                    <a:pt x="54458" y="453925"/>
                  </a:cubicBezTo>
                  <a:cubicBezTo>
                    <a:pt x="54458" y="438887"/>
                    <a:pt x="42267" y="426696"/>
                    <a:pt x="27229" y="426696"/>
                  </a:cubicBezTo>
                  <a:close/>
                  <a:moveTo>
                    <a:pt x="151624" y="426696"/>
                  </a:moveTo>
                  <a:cubicBezTo>
                    <a:pt x="136586" y="426696"/>
                    <a:pt x="124395" y="438887"/>
                    <a:pt x="124395" y="453925"/>
                  </a:cubicBezTo>
                  <a:cubicBezTo>
                    <a:pt x="124395" y="468963"/>
                    <a:pt x="136586" y="481154"/>
                    <a:pt x="151624" y="481154"/>
                  </a:cubicBezTo>
                  <a:cubicBezTo>
                    <a:pt x="166662" y="481154"/>
                    <a:pt x="178853" y="468963"/>
                    <a:pt x="178853" y="453925"/>
                  </a:cubicBezTo>
                  <a:cubicBezTo>
                    <a:pt x="178853" y="438887"/>
                    <a:pt x="166662" y="426696"/>
                    <a:pt x="151624" y="426696"/>
                  </a:cubicBezTo>
                  <a:close/>
                  <a:moveTo>
                    <a:pt x="276020" y="284465"/>
                  </a:moveTo>
                  <a:cubicBezTo>
                    <a:pt x="260982" y="284465"/>
                    <a:pt x="248791" y="296656"/>
                    <a:pt x="248791" y="311694"/>
                  </a:cubicBezTo>
                  <a:cubicBezTo>
                    <a:pt x="248791" y="326732"/>
                    <a:pt x="260982" y="338923"/>
                    <a:pt x="276020" y="338923"/>
                  </a:cubicBezTo>
                  <a:cubicBezTo>
                    <a:pt x="291058" y="338923"/>
                    <a:pt x="303249" y="326732"/>
                    <a:pt x="303249" y="311694"/>
                  </a:cubicBezTo>
                  <a:cubicBezTo>
                    <a:pt x="303249" y="296656"/>
                    <a:pt x="291058" y="284465"/>
                    <a:pt x="276020" y="284465"/>
                  </a:cubicBezTo>
                  <a:close/>
                  <a:moveTo>
                    <a:pt x="27229" y="284464"/>
                  </a:moveTo>
                  <a:cubicBezTo>
                    <a:pt x="12191" y="284464"/>
                    <a:pt x="0" y="296655"/>
                    <a:pt x="0" y="311693"/>
                  </a:cubicBezTo>
                  <a:cubicBezTo>
                    <a:pt x="0" y="326731"/>
                    <a:pt x="12191" y="338922"/>
                    <a:pt x="27229" y="338922"/>
                  </a:cubicBezTo>
                  <a:cubicBezTo>
                    <a:pt x="42267" y="338922"/>
                    <a:pt x="54458" y="326731"/>
                    <a:pt x="54458" y="311693"/>
                  </a:cubicBezTo>
                  <a:cubicBezTo>
                    <a:pt x="54458" y="296655"/>
                    <a:pt x="42267" y="284464"/>
                    <a:pt x="27229" y="284464"/>
                  </a:cubicBezTo>
                  <a:close/>
                  <a:moveTo>
                    <a:pt x="151624" y="284464"/>
                  </a:moveTo>
                  <a:cubicBezTo>
                    <a:pt x="136586" y="284464"/>
                    <a:pt x="124395" y="296655"/>
                    <a:pt x="124395" y="311693"/>
                  </a:cubicBezTo>
                  <a:cubicBezTo>
                    <a:pt x="124395" y="326731"/>
                    <a:pt x="136586" y="338922"/>
                    <a:pt x="151624" y="338922"/>
                  </a:cubicBezTo>
                  <a:cubicBezTo>
                    <a:pt x="166662" y="338922"/>
                    <a:pt x="178853" y="326731"/>
                    <a:pt x="178853" y="311693"/>
                  </a:cubicBezTo>
                  <a:cubicBezTo>
                    <a:pt x="178853" y="296655"/>
                    <a:pt x="166662" y="284464"/>
                    <a:pt x="151624" y="284464"/>
                  </a:cubicBezTo>
                  <a:close/>
                  <a:moveTo>
                    <a:pt x="151624" y="142233"/>
                  </a:moveTo>
                  <a:cubicBezTo>
                    <a:pt x="136586" y="142233"/>
                    <a:pt x="124395" y="154424"/>
                    <a:pt x="124395" y="169462"/>
                  </a:cubicBezTo>
                  <a:cubicBezTo>
                    <a:pt x="124395" y="184500"/>
                    <a:pt x="136586" y="196691"/>
                    <a:pt x="151624" y="196691"/>
                  </a:cubicBezTo>
                  <a:cubicBezTo>
                    <a:pt x="166662" y="196691"/>
                    <a:pt x="178853" y="184500"/>
                    <a:pt x="178853" y="169462"/>
                  </a:cubicBezTo>
                  <a:cubicBezTo>
                    <a:pt x="178853" y="154424"/>
                    <a:pt x="166662" y="142233"/>
                    <a:pt x="151624" y="142233"/>
                  </a:cubicBezTo>
                  <a:close/>
                  <a:moveTo>
                    <a:pt x="276020" y="142233"/>
                  </a:moveTo>
                  <a:cubicBezTo>
                    <a:pt x="260982" y="142233"/>
                    <a:pt x="248791" y="154424"/>
                    <a:pt x="248791" y="169462"/>
                  </a:cubicBezTo>
                  <a:cubicBezTo>
                    <a:pt x="248791" y="184500"/>
                    <a:pt x="260982" y="196691"/>
                    <a:pt x="276020" y="196691"/>
                  </a:cubicBezTo>
                  <a:cubicBezTo>
                    <a:pt x="291058" y="196691"/>
                    <a:pt x="303249" y="184500"/>
                    <a:pt x="303249" y="169462"/>
                  </a:cubicBezTo>
                  <a:cubicBezTo>
                    <a:pt x="303249" y="154424"/>
                    <a:pt x="291058" y="142233"/>
                    <a:pt x="276020" y="142233"/>
                  </a:cubicBezTo>
                  <a:close/>
                  <a:moveTo>
                    <a:pt x="27229" y="142232"/>
                  </a:moveTo>
                  <a:cubicBezTo>
                    <a:pt x="12191" y="142232"/>
                    <a:pt x="0" y="154423"/>
                    <a:pt x="0" y="169461"/>
                  </a:cubicBezTo>
                  <a:cubicBezTo>
                    <a:pt x="0" y="184499"/>
                    <a:pt x="12191" y="196690"/>
                    <a:pt x="27229" y="196690"/>
                  </a:cubicBezTo>
                  <a:cubicBezTo>
                    <a:pt x="42267" y="196690"/>
                    <a:pt x="54458" y="184499"/>
                    <a:pt x="54458" y="169461"/>
                  </a:cubicBezTo>
                  <a:cubicBezTo>
                    <a:pt x="54458" y="154423"/>
                    <a:pt x="42267" y="142232"/>
                    <a:pt x="27229" y="142232"/>
                  </a:cubicBezTo>
                  <a:close/>
                  <a:moveTo>
                    <a:pt x="151625" y="1"/>
                  </a:moveTo>
                  <a:cubicBezTo>
                    <a:pt x="136587" y="1"/>
                    <a:pt x="124396" y="12192"/>
                    <a:pt x="124396" y="27230"/>
                  </a:cubicBezTo>
                  <a:cubicBezTo>
                    <a:pt x="124396" y="42268"/>
                    <a:pt x="136587" y="54459"/>
                    <a:pt x="151625" y="54459"/>
                  </a:cubicBezTo>
                  <a:cubicBezTo>
                    <a:pt x="166663" y="54459"/>
                    <a:pt x="178854" y="42268"/>
                    <a:pt x="178854" y="27230"/>
                  </a:cubicBezTo>
                  <a:cubicBezTo>
                    <a:pt x="178854" y="12192"/>
                    <a:pt x="166663" y="1"/>
                    <a:pt x="151625" y="1"/>
                  </a:cubicBezTo>
                  <a:close/>
                  <a:moveTo>
                    <a:pt x="276020" y="1"/>
                  </a:moveTo>
                  <a:cubicBezTo>
                    <a:pt x="260982" y="1"/>
                    <a:pt x="248791" y="12192"/>
                    <a:pt x="248791" y="27230"/>
                  </a:cubicBezTo>
                  <a:cubicBezTo>
                    <a:pt x="248791" y="42268"/>
                    <a:pt x="260982" y="54459"/>
                    <a:pt x="276020" y="54459"/>
                  </a:cubicBezTo>
                  <a:cubicBezTo>
                    <a:pt x="291058" y="54459"/>
                    <a:pt x="303249" y="42268"/>
                    <a:pt x="303249" y="27230"/>
                  </a:cubicBezTo>
                  <a:cubicBezTo>
                    <a:pt x="303249" y="12192"/>
                    <a:pt x="291058" y="1"/>
                    <a:pt x="276020" y="1"/>
                  </a:cubicBezTo>
                  <a:close/>
                  <a:moveTo>
                    <a:pt x="27229" y="0"/>
                  </a:moveTo>
                  <a:cubicBezTo>
                    <a:pt x="12191" y="0"/>
                    <a:pt x="0" y="12191"/>
                    <a:pt x="0" y="27229"/>
                  </a:cubicBezTo>
                  <a:cubicBezTo>
                    <a:pt x="0" y="42267"/>
                    <a:pt x="12191" y="54458"/>
                    <a:pt x="27229" y="54458"/>
                  </a:cubicBezTo>
                  <a:cubicBezTo>
                    <a:pt x="42267" y="54458"/>
                    <a:pt x="54458" y="42267"/>
                    <a:pt x="54458" y="27229"/>
                  </a:cubicBezTo>
                  <a:cubicBezTo>
                    <a:pt x="54458" y="12191"/>
                    <a:pt x="42267" y="0"/>
                    <a:pt x="27229"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4" name="组合 13">
              <a:extLst>
                <a:ext uri="{FF2B5EF4-FFF2-40B4-BE49-F238E27FC236}">
                  <a16:creationId xmlns:a16="http://schemas.microsoft.com/office/drawing/2014/main" id="{8023D8BA-0555-3E4C-7D5F-E3C812743AC3}"/>
                </a:ext>
              </a:extLst>
            </p:cNvPr>
            <p:cNvGrpSpPr/>
            <p:nvPr/>
          </p:nvGrpSpPr>
          <p:grpSpPr>
            <a:xfrm>
              <a:off x="10853738" y="6411113"/>
              <a:ext cx="892175" cy="139700"/>
              <a:chOff x="10853738" y="6411113"/>
              <a:chExt cx="892175" cy="139700"/>
            </a:xfrm>
          </p:grpSpPr>
          <p:sp>
            <p:nvSpPr>
              <p:cNvPr id="18" name="椭圆 17">
                <a:extLst>
                  <a:ext uri="{FF2B5EF4-FFF2-40B4-BE49-F238E27FC236}">
                    <a16:creationId xmlns:a16="http://schemas.microsoft.com/office/drawing/2014/main" id="{98B321AF-5EC8-832B-E5D8-5AFA823E42EF}"/>
                  </a:ext>
                </a:extLst>
              </p:cNvPr>
              <p:cNvSpPr/>
              <p:nvPr userDrawn="1"/>
            </p:nvSpPr>
            <p:spPr>
              <a:xfrm>
                <a:off x="10853738" y="6411113"/>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AEAE9A51-5938-6AA7-8CCE-10586BA7B399}"/>
                  </a:ext>
                </a:extLst>
              </p:cNvPr>
              <p:cNvSpPr/>
              <p:nvPr userDrawn="1"/>
            </p:nvSpPr>
            <p:spPr>
              <a:xfrm>
                <a:off x="11104563" y="6411113"/>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3D6FBB5A-2AD6-A305-3D0E-5C5F6AD07588}"/>
                  </a:ext>
                </a:extLst>
              </p:cNvPr>
              <p:cNvSpPr/>
              <p:nvPr userDrawn="1"/>
            </p:nvSpPr>
            <p:spPr>
              <a:xfrm>
                <a:off x="11355388" y="6411113"/>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E329E97B-2D83-F041-1DB8-1C89759FB961}"/>
                  </a:ext>
                </a:extLst>
              </p:cNvPr>
              <p:cNvSpPr/>
              <p:nvPr userDrawn="1"/>
            </p:nvSpPr>
            <p:spPr>
              <a:xfrm>
                <a:off x="11606213" y="6411113"/>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5" name="图形 14">
              <a:extLst>
                <a:ext uri="{FF2B5EF4-FFF2-40B4-BE49-F238E27FC236}">
                  <a16:creationId xmlns:a16="http://schemas.microsoft.com/office/drawing/2014/main" id="{6D8CBA62-A98D-FFC9-B1BA-EF541A81AF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0400" y="6235700"/>
              <a:ext cx="1676400" cy="438150"/>
            </a:xfrm>
            <a:prstGeom prst="rect">
              <a:avLst/>
            </a:prstGeom>
          </p:spPr>
        </p:pic>
      </p:grpSp>
      <p:sp>
        <p:nvSpPr>
          <p:cNvPr id="5" name="f0258e6f-0463-4ae2-b0e8-06ac9302e491"/>
          <p:cNvSpPr>
            <a:spLocks noGrp="1"/>
          </p:cNvSpPr>
          <p:nvPr>
            <p:ph type="ctrTitle" hasCustomPrompt="1"/>
          </p:nvPr>
        </p:nvSpPr>
        <p:spPr>
          <a:xfrm>
            <a:off x="660400" y="1092201"/>
            <a:ext cx="7482114" cy="2095500"/>
          </a:xfrm>
          <a:prstGeom prst="rect">
            <a:avLst/>
          </a:prstGeom>
        </p:spPr>
        <p:txBody>
          <a:bodyPr wrap="square" anchor="b">
            <a:noAutofit/>
          </a:bodyPr>
          <a:lstStyle>
            <a:lvl1pPr>
              <a:lnSpc>
                <a:spcPct val="100000"/>
              </a:lnSpc>
              <a:defRPr sz="7200">
                <a:ln w="19050">
                  <a:noFill/>
                </a:ln>
                <a:solidFill>
                  <a:schemeClr val="bg1"/>
                </a:solidFill>
              </a:defRPr>
            </a:lvl1pPr>
          </a:lstStyle>
          <a:p>
            <a:pPr lvl="0"/>
            <a:r>
              <a:rPr lang="zh-CN" altLang="en-US" dirty="0"/>
              <a:t>Click to add title</a:t>
            </a:r>
            <a:endParaRPr lang="en-US" dirty="0"/>
          </a:p>
        </p:txBody>
      </p:sp>
      <p:sp>
        <p:nvSpPr>
          <p:cNvPr id="4" name="文本占位符 3"/>
          <p:cNvSpPr>
            <a:spLocks noGrp="1"/>
          </p:cNvSpPr>
          <p:nvPr>
            <p:ph type="body" sz="quarter" idx="13" hasCustomPrompt="1"/>
          </p:nvPr>
        </p:nvSpPr>
        <p:spPr>
          <a:xfrm>
            <a:off x="677658" y="3864510"/>
            <a:ext cx="7464358" cy="276999"/>
          </a:xfrm>
          <a:prstGeom prst="rect">
            <a:avLst/>
          </a:prstGeom>
        </p:spPr>
        <p:txBody>
          <a:bodyPr wrap="square" lIns="90000">
            <a:normAutofit/>
          </a:bodyPr>
          <a:lstStyle>
            <a:lvl1pPr marL="0" indent="0" algn="l">
              <a:lnSpc>
                <a:spcPct val="100000"/>
              </a:lnSpc>
              <a:buNone/>
              <a:defRPr sz="1200">
                <a:solidFill>
                  <a:schemeClr val="bg1"/>
                </a:solidFill>
              </a:defRPr>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677657" y="3484563"/>
            <a:ext cx="7464358" cy="276999"/>
          </a:xfrm>
          <a:prstGeom prst="rect">
            <a:avLst/>
          </a:prstGeom>
        </p:spPr>
        <p:txBody>
          <a:bodyPr wrap="none">
            <a:normAutofit/>
          </a:bodyPr>
          <a:lstStyle>
            <a:lvl1pPr marL="0" indent="0" algn="l">
              <a:lnSpc>
                <a:spcPct val="100000"/>
              </a:lnSpc>
              <a:buNone/>
              <a:defRPr sz="1200">
                <a:solidFill>
                  <a:schemeClr val="bg1"/>
                </a:solidFill>
              </a:defRPr>
            </a:lvl1pPr>
          </a:lstStyle>
          <a:p>
            <a:pPr lvl="0"/>
            <a:r>
              <a:rPr lang="zh-CN" altLang="en-US" dirty="0"/>
              <a:t>www.islide.cc</a:t>
            </a:r>
            <a:endParaRPr lang="en-US" dirty="0"/>
          </a:p>
        </p:txBody>
      </p:sp>
      <p:grpSp>
        <p:nvGrpSpPr>
          <p:cNvPr id="8" name="组合 7">
            <a:extLst>
              <a:ext uri="{FF2B5EF4-FFF2-40B4-BE49-F238E27FC236}">
                <a16:creationId xmlns:a16="http://schemas.microsoft.com/office/drawing/2014/main" id="{DEF3A28B-1DE9-3FC3-CDF8-4FB5D8A37A73}"/>
              </a:ext>
            </a:extLst>
          </p:cNvPr>
          <p:cNvGrpSpPr/>
          <p:nvPr userDrawn="1"/>
        </p:nvGrpSpPr>
        <p:grpSpPr>
          <a:xfrm>
            <a:off x="721917" y="903188"/>
            <a:ext cx="10356617" cy="4504421"/>
            <a:chOff x="721917" y="903188"/>
            <a:chExt cx="10356617" cy="4504421"/>
          </a:xfrm>
        </p:grpSpPr>
        <p:sp>
          <p:nvSpPr>
            <p:cNvPr id="11" name="椭圆 10">
              <a:extLst>
                <a:ext uri="{FF2B5EF4-FFF2-40B4-BE49-F238E27FC236}">
                  <a16:creationId xmlns:a16="http://schemas.microsoft.com/office/drawing/2014/main" id="{192BAB43-AED5-E35B-62C7-7D5D7CBFC03E}"/>
                </a:ext>
              </a:extLst>
            </p:cNvPr>
            <p:cNvSpPr/>
            <p:nvPr userDrawn="1"/>
          </p:nvSpPr>
          <p:spPr>
            <a:xfrm rot="8711284">
              <a:off x="9559721" y="3753663"/>
              <a:ext cx="1518813" cy="1518813"/>
            </a:xfrm>
            <a:prstGeom prst="ellipse">
              <a:avLst/>
            </a:prstGeom>
            <a:gradFill>
              <a:gsLst>
                <a:gs pos="100000">
                  <a:schemeClr val="accent1">
                    <a:lumMod val="5000"/>
                    <a:lumOff val="95000"/>
                    <a:alpha val="0"/>
                  </a:schemeClr>
                </a:gs>
                <a:gs pos="2000">
                  <a:schemeClr val="accent1">
                    <a:alpha val="3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B5095221-E3A5-48B1-288C-DBC8E94BD3A3}"/>
                </a:ext>
              </a:extLst>
            </p:cNvPr>
            <p:cNvSpPr/>
            <p:nvPr userDrawn="1"/>
          </p:nvSpPr>
          <p:spPr>
            <a:xfrm rot="12123706">
              <a:off x="721917" y="4168193"/>
              <a:ext cx="1239416" cy="1239416"/>
            </a:xfrm>
            <a:prstGeom prst="ellipse">
              <a:avLst/>
            </a:prstGeom>
            <a:gradFill>
              <a:gsLst>
                <a:gs pos="100000">
                  <a:schemeClr val="accent1">
                    <a:lumMod val="5000"/>
                    <a:lumOff val="95000"/>
                    <a:alpha val="0"/>
                  </a:schemeClr>
                </a:gs>
                <a:gs pos="2000">
                  <a:schemeClr val="accent1">
                    <a:alpha val="3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12E3583B-B4A9-B6A9-7E91-3E91D9F9B02A}"/>
                </a:ext>
              </a:extLst>
            </p:cNvPr>
            <p:cNvSpPr/>
            <p:nvPr userDrawn="1"/>
          </p:nvSpPr>
          <p:spPr>
            <a:xfrm rot="2439503">
              <a:off x="9084887" y="903188"/>
              <a:ext cx="605480" cy="605480"/>
            </a:xfrm>
            <a:prstGeom prst="ellipse">
              <a:avLst/>
            </a:prstGeom>
            <a:gradFill>
              <a:gsLst>
                <a:gs pos="100000">
                  <a:schemeClr val="accent1">
                    <a:lumMod val="5000"/>
                    <a:lumOff val="95000"/>
                    <a:alpha val="0"/>
                  </a:schemeClr>
                </a:gs>
                <a:gs pos="2000">
                  <a:schemeClr val="accent1">
                    <a:alpha val="3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bg1"/>
        </a:solidFill>
        <a:effectLst/>
      </p:bgPr>
    </p:bg>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386B18C5-1270-DF77-F65B-D192F81BBACD}"/>
              </a:ext>
            </a:extLst>
          </p:cNvPr>
          <p:cNvGrpSpPr/>
          <p:nvPr userDrawn="1"/>
        </p:nvGrpSpPr>
        <p:grpSpPr>
          <a:xfrm>
            <a:off x="-41592" y="0"/>
            <a:ext cx="12233592" cy="6858000"/>
            <a:chOff x="-41592" y="0"/>
            <a:chExt cx="12233592" cy="6858000"/>
          </a:xfrm>
        </p:grpSpPr>
        <p:pic>
          <p:nvPicPr>
            <p:cNvPr id="8" name="图片 7" descr="背景图案&#10;&#10;AI 生成的内容可能不正确。">
              <a:extLst>
                <a:ext uri="{FF2B5EF4-FFF2-40B4-BE49-F238E27FC236}">
                  <a16:creationId xmlns:a16="http://schemas.microsoft.com/office/drawing/2014/main" id="{683F8B57-E3EB-AD0D-A8E5-FAC19A61A808}"/>
                </a:ext>
              </a:extLst>
            </p:cNvPr>
            <p:cNvPicPr>
              <a:picLocks noChangeAspect="1"/>
            </p:cNvPicPr>
            <p:nvPr/>
          </p:nvPicPr>
          <p:blipFill>
            <a:blip r:embed="rId9">
              <a:alphaModFix amt="66000"/>
              <a:extLst>
                <a:ext uri="{28A0092B-C50C-407E-A947-70E740481C1C}">
                  <a14:useLocalDpi xmlns:a14="http://schemas.microsoft.com/office/drawing/2010/main" val="0"/>
                </a:ext>
              </a:extLst>
            </a:blip>
            <a:stretch>
              <a:fillRect/>
            </a:stretch>
          </p:blipFill>
          <p:spPr>
            <a:xfrm>
              <a:off x="-41592" y="0"/>
              <a:ext cx="12233592" cy="6858000"/>
            </a:xfrm>
            <a:prstGeom prst="rect">
              <a:avLst/>
            </a:prstGeom>
          </p:spPr>
        </p:pic>
        <p:grpSp>
          <p:nvGrpSpPr>
            <p:cNvPr id="9" name="组合 8">
              <a:extLst>
                <a:ext uri="{FF2B5EF4-FFF2-40B4-BE49-F238E27FC236}">
                  <a16:creationId xmlns:a16="http://schemas.microsoft.com/office/drawing/2014/main" id="{57773711-3E4B-B67D-8EF1-1E469E058728}"/>
                </a:ext>
              </a:extLst>
            </p:cNvPr>
            <p:cNvGrpSpPr/>
            <p:nvPr/>
          </p:nvGrpSpPr>
          <p:grpSpPr>
            <a:xfrm>
              <a:off x="10853738" y="6411113"/>
              <a:ext cx="892175" cy="139700"/>
              <a:chOff x="10010777" y="889000"/>
              <a:chExt cx="892175" cy="139700"/>
            </a:xfrm>
          </p:grpSpPr>
          <p:sp>
            <p:nvSpPr>
              <p:cNvPr id="11" name="椭圆 10">
                <a:extLst>
                  <a:ext uri="{FF2B5EF4-FFF2-40B4-BE49-F238E27FC236}">
                    <a16:creationId xmlns:a16="http://schemas.microsoft.com/office/drawing/2014/main" id="{489A6A07-AFAA-B77D-AF47-658E3757C7DD}"/>
                  </a:ext>
                </a:extLst>
              </p:cNvPr>
              <p:cNvSpPr/>
              <p:nvPr userDrawn="1"/>
            </p:nvSpPr>
            <p:spPr>
              <a:xfrm>
                <a:off x="10010777" y="889000"/>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280147D4-6911-1494-AA7E-CD772424493D}"/>
                  </a:ext>
                </a:extLst>
              </p:cNvPr>
              <p:cNvSpPr/>
              <p:nvPr userDrawn="1"/>
            </p:nvSpPr>
            <p:spPr>
              <a:xfrm>
                <a:off x="10261602" y="889000"/>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13449958-8295-F99D-DF8B-22F814072E33}"/>
                  </a:ext>
                </a:extLst>
              </p:cNvPr>
              <p:cNvSpPr/>
              <p:nvPr userDrawn="1"/>
            </p:nvSpPr>
            <p:spPr>
              <a:xfrm>
                <a:off x="10512427" y="889000"/>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F46B6371-E006-0AFF-BE2C-47BAC6973C65}"/>
                  </a:ext>
                </a:extLst>
              </p:cNvPr>
              <p:cNvSpPr/>
              <p:nvPr userDrawn="1"/>
            </p:nvSpPr>
            <p:spPr>
              <a:xfrm>
                <a:off x="10763252" y="889000"/>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任意多边形: 形状 9">
              <a:extLst>
                <a:ext uri="{FF2B5EF4-FFF2-40B4-BE49-F238E27FC236}">
                  <a16:creationId xmlns:a16="http://schemas.microsoft.com/office/drawing/2014/main" id="{0A356012-E5EA-3FEB-1E2B-D90CDF56AD50}"/>
                </a:ext>
              </a:extLst>
            </p:cNvPr>
            <p:cNvSpPr/>
            <p:nvPr/>
          </p:nvSpPr>
          <p:spPr>
            <a:xfrm>
              <a:off x="0" y="0"/>
              <a:ext cx="303249" cy="1476779"/>
            </a:xfrm>
            <a:custGeom>
              <a:avLst/>
              <a:gdLst>
                <a:gd name="connsiteX0" fmla="*/ 276020 w 303249"/>
                <a:gd name="connsiteY0" fmla="*/ 1422321 h 1476779"/>
                <a:gd name="connsiteX1" fmla="*/ 248791 w 303249"/>
                <a:gd name="connsiteY1" fmla="*/ 1449550 h 1476779"/>
                <a:gd name="connsiteX2" fmla="*/ 276020 w 303249"/>
                <a:gd name="connsiteY2" fmla="*/ 1476779 h 1476779"/>
                <a:gd name="connsiteX3" fmla="*/ 303249 w 303249"/>
                <a:gd name="connsiteY3" fmla="*/ 1449550 h 1476779"/>
                <a:gd name="connsiteX4" fmla="*/ 276020 w 303249"/>
                <a:gd name="connsiteY4" fmla="*/ 1422321 h 1476779"/>
                <a:gd name="connsiteX5" fmla="*/ 27229 w 303249"/>
                <a:gd name="connsiteY5" fmla="*/ 1422320 h 1476779"/>
                <a:gd name="connsiteX6" fmla="*/ 0 w 303249"/>
                <a:gd name="connsiteY6" fmla="*/ 1449549 h 1476779"/>
                <a:gd name="connsiteX7" fmla="*/ 27229 w 303249"/>
                <a:gd name="connsiteY7" fmla="*/ 1476778 h 1476779"/>
                <a:gd name="connsiteX8" fmla="*/ 54458 w 303249"/>
                <a:gd name="connsiteY8" fmla="*/ 1449549 h 1476779"/>
                <a:gd name="connsiteX9" fmla="*/ 27229 w 303249"/>
                <a:gd name="connsiteY9" fmla="*/ 1422320 h 1476779"/>
                <a:gd name="connsiteX10" fmla="*/ 151624 w 303249"/>
                <a:gd name="connsiteY10" fmla="*/ 1422320 h 1476779"/>
                <a:gd name="connsiteX11" fmla="*/ 124395 w 303249"/>
                <a:gd name="connsiteY11" fmla="*/ 1449549 h 1476779"/>
                <a:gd name="connsiteX12" fmla="*/ 151624 w 303249"/>
                <a:gd name="connsiteY12" fmla="*/ 1476778 h 1476779"/>
                <a:gd name="connsiteX13" fmla="*/ 178853 w 303249"/>
                <a:gd name="connsiteY13" fmla="*/ 1449549 h 1476779"/>
                <a:gd name="connsiteX14" fmla="*/ 151624 w 303249"/>
                <a:gd name="connsiteY14" fmla="*/ 1422320 h 1476779"/>
                <a:gd name="connsiteX15" fmla="*/ 276020 w 303249"/>
                <a:gd name="connsiteY15" fmla="*/ 1280089 h 1476779"/>
                <a:gd name="connsiteX16" fmla="*/ 248791 w 303249"/>
                <a:gd name="connsiteY16" fmla="*/ 1307318 h 1476779"/>
                <a:gd name="connsiteX17" fmla="*/ 276020 w 303249"/>
                <a:gd name="connsiteY17" fmla="*/ 1334547 h 1476779"/>
                <a:gd name="connsiteX18" fmla="*/ 303249 w 303249"/>
                <a:gd name="connsiteY18" fmla="*/ 1307318 h 1476779"/>
                <a:gd name="connsiteX19" fmla="*/ 276020 w 303249"/>
                <a:gd name="connsiteY19" fmla="*/ 1280089 h 1476779"/>
                <a:gd name="connsiteX20" fmla="*/ 27229 w 303249"/>
                <a:gd name="connsiteY20" fmla="*/ 1280088 h 1476779"/>
                <a:gd name="connsiteX21" fmla="*/ 0 w 303249"/>
                <a:gd name="connsiteY21" fmla="*/ 1307317 h 1476779"/>
                <a:gd name="connsiteX22" fmla="*/ 27229 w 303249"/>
                <a:gd name="connsiteY22" fmla="*/ 1334546 h 1476779"/>
                <a:gd name="connsiteX23" fmla="*/ 54458 w 303249"/>
                <a:gd name="connsiteY23" fmla="*/ 1307317 h 1476779"/>
                <a:gd name="connsiteX24" fmla="*/ 27229 w 303249"/>
                <a:gd name="connsiteY24" fmla="*/ 1280088 h 1476779"/>
                <a:gd name="connsiteX25" fmla="*/ 151624 w 303249"/>
                <a:gd name="connsiteY25" fmla="*/ 1280088 h 1476779"/>
                <a:gd name="connsiteX26" fmla="*/ 124395 w 303249"/>
                <a:gd name="connsiteY26" fmla="*/ 1307317 h 1476779"/>
                <a:gd name="connsiteX27" fmla="*/ 151624 w 303249"/>
                <a:gd name="connsiteY27" fmla="*/ 1334546 h 1476779"/>
                <a:gd name="connsiteX28" fmla="*/ 178853 w 303249"/>
                <a:gd name="connsiteY28" fmla="*/ 1307317 h 1476779"/>
                <a:gd name="connsiteX29" fmla="*/ 151624 w 303249"/>
                <a:gd name="connsiteY29" fmla="*/ 1280088 h 1476779"/>
                <a:gd name="connsiteX30" fmla="*/ 276020 w 303249"/>
                <a:gd name="connsiteY30" fmla="*/ 1137857 h 1476779"/>
                <a:gd name="connsiteX31" fmla="*/ 248791 w 303249"/>
                <a:gd name="connsiteY31" fmla="*/ 1165086 h 1476779"/>
                <a:gd name="connsiteX32" fmla="*/ 276020 w 303249"/>
                <a:gd name="connsiteY32" fmla="*/ 1192315 h 1476779"/>
                <a:gd name="connsiteX33" fmla="*/ 303249 w 303249"/>
                <a:gd name="connsiteY33" fmla="*/ 1165086 h 1476779"/>
                <a:gd name="connsiteX34" fmla="*/ 276020 w 303249"/>
                <a:gd name="connsiteY34" fmla="*/ 1137857 h 1476779"/>
                <a:gd name="connsiteX35" fmla="*/ 27229 w 303249"/>
                <a:gd name="connsiteY35" fmla="*/ 1137856 h 1476779"/>
                <a:gd name="connsiteX36" fmla="*/ 0 w 303249"/>
                <a:gd name="connsiteY36" fmla="*/ 1165085 h 1476779"/>
                <a:gd name="connsiteX37" fmla="*/ 27229 w 303249"/>
                <a:gd name="connsiteY37" fmla="*/ 1192314 h 1476779"/>
                <a:gd name="connsiteX38" fmla="*/ 54458 w 303249"/>
                <a:gd name="connsiteY38" fmla="*/ 1165085 h 1476779"/>
                <a:gd name="connsiteX39" fmla="*/ 27229 w 303249"/>
                <a:gd name="connsiteY39" fmla="*/ 1137856 h 1476779"/>
                <a:gd name="connsiteX40" fmla="*/ 151624 w 303249"/>
                <a:gd name="connsiteY40" fmla="*/ 1137856 h 1476779"/>
                <a:gd name="connsiteX41" fmla="*/ 124395 w 303249"/>
                <a:gd name="connsiteY41" fmla="*/ 1165085 h 1476779"/>
                <a:gd name="connsiteX42" fmla="*/ 151624 w 303249"/>
                <a:gd name="connsiteY42" fmla="*/ 1192314 h 1476779"/>
                <a:gd name="connsiteX43" fmla="*/ 178853 w 303249"/>
                <a:gd name="connsiteY43" fmla="*/ 1165085 h 1476779"/>
                <a:gd name="connsiteX44" fmla="*/ 151624 w 303249"/>
                <a:gd name="connsiteY44" fmla="*/ 1137856 h 1476779"/>
                <a:gd name="connsiteX45" fmla="*/ 276020 w 303249"/>
                <a:gd name="connsiteY45" fmla="*/ 995625 h 1476779"/>
                <a:gd name="connsiteX46" fmla="*/ 248791 w 303249"/>
                <a:gd name="connsiteY46" fmla="*/ 1022854 h 1476779"/>
                <a:gd name="connsiteX47" fmla="*/ 276020 w 303249"/>
                <a:gd name="connsiteY47" fmla="*/ 1050083 h 1476779"/>
                <a:gd name="connsiteX48" fmla="*/ 303249 w 303249"/>
                <a:gd name="connsiteY48" fmla="*/ 1022854 h 1476779"/>
                <a:gd name="connsiteX49" fmla="*/ 276020 w 303249"/>
                <a:gd name="connsiteY49" fmla="*/ 995625 h 1476779"/>
                <a:gd name="connsiteX50" fmla="*/ 27229 w 303249"/>
                <a:gd name="connsiteY50" fmla="*/ 995624 h 1476779"/>
                <a:gd name="connsiteX51" fmla="*/ 0 w 303249"/>
                <a:gd name="connsiteY51" fmla="*/ 1022853 h 1476779"/>
                <a:gd name="connsiteX52" fmla="*/ 27229 w 303249"/>
                <a:gd name="connsiteY52" fmla="*/ 1050082 h 1476779"/>
                <a:gd name="connsiteX53" fmla="*/ 54458 w 303249"/>
                <a:gd name="connsiteY53" fmla="*/ 1022853 h 1476779"/>
                <a:gd name="connsiteX54" fmla="*/ 27229 w 303249"/>
                <a:gd name="connsiteY54" fmla="*/ 995624 h 1476779"/>
                <a:gd name="connsiteX55" fmla="*/ 151624 w 303249"/>
                <a:gd name="connsiteY55" fmla="*/ 995624 h 1476779"/>
                <a:gd name="connsiteX56" fmla="*/ 124395 w 303249"/>
                <a:gd name="connsiteY56" fmla="*/ 1022853 h 1476779"/>
                <a:gd name="connsiteX57" fmla="*/ 151624 w 303249"/>
                <a:gd name="connsiteY57" fmla="*/ 1050082 h 1476779"/>
                <a:gd name="connsiteX58" fmla="*/ 178853 w 303249"/>
                <a:gd name="connsiteY58" fmla="*/ 1022853 h 1476779"/>
                <a:gd name="connsiteX59" fmla="*/ 151624 w 303249"/>
                <a:gd name="connsiteY59" fmla="*/ 995624 h 1476779"/>
                <a:gd name="connsiteX60" fmla="*/ 276020 w 303249"/>
                <a:gd name="connsiteY60" fmla="*/ 853393 h 1476779"/>
                <a:gd name="connsiteX61" fmla="*/ 248791 w 303249"/>
                <a:gd name="connsiteY61" fmla="*/ 880622 h 1476779"/>
                <a:gd name="connsiteX62" fmla="*/ 276020 w 303249"/>
                <a:gd name="connsiteY62" fmla="*/ 907851 h 1476779"/>
                <a:gd name="connsiteX63" fmla="*/ 303249 w 303249"/>
                <a:gd name="connsiteY63" fmla="*/ 880622 h 1476779"/>
                <a:gd name="connsiteX64" fmla="*/ 276020 w 303249"/>
                <a:gd name="connsiteY64" fmla="*/ 853393 h 1476779"/>
                <a:gd name="connsiteX65" fmla="*/ 27229 w 303249"/>
                <a:gd name="connsiteY65" fmla="*/ 853392 h 1476779"/>
                <a:gd name="connsiteX66" fmla="*/ 0 w 303249"/>
                <a:gd name="connsiteY66" fmla="*/ 880621 h 1476779"/>
                <a:gd name="connsiteX67" fmla="*/ 27229 w 303249"/>
                <a:gd name="connsiteY67" fmla="*/ 907850 h 1476779"/>
                <a:gd name="connsiteX68" fmla="*/ 54458 w 303249"/>
                <a:gd name="connsiteY68" fmla="*/ 880621 h 1476779"/>
                <a:gd name="connsiteX69" fmla="*/ 27229 w 303249"/>
                <a:gd name="connsiteY69" fmla="*/ 853392 h 1476779"/>
                <a:gd name="connsiteX70" fmla="*/ 151624 w 303249"/>
                <a:gd name="connsiteY70" fmla="*/ 853392 h 1476779"/>
                <a:gd name="connsiteX71" fmla="*/ 124395 w 303249"/>
                <a:gd name="connsiteY71" fmla="*/ 880621 h 1476779"/>
                <a:gd name="connsiteX72" fmla="*/ 151624 w 303249"/>
                <a:gd name="connsiteY72" fmla="*/ 907850 h 1476779"/>
                <a:gd name="connsiteX73" fmla="*/ 178853 w 303249"/>
                <a:gd name="connsiteY73" fmla="*/ 880621 h 1476779"/>
                <a:gd name="connsiteX74" fmla="*/ 151624 w 303249"/>
                <a:gd name="connsiteY74" fmla="*/ 853392 h 1476779"/>
                <a:gd name="connsiteX75" fmla="*/ 276020 w 303249"/>
                <a:gd name="connsiteY75" fmla="*/ 711161 h 1476779"/>
                <a:gd name="connsiteX76" fmla="*/ 248791 w 303249"/>
                <a:gd name="connsiteY76" fmla="*/ 738390 h 1476779"/>
                <a:gd name="connsiteX77" fmla="*/ 276020 w 303249"/>
                <a:gd name="connsiteY77" fmla="*/ 765619 h 1476779"/>
                <a:gd name="connsiteX78" fmla="*/ 303249 w 303249"/>
                <a:gd name="connsiteY78" fmla="*/ 738390 h 1476779"/>
                <a:gd name="connsiteX79" fmla="*/ 276020 w 303249"/>
                <a:gd name="connsiteY79" fmla="*/ 711161 h 1476779"/>
                <a:gd name="connsiteX80" fmla="*/ 27229 w 303249"/>
                <a:gd name="connsiteY80" fmla="*/ 711160 h 1476779"/>
                <a:gd name="connsiteX81" fmla="*/ 0 w 303249"/>
                <a:gd name="connsiteY81" fmla="*/ 738389 h 1476779"/>
                <a:gd name="connsiteX82" fmla="*/ 27229 w 303249"/>
                <a:gd name="connsiteY82" fmla="*/ 765618 h 1476779"/>
                <a:gd name="connsiteX83" fmla="*/ 54458 w 303249"/>
                <a:gd name="connsiteY83" fmla="*/ 738389 h 1476779"/>
                <a:gd name="connsiteX84" fmla="*/ 27229 w 303249"/>
                <a:gd name="connsiteY84" fmla="*/ 711160 h 1476779"/>
                <a:gd name="connsiteX85" fmla="*/ 151624 w 303249"/>
                <a:gd name="connsiteY85" fmla="*/ 711160 h 1476779"/>
                <a:gd name="connsiteX86" fmla="*/ 124395 w 303249"/>
                <a:gd name="connsiteY86" fmla="*/ 738389 h 1476779"/>
                <a:gd name="connsiteX87" fmla="*/ 151624 w 303249"/>
                <a:gd name="connsiteY87" fmla="*/ 765618 h 1476779"/>
                <a:gd name="connsiteX88" fmla="*/ 178853 w 303249"/>
                <a:gd name="connsiteY88" fmla="*/ 738389 h 1476779"/>
                <a:gd name="connsiteX89" fmla="*/ 151624 w 303249"/>
                <a:gd name="connsiteY89" fmla="*/ 711160 h 1476779"/>
                <a:gd name="connsiteX90" fmla="*/ 276020 w 303249"/>
                <a:gd name="connsiteY90" fmla="*/ 568929 h 1476779"/>
                <a:gd name="connsiteX91" fmla="*/ 248791 w 303249"/>
                <a:gd name="connsiteY91" fmla="*/ 596158 h 1476779"/>
                <a:gd name="connsiteX92" fmla="*/ 276020 w 303249"/>
                <a:gd name="connsiteY92" fmla="*/ 623387 h 1476779"/>
                <a:gd name="connsiteX93" fmla="*/ 303249 w 303249"/>
                <a:gd name="connsiteY93" fmla="*/ 596158 h 1476779"/>
                <a:gd name="connsiteX94" fmla="*/ 276020 w 303249"/>
                <a:gd name="connsiteY94" fmla="*/ 568929 h 1476779"/>
                <a:gd name="connsiteX95" fmla="*/ 27229 w 303249"/>
                <a:gd name="connsiteY95" fmla="*/ 568928 h 1476779"/>
                <a:gd name="connsiteX96" fmla="*/ 0 w 303249"/>
                <a:gd name="connsiteY96" fmla="*/ 596157 h 1476779"/>
                <a:gd name="connsiteX97" fmla="*/ 27229 w 303249"/>
                <a:gd name="connsiteY97" fmla="*/ 623386 h 1476779"/>
                <a:gd name="connsiteX98" fmla="*/ 54458 w 303249"/>
                <a:gd name="connsiteY98" fmla="*/ 596157 h 1476779"/>
                <a:gd name="connsiteX99" fmla="*/ 27229 w 303249"/>
                <a:gd name="connsiteY99" fmla="*/ 568928 h 1476779"/>
                <a:gd name="connsiteX100" fmla="*/ 151624 w 303249"/>
                <a:gd name="connsiteY100" fmla="*/ 568928 h 1476779"/>
                <a:gd name="connsiteX101" fmla="*/ 124395 w 303249"/>
                <a:gd name="connsiteY101" fmla="*/ 596157 h 1476779"/>
                <a:gd name="connsiteX102" fmla="*/ 151624 w 303249"/>
                <a:gd name="connsiteY102" fmla="*/ 623386 h 1476779"/>
                <a:gd name="connsiteX103" fmla="*/ 178853 w 303249"/>
                <a:gd name="connsiteY103" fmla="*/ 596157 h 1476779"/>
                <a:gd name="connsiteX104" fmla="*/ 151624 w 303249"/>
                <a:gd name="connsiteY104" fmla="*/ 568928 h 1476779"/>
                <a:gd name="connsiteX105" fmla="*/ 276020 w 303249"/>
                <a:gd name="connsiteY105" fmla="*/ 426697 h 1476779"/>
                <a:gd name="connsiteX106" fmla="*/ 248791 w 303249"/>
                <a:gd name="connsiteY106" fmla="*/ 453926 h 1476779"/>
                <a:gd name="connsiteX107" fmla="*/ 276020 w 303249"/>
                <a:gd name="connsiteY107" fmla="*/ 481155 h 1476779"/>
                <a:gd name="connsiteX108" fmla="*/ 303249 w 303249"/>
                <a:gd name="connsiteY108" fmla="*/ 453926 h 1476779"/>
                <a:gd name="connsiteX109" fmla="*/ 276020 w 303249"/>
                <a:gd name="connsiteY109" fmla="*/ 426697 h 1476779"/>
                <a:gd name="connsiteX110" fmla="*/ 27229 w 303249"/>
                <a:gd name="connsiteY110" fmla="*/ 426696 h 1476779"/>
                <a:gd name="connsiteX111" fmla="*/ 0 w 303249"/>
                <a:gd name="connsiteY111" fmla="*/ 453925 h 1476779"/>
                <a:gd name="connsiteX112" fmla="*/ 27229 w 303249"/>
                <a:gd name="connsiteY112" fmla="*/ 481154 h 1476779"/>
                <a:gd name="connsiteX113" fmla="*/ 54458 w 303249"/>
                <a:gd name="connsiteY113" fmla="*/ 453925 h 1476779"/>
                <a:gd name="connsiteX114" fmla="*/ 27229 w 303249"/>
                <a:gd name="connsiteY114" fmla="*/ 426696 h 1476779"/>
                <a:gd name="connsiteX115" fmla="*/ 151624 w 303249"/>
                <a:gd name="connsiteY115" fmla="*/ 426696 h 1476779"/>
                <a:gd name="connsiteX116" fmla="*/ 124395 w 303249"/>
                <a:gd name="connsiteY116" fmla="*/ 453925 h 1476779"/>
                <a:gd name="connsiteX117" fmla="*/ 151624 w 303249"/>
                <a:gd name="connsiteY117" fmla="*/ 481154 h 1476779"/>
                <a:gd name="connsiteX118" fmla="*/ 178853 w 303249"/>
                <a:gd name="connsiteY118" fmla="*/ 453925 h 1476779"/>
                <a:gd name="connsiteX119" fmla="*/ 151624 w 303249"/>
                <a:gd name="connsiteY119" fmla="*/ 426696 h 1476779"/>
                <a:gd name="connsiteX120" fmla="*/ 276020 w 303249"/>
                <a:gd name="connsiteY120" fmla="*/ 284465 h 1476779"/>
                <a:gd name="connsiteX121" fmla="*/ 248791 w 303249"/>
                <a:gd name="connsiteY121" fmla="*/ 311694 h 1476779"/>
                <a:gd name="connsiteX122" fmla="*/ 276020 w 303249"/>
                <a:gd name="connsiteY122" fmla="*/ 338923 h 1476779"/>
                <a:gd name="connsiteX123" fmla="*/ 303249 w 303249"/>
                <a:gd name="connsiteY123" fmla="*/ 311694 h 1476779"/>
                <a:gd name="connsiteX124" fmla="*/ 276020 w 303249"/>
                <a:gd name="connsiteY124" fmla="*/ 284465 h 1476779"/>
                <a:gd name="connsiteX125" fmla="*/ 27229 w 303249"/>
                <a:gd name="connsiteY125" fmla="*/ 284464 h 1476779"/>
                <a:gd name="connsiteX126" fmla="*/ 0 w 303249"/>
                <a:gd name="connsiteY126" fmla="*/ 311693 h 1476779"/>
                <a:gd name="connsiteX127" fmla="*/ 27229 w 303249"/>
                <a:gd name="connsiteY127" fmla="*/ 338922 h 1476779"/>
                <a:gd name="connsiteX128" fmla="*/ 54458 w 303249"/>
                <a:gd name="connsiteY128" fmla="*/ 311693 h 1476779"/>
                <a:gd name="connsiteX129" fmla="*/ 27229 w 303249"/>
                <a:gd name="connsiteY129" fmla="*/ 284464 h 1476779"/>
                <a:gd name="connsiteX130" fmla="*/ 151624 w 303249"/>
                <a:gd name="connsiteY130" fmla="*/ 284464 h 1476779"/>
                <a:gd name="connsiteX131" fmla="*/ 124395 w 303249"/>
                <a:gd name="connsiteY131" fmla="*/ 311693 h 1476779"/>
                <a:gd name="connsiteX132" fmla="*/ 151624 w 303249"/>
                <a:gd name="connsiteY132" fmla="*/ 338922 h 1476779"/>
                <a:gd name="connsiteX133" fmla="*/ 178853 w 303249"/>
                <a:gd name="connsiteY133" fmla="*/ 311693 h 1476779"/>
                <a:gd name="connsiteX134" fmla="*/ 151624 w 303249"/>
                <a:gd name="connsiteY134" fmla="*/ 284464 h 1476779"/>
                <a:gd name="connsiteX135" fmla="*/ 151624 w 303249"/>
                <a:gd name="connsiteY135" fmla="*/ 142233 h 1476779"/>
                <a:gd name="connsiteX136" fmla="*/ 124395 w 303249"/>
                <a:gd name="connsiteY136" fmla="*/ 169462 h 1476779"/>
                <a:gd name="connsiteX137" fmla="*/ 151624 w 303249"/>
                <a:gd name="connsiteY137" fmla="*/ 196691 h 1476779"/>
                <a:gd name="connsiteX138" fmla="*/ 178853 w 303249"/>
                <a:gd name="connsiteY138" fmla="*/ 169462 h 1476779"/>
                <a:gd name="connsiteX139" fmla="*/ 151624 w 303249"/>
                <a:gd name="connsiteY139" fmla="*/ 142233 h 1476779"/>
                <a:gd name="connsiteX140" fmla="*/ 276020 w 303249"/>
                <a:gd name="connsiteY140" fmla="*/ 142233 h 1476779"/>
                <a:gd name="connsiteX141" fmla="*/ 248791 w 303249"/>
                <a:gd name="connsiteY141" fmla="*/ 169462 h 1476779"/>
                <a:gd name="connsiteX142" fmla="*/ 276020 w 303249"/>
                <a:gd name="connsiteY142" fmla="*/ 196691 h 1476779"/>
                <a:gd name="connsiteX143" fmla="*/ 303249 w 303249"/>
                <a:gd name="connsiteY143" fmla="*/ 169462 h 1476779"/>
                <a:gd name="connsiteX144" fmla="*/ 276020 w 303249"/>
                <a:gd name="connsiteY144" fmla="*/ 142233 h 1476779"/>
                <a:gd name="connsiteX145" fmla="*/ 27229 w 303249"/>
                <a:gd name="connsiteY145" fmla="*/ 142232 h 1476779"/>
                <a:gd name="connsiteX146" fmla="*/ 0 w 303249"/>
                <a:gd name="connsiteY146" fmla="*/ 169461 h 1476779"/>
                <a:gd name="connsiteX147" fmla="*/ 27229 w 303249"/>
                <a:gd name="connsiteY147" fmla="*/ 196690 h 1476779"/>
                <a:gd name="connsiteX148" fmla="*/ 54458 w 303249"/>
                <a:gd name="connsiteY148" fmla="*/ 169461 h 1476779"/>
                <a:gd name="connsiteX149" fmla="*/ 27229 w 303249"/>
                <a:gd name="connsiteY149" fmla="*/ 142232 h 1476779"/>
                <a:gd name="connsiteX150" fmla="*/ 151625 w 303249"/>
                <a:gd name="connsiteY150" fmla="*/ 1 h 1476779"/>
                <a:gd name="connsiteX151" fmla="*/ 124396 w 303249"/>
                <a:gd name="connsiteY151" fmla="*/ 27230 h 1476779"/>
                <a:gd name="connsiteX152" fmla="*/ 151625 w 303249"/>
                <a:gd name="connsiteY152" fmla="*/ 54459 h 1476779"/>
                <a:gd name="connsiteX153" fmla="*/ 178854 w 303249"/>
                <a:gd name="connsiteY153" fmla="*/ 27230 h 1476779"/>
                <a:gd name="connsiteX154" fmla="*/ 151625 w 303249"/>
                <a:gd name="connsiteY154" fmla="*/ 1 h 1476779"/>
                <a:gd name="connsiteX155" fmla="*/ 276020 w 303249"/>
                <a:gd name="connsiteY155" fmla="*/ 1 h 1476779"/>
                <a:gd name="connsiteX156" fmla="*/ 248791 w 303249"/>
                <a:gd name="connsiteY156" fmla="*/ 27230 h 1476779"/>
                <a:gd name="connsiteX157" fmla="*/ 276020 w 303249"/>
                <a:gd name="connsiteY157" fmla="*/ 54459 h 1476779"/>
                <a:gd name="connsiteX158" fmla="*/ 303249 w 303249"/>
                <a:gd name="connsiteY158" fmla="*/ 27230 h 1476779"/>
                <a:gd name="connsiteX159" fmla="*/ 276020 w 303249"/>
                <a:gd name="connsiteY159" fmla="*/ 1 h 1476779"/>
                <a:gd name="connsiteX160" fmla="*/ 27229 w 303249"/>
                <a:gd name="connsiteY160" fmla="*/ 0 h 1476779"/>
                <a:gd name="connsiteX161" fmla="*/ 0 w 303249"/>
                <a:gd name="connsiteY161" fmla="*/ 27229 h 1476779"/>
                <a:gd name="connsiteX162" fmla="*/ 27229 w 303249"/>
                <a:gd name="connsiteY162" fmla="*/ 54458 h 1476779"/>
                <a:gd name="connsiteX163" fmla="*/ 54458 w 303249"/>
                <a:gd name="connsiteY163" fmla="*/ 27229 h 1476779"/>
                <a:gd name="connsiteX164" fmla="*/ 27229 w 303249"/>
                <a:gd name="connsiteY164" fmla="*/ 0 h 147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303249" h="1476779">
                  <a:moveTo>
                    <a:pt x="276020" y="1422321"/>
                  </a:moveTo>
                  <a:cubicBezTo>
                    <a:pt x="260982" y="1422321"/>
                    <a:pt x="248791" y="1434512"/>
                    <a:pt x="248791" y="1449550"/>
                  </a:cubicBezTo>
                  <a:cubicBezTo>
                    <a:pt x="248791" y="1464588"/>
                    <a:pt x="260982" y="1476779"/>
                    <a:pt x="276020" y="1476779"/>
                  </a:cubicBezTo>
                  <a:cubicBezTo>
                    <a:pt x="291058" y="1476779"/>
                    <a:pt x="303249" y="1464588"/>
                    <a:pt x="303249" y="1449550"/>
                  </a:cubicBezTo>
                  <a:cubicBezTo>
                    <a:pt x="303249" y="1434512"/>
                    <a:pt x="291058" y="1422321"/>
                    <a:pt x="276020" y="1422321"/>
                  </a:cubicBezTo>
                  <a:close/>
                  <a:moveTo>
                    <a:pt x="27229" y="1422320"/>
                  </a:moveTo>
                  <a:cubicBezTo>
                    <a:pt x="12191" y="1422320"/>
                    <a:pt x="0" y="1434511"/>
                    <a:pt x="0" y="1449549"/>
                  </a:cubicBezTo>
                  <a:cubicBezTo>
                    <a:pt x="0" y="1464587"/>
                    <a:pt x="12191" y="1476778"/>
                    <a:pt x="27229" y="1476778"/>
                  </a:cubicBezTo>
                  <a:cubicBezTo>
                    <a:pt x="42267" y="1476778"/>
                    <a:pt x="54458" y="1464587"/>
                    <a:pt x="54458" y="1449549"/>
                  </a:cubicBezTo>
                  <a:cubicBezTo>
                    <a:pt x="54458" y="1434511"/>
                    <a:pt x="42267" y="1422320"/>
                    <a:pt x="27229" y="1422320"/>
                  </a:cubicBezTo>
                  <a:close/>
                  <a:moveTo>
                    <a:pt x="151624" y="1422320"/>
                  </a:moveTo>
                  <a:cubicBezTo>
                    <a:pt x="136586" y="1422320"/>
                    <a:pt x="124395" y="1434511"/>
                    <a:pt x="124395" y="1449549"/>
                  </a:cubicBezTo>
                  <a:cubicBezTo>
                    <a:pt x="124395" y="1464587"/>
                    <a:pt x="136586" y="1476778"/>
                    <a:pt x="151624" y="1476778"/>
                  </a:cubicBezTo>
                  <a:cubicBezTo>
                    <a:pt x="166662" y="1476778"/>
                    <a:pt x="178853" y="1464587"/>
                    <a:pt x="178853" y="1449549"/>
                  </a:cubicBezTo>
                  <a:cubicBezTo>
                    <a:pt x="178853" y="1434511"/>
                    <a:pt x="166662" y="1422320"/>
                    <a:pt x="151624" y="1422320"/>
                  </a:cubicBezTo>
                  <a:close/>
                  <a:moveTo>
                    <a:pt x="276020" y="1280089"/>
                  </a:moveTo>
                  <a:cubicBezTo>
                    <a:pt x="260982" y="1280089"/>
                    <a:pt x="248791" y="1292280"/>
                    <a:pt x="248791" y="1307318"/>
                  </a:cubicBezTo>
                  <a:cubicBezTo>
                    <a:pt x="248791" y="1322356"/>
                    <a:pt x="260982" y="1334547"/>
                    <a:pt x="276020" y="1334547"/>
                  </a:cubicBezTo>
                  <a:cubicBezTo>
                    <a:pt x="291058" y="1334547"/>
                    <a:pt x="303249" y="1322356"/>
                    <a:pt x="303249" y="1307318"/>
                  </a:cubicBezTo>
                  <a:cubicBezTo>
                    <a:pt x="303249" y="1292280"/>
                    <a:pt x="291058" y="1280089"/>
                    <a:pt x="276020" y="1280089"/>
                  </a:cubicBezTo>
                  <a:close/>
                  <a:moveTo>
                    <a:pt x="27229" y="1280088"/>
                  </a:moveTo>
                  <a:cubicBezTo>
                    <a:pt x="12191" y="1280088"/>
                    <a:pt x="0" y="1292279"/>
                    <a:pt x="0" y="1307317"/>
                  </a:cubicBezTo>
                  <a:cubicBezTo>
                    <a:pt x="0" y="1322355"/>
                    <a:pt x="12191" y="1334546"/>
                    <a:pt x="27229" y="1334546"/>
                  </a:cubicBezTo>
                  <a:cubicBezTo>
                    <a:pt x="42267" y="1334546"/>
                    <a:pt x="54458" y="1322355"/>
                    <a:pt x="54458" y="1307317"/>
                  </a:cubicBezTo>
                  <a:cubicBezTo>
                    <a:pt x="54458" y="1292279"/>
                    <a:pt x="42267" y="1280088"/>
                    <a:pt x="27229" y="1280088"/>
                  </a:cubicBezTo>
                  <a:close/>
                  <a:moveTo>
                    <a:pt x="151624" y="1280088"/>
                  </a:moveTo>
                  <a:cubicBezTo>
                    <a:pt x="136586" y="1280088"/>
                    <a:pt x="124395" y="1292279"/>
                    <a:pt x="124395" y="1307317"/>
                  </a:cubicBezTo>
                  <a:cubicBezTo>
                    <a:pt x="124395" y="1322355"/>
                    <a:pt x="136586" y="1334546"/>
                    <a:pt x="151624" y="1334546"/>
                  </a:cubicBezTo>
                  <a:cubicBezTo>
                    <a:pt x="166662" y="1334546"/>
                    <a:pt x="178853" y="1322355"/>
                    <a:pt x="178853" y="1307317"/>
                  </a:cubicBezTo>
                  <a:cubicBezTo>
                    <a:pt x="178853" y="1292279"/>
                    <a:pt x="166662" y="1280088"/>
                    <a:pt x="151624" y="1280088"/>
                  </a:cubicBezTo>
                  <a:close/>
                  <a:moveTo>
                    <a:pt x="276020" y="1137857"/>
                  </a:moveTo>
                  <a:cubicBezTo>
                    <a:pt x="260982" y="1137857"/>
                    <a:pt x="248791" y="1150048"/>
                    <a:pt x="248791" y="1165086"/>
                  </a:cubicBezTo>
                  <a:cubicBezTo>
                    <a:pt x="248791" y="1180124"/>
                    <a:pt x="260982" y="1192315"/>
                    <a:pt x="276020" y="1192315"/>
                  </a:cubicBezTo>
                  <a:cubicBezTo>
                    <a:pt x="291058" y="1192315"/>
                    <a:pt x="303249" y="1180124"/>
                    <a:pt x="303249" y="1165086"/>
                  </a:cubicBezTo>
                  <a:cubicBezTo>
                    <a:pt x="303249" y="1150048"/>
                    <a:pt x="291058" y="1137857"/>
                    <a:pt x="276020" y="1137857"/>
                  </a:cubicBezTo>
                  <a:close/>
                  <a:moveTo>
                    <a:pt x="27229" y="1137856"/>
                  </a:moveTo>
                  <a:cubicBezTo>
                    <a:pt x="12191" y="1137856"/>
                    <a:pt x="0" y="1150047"/>
                    <a:pt x="0" y="1165085"/>
                  </a:cubicBezTo>
                  <a:cubicBezTo>
                    <a:pt x="0" y="1180123"/>
                    <a:pt x="12191" y="1192314"/>
                    <a:pt x="27229" y="1192314"/>
                  </a:cubicBezTo>
                  <a:cubicBezTo>
                    <a:pt x="42267" y="1192314"/>
                    <a:pt x="54458" y="1180123"/>
                    <a:pt x="54458" y="1165085"/>
                  </a:cubicBezTo>
                  <a:cubicBezTo>
                    <a:pt x="54458" y="1150047"/>
                    <a:pt x="42267" y="1137856"/>
                    <a:pt x="27229" y="1137856"/>
                  </a:cubicBezTo>
                  <a:close/>
                  <a:moveTo>
                    <a:pt x="151624" y="1137856"/>
                  </a:moveTo>
                  <a:cubicBezTo>
                    <a:pt x="136586" y="1137856"/>
                    <a:pt x="124395" y="1150047"/>
                    <a:pt x="124395" y="1165085"/>
                  </a:cubicBezTo>
                  <a:cubicBezTo>
                    <a:pt x="124395" y="1180123"/>
                    <a:pt x="136586" y="1192314"/>
                    <a:pt x="151624" y="1192314"/>
                  </a:cubicBezTo>
                  <a:cubicBezTo>
                    <a:pt x="166662" y="1192314"/>
                    <a:pt x="178853" y="1180123"/>
                    <a:pt x="178853" y="1165085"/>
                  </a:cubicBezTo>
                  <a:cubicBezTo>
                    <a:pt x="178853" y="1150047"/>
                    <a:pt x="166662" y="1137856"/>
                    <a:pt x="151624" y="1137856"/>
                  </a:cubicBezTo>
                  <a:close/>
                  <a:moveTo>
                    <a:pt x="276020" y="995625"/>
                  </a:moveTo>
                  <a:cubicBezTo>
                    <a:pt x="260982" y="995625"/>
                    <a:pt x="248791" y="1007816"/>
                    <a:pt x="248791" y="1022854"/>
                  </a:cubicBezTo>
                  <a:cubicBezTo>
                    <a:pt x="248791" y="1037892"/>
                    <a:pt x="260982" y="1050083"/>
                    <a:pt x="276020" y="1050083"/>
                  </a:cubicBezTo>
                  <a:cubicBezTo>
                    <a:pt x="291058" y="1050083"/>
                    <a:pt x="303249" y="1037892"/>
                    <a:pt x="303249" y="1022854"/>
                  </a:cubicBezTo>
                  <a:cubicBezTo>
                    <a:pt x="303249" y="1007816"/>
                    <a:pt x="291058" y="995625"/>
                    <a:pt x="276020" y="995625"/>
                  </a:cubicBezTo>
                  <a:close/>
                  <a:moveTo>
                    <a:pt x="27229" y="995624"/>
                  </a:moveTo>
                  <a:cubicBezTo>
                    <a:pt x="12191" y="995624"/>
                    <a:pt x="0" y="1007815"/>
                    <a:pt x="0" y="1022853"/>
                  </a:cubicBezTo>
                  <a:cubicBezTo>
                    <a:pt x="0" y="1037891"/>
                    <a:pt x="12191" y="1050082"/>
                    <a:pt x="27229" y="1050082"/>
                  </a:cubicBezTo>
                  <a:cubicBezTo>
                    <a:pt x="42267" y="1050082"/>
                    <a:pt x="54458" y="1037891"/>
                    <a:pt x="54458" y="1022853"/>
                  </a:cubicBezTo>
                  <a:cubicBezTo>
                    <a:pt x="54458" y="1007815"/>
                    <a:pt x="42267" y="995624"/>
                    <a:pt x="27229" y="995624"/>
                  </a:cubicBezTo>
                  <a:close/>
                  <a:moveTo>
                    <a:pt x="151624" y="995624"/>
                  </a:moveTo>
                  <a:cubicBezTo>
                    <a:pt x="136586" y="995624"/>
                    <a:pt x="124395" y="1007815"/>
                    <a:pt x="124395" y="1022853"/>
                  </a:cubicBezTo>
                  <a:cubicBezTo>
                    <a:pt x="124395" y="1037891"/>
                    <a:pt x="136586" y="1050082"/>
                    <a:pt x="151624" y="1050082"/>
                  </a:cubicBezTo>
                  <a:cubicBezTo>
                    <a:pt x="166662" y="1050082"/>
                    <a:pt x="178853" y="1037891"/>
                    <a:pt x="178853" y="1022853"/>
                  </a:cubicBezTo>
                  <a:cubicBezTo>
                    <a:pt x="178853" y="1007815"/>
                    <a:pt x="166662" y="995624"/>
                    <a:pt x="151624" y="995624"/>
                  </a:cubicBezTo>
                  <a:close/>
                  <a:moveTo>
                    <a:pt x="276020" y="853393"/>
                  </a:moveTo>
                  <a:cubicBezTo>
                    <a:pt x="260982" y="853393"/>
                    <a:pt x="248791" y="865584"/>
                    <a:pt x="248791" y="880622"/>
                  </a:cubicBezTo>
                  <a:cubicBezTo>
                    <a:pt x="248791" y="895660"/>
                    <a:pt x="260982" y="907851"/>
                    <a:pt x="276020" y="907851"/>
                  </a:cubicBezTo>
                  <a:cubicBezTo>
                    <a:pt x="291058" y="907851"/>
                    <a:pt x="303249" y="895660"/>
                    <a:pt x="303249" y="880622"/>
                  </a:cubicBezTo>
                  <a:cubicBezTo>
                    <a:pt x="303249" y="865584"/>
                    <a:pt x="291058" y="853393"/>
                    <a:pt x="276020" y="853393"/>
                  </a:cubicBezTo>
                  <a:close/>
                  <a:moveTo>
                    <a:pt x="27229" y="853392"/>
                  </a:moveTo>
                  <a:cubicBezTo>
                    <a:pt x="12191" y="853392"/>
                    <a:pt x="0" y="865583"/>
                    <a:pt x="0" y="880621"/>
                  </a:cubicBezTo>
                  <a:cubicBezTo>
                    <a:pt x="0" y="895659"/>
                    <a:pt x="12191" y="907850"/>
                    <a:pt x="27229" y="907850"/>
                  </a:cubicBezTo>
                  <a:cubicBezTo>
                    <a:pt x="42267" y="907850"/>
                    <a:pt x="54458" y="895659"/>
                    <a:pt x="54458" y="880621"/>
                  </a:cubicBezTo>
                  <a:cubicBezTo>
                    <a:pt x="54458" y="865583"/>
                    <a:pt x="42267" y="853392"/>
                    <a:pt x="27229" y="853392"/>
                  </a:cubicBezTo>
                  <a:close/>
                  <a:moveTo>
                    <a:pt x="151624" y="853392"/>
                  </a:moveTo>
                  <a:cubicBezTo>
                    <a:pt x="136586" y="853392"/>
                    <a:pt x="124395" y="865583"/>
                    <a:pt x="124395" y="880621"/>
                  </a:cubicBezTo>
                  <a:cubicBezTo>
                    <a:pt x="124395" y="895659"/>
                    <a:pt x="136586" y="907850"/>
                    <a:pt x="151624" y="907850"/>
                  </a:cubicBezTo>
                  <a:cubicBezTo>
                    <a:pt x="166662" y="907850"/>
                    <a:pt x="178853" y="895659"/>
                    <a:pt x="178853" y="880621"/>
                  </a:cubicBezTo>
                  <a:cubicBezTo>
                    <a:pt x="178853" y="865583"/>
                    <a:pt x="166662" y="853392"/>
                    <a:pt x="151624" y="853392"/>
                  </a:cubicBezTo>
                  <a:close/>
                  <a:moveTo>
                    <a:pt x="276020" y="711161"/>
                  </a:moveTo>
                  <a:cubicBezTo>
                    <a:pt x="260982" y="711161"/>
                    <a:pt x="248791" y="723352"/>
                    <a:pt x="248791" y="738390"/>
                  </a:cubicBezTo>
                  <a:cubicBezTo>
                    <a:pt x="248791" y="753428"/>
                    <a:pt x="260982" y="765619"/>
                    <a:pt x="276020" y="765619"/>
                  </a:cubicBezTo>
                  <a:cubicBezTo>
                    <a:pt x="291058" y="765619"/>
                    <a:pt x="303249" y="753428"/>
                    <a:pt x="303249" y="738390"/>
                  </a:cubicBezTo>
                  <a:cubicBezTo>
                    <a:pt x="303249" y="723352"/>
                    <a:pt x="291058" y="711161"/>
                    <a:pt x="276020" y="711161"/>
                  </a:cubicBezTo>
                  <a:close/>
                  <a:moveTo>
                    <a:pt x="27229" y="711160"/>
                  </a:moveTo>
                  <a:cubicBezTo>
                    <a:pt x="12191" y="711160"/>
                    <a:pt x="0" y="723351"/>
                    <a:pt x="0" y="738389"/>
                  </a:cubicBezTo>
                  <a:cubicBezTo>
                    <a:pt x="0" y="753427"/>
                    <a:pt x="12191" y="765618"/>
                    <a:pt x="27229" y="765618"/>
                  </a:cubicBezTo>
                  <a:cubicBezTo>
                    <a:pt x="42267" y="765618"/>
                    <a:pt x="54458" y="753427"/>
                    <a:pt x="54458" y="738389"/>
                  </a:cubicBezTo>
                  <a:cubicBezTo>
                    <a:pt x="54458" y="723351"/>
                    <a:pt x="42267" y="711160"/>
                    <a:pt x="27229" y="711160"/>
                  </a:cubicBezTo>
                  <a:close/>
                  <a:moveTo>
                    <a:pt x="151624" y="711160"/>
                  </a:moveTo>
                  <a:cubicBezTo>
                    <a:pt x="136586" y="711160"/>
                    <a:pt x="124395" y="723351"/>
                    <a:pt x="124395" y="738389"/>
                  </a:cubicBezTo>
                  <a:cubicBezTo>
                    <a:pt x="124395" y="753427"/>
                    <a:pt x="136586" y="765618"/>
                    <a:pt x="151624" y="765618"/>
                  </a:cubicBezTo>
                  <a:cubicBezTo>
                    <a:pt x="166662" y="765618"/>
                    <a:pt x="178853" y="753427"/>
                    <a:pt x="178853" y="738389"/>
                  </a:cubicBezTo>
                  <a:cubicBezTo>
                    <a:pt x="178853" y="723351"/>
                    <a:pt x="166662" y="711160"/>
                    <a:pt x="151624" y="711160"/>
                  </a:cubicBezTo>
                  <a:close/>
                  <a:moveTo>
                    <a:pt x="276020" y="568929"/>
                  </a:moveTo>
                  <a:cubicBezTo>
                    <a:pt x="260982" y="568929"/>
                    <a:pt x="248791" y="581120"/>
                    <a:pt x="248791" y="596158"/>
                  </a:cubicBezTo>
                  <a:cubicBezTo>
                    <a:pt x="248791" y="611196"/>
                    <a:pt x="260982" y="623387"/>
                    <a:pt x="276020" y="623387"/>
                  </a:cubicBezTo>
                  <a:cubicBezTo>
                    <a:pt x="291058" y="623387"/>
                    <a:pt x="303249" y="611196"/>
                    <a:pt x="303249" y="596158"/>
                  </a:cubicBezTo>
                  <a:cubicBezTo>
                    <a:pt x="303249" y="581120"/>
                    <a:pt x="291058" y="568929"/>
                    <a:pt x="276020" y="568929"/>
                  </a:cubicBezTo>
                  <a:close/>
                  <a:moveTo>
                    <a:pt x="27229" y="568928"/>
                  </a:moveTo>
                  <a:cubicBezTo>
                    <a:pt x="12191" y="568928"/>
                    <a:pt x="0" y="581119"/>
                    <a:pt x="0" y="596157"/>
                  </a:cubicBezTo>
                  <a:cubicBezTo>
                    <a:pt x="0" y="611195"/>
                    <a:pt x="12191" y="623386"/>
                    <a:pt x="27229" y="623386"/>
                  </a:cubicBezTo>
                  <a:cubicBezTo>
                    <a:pt x="42267" y="623386"/>
                    <a:pt x="54458" y="611195"/>
                    <a:pt x="54458" y="596157"/>
                  </a:cubicBezTo>
                  <a:cubicBezTo>
                    <a:pt x="54458" y="581119"/>
                    <a:pt x="42267" y="568928"/>
                    <a:pt x="27229" y="568928"/>
                  </a:cubicBezTo>
                  <a:close/>
                  <a:moveTo>
                    <a:pt x="151624" y="568928"/>
                  </a:moveTo>
                  <a:cubicBezTo>
                    <a:pt x="136586" y="568928"/>
                    <a:pt x="124395" y="581119"/>
                    <a:pt x="124395" y="596157"/>
                  </a:cubicBezTo>
                  <a:cubicBezTo>
                    <a:pt x="124395" y="611195"/>
                    <a:pt x="136586" y="623386"/>
                    <a:pt x="151624" y="623386"/>
                  </a:cubicBezTo>
                  <a:cubicBezTo>
                    <a:pt x="166662" y="623386"/>
                    <a:pt x="178853" y="611195"/>
                    <a:pt x="178853" y="596157"/>
                  </a:cubicBezTo>
                  <a:cubicBezTo>
                    <a:pt x="178853" y="581119"/>
                    <a:pt x="166662" y="568928"/>
                    <a:pt x="151624" y="568928"/>
                  </a:cubicBezTo>
                  <a:close/>
                  <a:moveTo>
                    <a:pt x="276020" y="426697"/>
                  </a:moveTo>
                  <a:cubicBezTo>
                    <a:pt x="260982" y="426697"/>
                    <a:pt x="248791" y="438888"/>
                    <a:pt x="248791" y="453926"/>
                  </a:cubicBezTo>
                  <a:cubicBezTo>
                    <a:pt x="248791" y="468964"/>
                    <a:pt x="260982" y="481155"/>
                    <a:pt x="276020" y="481155"/>
                  </a:cubicBezTo>
                  <a:cubicBezTo>
                    <a:pt x="291058" y="481155"/>
                    <a:pt x="303249" y="468964"/>
                    <a:pt x="303249" y="453926"/>
                  </a:cubicBezTo>
                  <a:cubicBezTo>
                    <a:pt x="303249" y="438888"/>
                    <a:pt x="291058" y="426697"/>
                    <a:pt x="276020" y="426697"/>
                  </a:cubicBezTo>
                  <a:close/>
                  <a:moveTo>
                    <a:pt x="27229" y="426696"/>
                  </a:moveTo>
                  <a:cubicBezTo>
                    <a:pt x="12191" y="426696"/>
                    <a:pt x="0" y="438887"/>
                    <a:pt x="0" y="453925"/>
                  </a:cubicBezTo>
                  <a:cubicBezTo>
                    <a:pt x="0" y="468963"/>
                    <a:pt x="12191" y="481154"/>
                    <a:pt x="27229" y="481154"/>
                  </a:cubicBezTo>
                  <a:cubicBezTo>
                    <a:pt x="42267" y="481154"/>
                    <a:pt x="54458" y="468963"/>
                    <a:pt x="54458" y="453925"/>
                  </a:cubicBezTo>
                  <a:cubicBezTo>
                    <a:pt x="54458" y="438887"/>
                    <a:pt x="42267" y="426696"/>
                    <a:pt x="27229" y="426696"/>
                  </a:cubicBezTo>
                  <a:close/>
                  <a:moveTo>
                    <a:pt x="151624" y="426696"/>
                  </a:moveTo>
                  <a:cubicBezTo>
                    <a:pt x="136586" y="426696"/>
                    <a:pt x="124395" y="438887"/>
                    <a:pt x="124395" y="453925"/>
                  </a:cubicBezTo>
                  <a:cubicBezTo>
                    <a:pt x="124395" y="468963"/>
                    <a:pt x="136586" y="481154"/>
                    <a:pt x="151624" y="481154"/>
                  </a:cubicBezTo>
                  <a:cubicBezTo>
                    <a:pt x="166662" y="481154"/>
                    <a:pt x="178853" y="468963"/>
                    <a:pt x="178853" y="453925"/>
                  </a:cubicBezTo>
                  <a:cubicBezTo>
                    <a:pt x="178853" y="438887"/>
                    <a:pt x="166662" y="426696"/>
                    <a:pt x="151624" y="426696"/>
                  </a:cubicBezTo>
                  <a:close/>
                  <a:moveTo>
                    <a:pt x="276020" y="284465"/>
                  </a:moveTo>
                  <a:cubicBezTo>
                    <a:pt x="260982" y="284465"/>
                    <a:pt x="248791" y="296656"/>
                    <a:pt x="248791" y="311694"/>
                  </a:cubicBezTo>
                  <a:cubicBezTo>
                    <a:pt x="248791" y="326732"/>
                    <a:pt x="260982" y="338923"/>
                    <a:pt x="276020" y="338923"/>
                  </a:cubicBezTo>
                  <a:cubicBezTo>
                    <a:pt x="291058" y="338923"/>
                    <a:pt x="303249" y="326732"/>
                    <a:pt x="303249" y="311694"/>
                  </a:cubicBezTo>
                  <a:cubicBezTo>
                    <a:pt x="303249" y="296656"/>
                    <a:pt x="291058" y="284465"/>
                    <a:pt x="276020" y="284465"/>
                  </a:cubicBezTo>
                  <a:close/>
                  <a:moveTo>
                    <a:pt x="27229" y="284464"/>
                  </a:moveTo>
                  <a:cubicBezTo>
                    <a:pt x="12191" y="284464"/>
                    <a:pt x="0" y="296655"/>
                    <a:pt x="0" y="311693"/>
                  </a:cubicBezTo>
                  <a:cubicBezTo>
                    <a:pt x="0" y="326731"/>
                    <a:pt x="12191" y="338922"/>
                    <a:pt x="27229" y="338922"/>
                  </a:cubicBezTo>
                  <a:cubicBezTo>
                    <a:pt x="42267" y="338922"/>
                    <a:pt x="54458" y="326731"/>
                    <a:pt x="54458" y="311693"/>
                  </a:cubicBezTo>
                  <a:cubicBezTo>
                    <a:pt x="54458" y="296655"/>
                    <a:pt x="42267" y="284464"/>
                    <a:pt x="27229" y="284464"/>
                  </a:cubicBezTo>
                  <a:close/>
                  <a:moveTo>
                    <a:pt x="151624" y="284464"/>
                  </a:moveTo>
                  <a:cubicBezTo>
                    <a:pt x="136586" y="284464"/>
                    <a:pt x="124395" y="296655"/>
                    <a:pt x="124395" y="311693"/>
                  </a:cubicBezTo>
                  <a:cubicBezTo>
                    <a:pt x="124395" y="326731"/>
                    <a:pt x="136586" y="338922"/>
                    <a:pt x="151624" y="338922"/>
                  </a:cubicBezTo>
                  <a:cubicBezTo>
                    <a:pt x="166662" y="338922"/>
                    <a:pt x="178853" y="326731"/>
                    <a:pt x="178853" y="311693"/>
                  </a:cubicBezTo>
                  <a:cubicBezTo>
                    <a:pt x="178853" y="296655"/>
                    <a:pt x="166662" y="284464"/>
                    <a:pt x="151624" y="284464"/>
                  </a:cubicBezTo>
                  <a:close/>
                  <a:moveTo>
                    <a:pt x="151624" y="142233"/>
                  </a:moveTo>
                  <a:cubicBezTo>
                    <a:pt x="136586" y="142233"/>
                    <a:pt x="124395" y="154424"/>
                    <a:pt x="124395" y="169462"/>
                  </a:cubicBezTo>
                  <a:cubicBezTo>
                    <a:pt x="124395" y="184500"/>
                    <a:pt x="136586" y="196691"/>
                    <a:pt x="151624" y="196691"/>
                  </a:cubicBezTo>
                  <a:cubicBezTo>
                    <a:pt x="166662" y="196691"/>
                    <a:pt x="178853" y="184500"/>
                    <a:pt x="178853" y="169462"/>
                  </a:cubicBezTo>
                  <a:cubicBezTo>
                    <a:pt x="178853" y="154424"/>
                    <a:pt x="166662" y="142233"/>
                    <a:pt x="151624" y="142233"/>
                  </a:cubicBezTo>
                  <a:close/>
                  <a:moveTo>
                    <a:pt x="276020" y="142233"/>
                  </a:moveTo>
                  <a:cubicBezTo>
                    <a:pt x="260982" y="142233"/>
                    <a:pt x="248791" y="154424"/>
                    <a:pt x="248791" y="169462"/>
                  </a:cubicBezTo>
                  <a:cubicBezTo>
                    <a:pt x="248791" y="184500"/>
                    <a:pt x="260982" y="196691"/>
                    <a:pt x="276020" y="196691"/>
                  </a:cubicBezTo>
                  <a:cubicBezTo>
                    <a:pt x="291058" y="196691"/>
                    <a:pt x="303249" y="184500"/>
                    <a:pt x="303249" y="169462"/>
                  </a:cubicBezTo>
                  <a:cubicBezTo>
                    <a:pt x="303249" y="154424"/>
                    <a:pt x="291058" y="142233"/>
                    <a:pt x="276020" y="142233"/>
                  </a:cubicBezTo>
                  <a:close/>
                  <a:moveTo>
                    <a:pt x="27229" y="142232"/>
                  </a:moveTo>
                  <a:cubicBezTo>
                    <a:pt x="12191" y="142232"/>
                    <a:pt x="0" y="154423"/>
                    <a:pt x="0" y="169461"/>
                  </a:cubicBezTo>
                  <a:cubicBezTo>
                    <a:pt x="0" y="184499"/>
                    <a:pt x="12191" y="196690"/>
                    <a:pt x="27229" y="196690"/>
                  </a:cubicBezTo>
                  <a:cubicBezTo>
                    <a:pt x="42267" y="196690"/>
                    <a:pt x="54458" y="184499"/>
                    <a:pt x="54458" y="169461"/>
                  </a:cubicBezTo>
                  <a:cubicBezTo>
                    <a:pt x="54458" y="154423"/>
                    <a:pt x="42267" y="142232"/>
                    <a:pt x="27229" y="142232"/>
                  </a:cubicBezTo>
                  <a:close/>
                  <a:moveTo>
                    <a:pt x="151625" y="1"/>
                  </a:moveTo>
                  <a:cubicBezTo>
                    <a:pt x="136587" y="1"/>
                    <a:pt x="124396" y="12192"/>
                    <a:pt x="124396" y="27230"/>
                  </a:cubicBezTo>
                  <a:cubicBezTo>
                    <a:pt x="124396" y="42268"/>
                    <a:pt x="136587" y="54459"/>
                    <a:pt x="151625" y="54459"/>
                  </a:cubicBezTo>
                  <a:cubicBezTo>
                    <a:pt x="166663" y="54459"/>
                    <a:pt x="178854" y="42268"/>
                    <a:pt x="178854" y="27230"/>
                  </a:cubicBezTo>
                  <a:cubicBezTo>
                    <a:pt x="178854" y="12192"/>
                    <a:pt x="166663" y="1"/>
                    <a:pt x="151625" y="1"/>
                  </a:cubicBezTo>
                  <a:close/>
                  <a:moveTo>
                    <a:pt x="276020" y="1"/>
                  </a:moveTo>
                  <a:cubicBezTo>
                    <a:pt x="260982" y="1"/>
                    <a:pt x="248791" y="12192"/>
                    <a:pt x="248791" y="27230"/>
                  </a:cubicBezTo>
                  <a:cubicBezTo>
                    <a:pt x="248791" y="42268"/>
                    <a:pt x="260982" y="54459"/>
                    <a:pt x="276020" y="54459"/>
                  </a:cubicBezTo>
                  <a:cubicBezTo>
                    <a:pt x="291058" y="54459"/>
                    <a:pt x="303249" y="42268"/>
                    <a:pt x="303249" y="27230"/>
                  </a:cubicBezTo>
                  <a:cubicBezTo>
                    <a:pt x="303249" y="12192"/>
                    <a:pt x="291058" y="1"/>
                    <a:pt x="276020" y="1"/>
                  </a:cubicBezTo>
                  <a:close/>
                  <a:moveTo>
                    <a:pt x="27229" y="0"/>
                  </a:moveTo>
                  <a:cubicBezTo>
                    <a:pt x="12191" y="0"/>
                    <a:pt x="0" y="12191"/>
                    <a:pt x="0" y="27229"/>
                  </a:cubicBezTo>
                  <a:cubicBezTo>
                    <a:pt x="0" y="42267"/>
                    <a:pt x="12191" y="54458"/>
                    <a:pt x="27229" y="54458"/>
                  </a:cubicBezTo>
                  <a:cubicBezTo>
                    <a:pt x="42267" y="54458"/>
                    <a:pt x="54458" y="42267"/>
                    <a:pt x="54458" y="27229"/>
                  </a:cubicBezTo>
                  <a:cubicBezTo>
                    <a:pt x="54458" y="12191"/>
                    <a:pt x="42267" y="0"/>
                    <a:pt x="27229"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 name="01317c66-5c9a-44ef-8e6a-f28294f1e6c6"/>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dirty="0"/>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5.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&#65279;<?xml version="1.0" encoding="utf-8"?><Relationships xmlns="http://schemas.openxmlformats.org/package/2006/relationships"><Relationship Type="http://schemas.openxmlformats.org/officeDocument/2006/relationships/image" Target="/ppt/media/image24.png" Id="rId8" /><Relationship Type="http://schemas.openxmlformats.org/officeDocument/2006/relationships/image" Target="/ppt/media/image65.png" Id="rId13" /><Relationship Type="http://schemas.openxmlformats.org/officeDocument/2006/relationships/image" Target="/ppt/media/image56.png" Id="rId12" /><Relationship Type="http://schemas.openxmlformats.org/officeDocument/2006/relationships/image" Target="/ppt/media/image47.png" Id="rId11" /><Relationship Type="http://schemas.openxmlformats.org/officeDocument/2006/relationships/image" Target="/ppt/media/image38.png" Id="rId10" /><Relationship Type="http://schemas.openxmlformats.org/officeDocument/2006/relationships/image" Target="/ppt/media/image74.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17dd51419dd04347" /></Relationships>
</file>

<file path=ppt/slides/_rels/slide19.xml.rels>&#65279;<?xml version="1.0" encoding="utf-8"?><Relationships xmlns="http://schemas.openxmlformats.org/package/2006/relationships"><Relationship Type="http://schemas.openxmlformats.org/officeDocument/2006/relationships/image" Target="/ppt/media/image19.png" Id="rId4" /><Relationship Type="http://schemas.openxmlformats.org/officeDocument/2006/relationships/hyperlink" Target="http://www.islide.cc/" TargetMode="External" Id="rId3" /><Relationship Type="http://schemas.openxmlformats.org/officeDocument/2006/relationships/slideLayout" Target="/ppt/slideLayouts/slideLayout6.xml" Id="R22ce3a0a5044480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1130300"/>
            <a:ext cx="7233006" cy="2240973"/>
          </a:xfrm>
        </p:spPr>
        <p:txBody>
          <a:bodyPr/>
          <a:lstStyle/>
          <a:p>
            <a:pPr>
              <a:lnSpc>
                <a:spcPct val="120000"/>
              </a:lnSpc>
            </a:pPr>
            <a:r>
              <a:rPr lang="zh-CN" altLang="en-US" b="0" dirty="0"/>
              <a:t>通用行业</a:t>
            </a:r>
            <a:br>
              <a:rPr lang="en-US" altLang="zh-CN" dirty="0"/>
            </a:br>
            <a:r>
              <a:rPr lang="zh-CN" altLang="en-US" dirty="0"/>
              <a:t>季度工作总结汇报</a:t>
            </a:r>
            <a:endParaRPr lang="en-US" dirty="0"/>
          </a:p>
        </p:txBody>
      </p:sp>
      <p:sp>
        <p:nvSpPr>
          <p:cNvPr id="9" name="副标题 8"/>
          <p:cNvSpPr>
            <a:spLocks noGrp="1"/>
          </p:cNvSpPr>
          <p:nvPr>
            <p:ph type="subTitle" sz="quarter" idx="1" hasCustomPrompt="1"/>
          </p:nvPr>
        </p:nvSpPr>
        <p:spPr>
          <a:xfrm>
            <a:off x="660400" y="3647440"/>
            <a:ext cx="4172857" cy="386903"/>
          </a:xfrm>
        </p:spPr>
        <p:txBody>
          <a:bodyPr>
            <a:normAutofit fontScale="47500" lnSpcReduction="20000"/>
          </a:bodyPr>
          <a:lstStyle/>
          <a:p>
            <a:pPr>
              <a:lnSpc>
                <a:spcPct val="140000"/>
              </a:lnSpc>
              <a:spcBef>
                <a:spcPts val="0"/>
              </a:spcBef>
            </a:pPr>
            <a:r>
              <a:rPr lang="zh-CN" altLang="en-US"/>
              <a:t>行业发展态势与业绩分析</a:t>
            </a:r>
            <a:endParaRPr lang="en-US" dirty="0"/>
          </a:p>
        </p:txBody>
      </p:sp>
      <p:sp>
        <p:nvSpPr>
          <p:cNvPr id="4" name="文本占位符 3"/>
          <p:cNvSpPr>
            <a:spLocks noGrp="1"/>
          </p:cNvSpPr>
          <p:nvPr>
            <p:ph type="body" sz="quarter" idx="13" hasCustomPrompt="1"/>
          </p:nvPr>
        </p:nvSpPr>
        <p:spPr>
          <a:xfrm>
            <a:off x="746108" y="4996522"/>
            <a:ext cx="4472752" cy="276999"/>
          </a:xfrm>
        </p:spPr>
        <p:txBody>
          <a:bodyPr>
            <a:noAutofit/>
          </a:bodyPr>
          <a:lstStyle/>
          <a:p>
            <a:pPr>
              <a:lnSpc>
                <a:spcPct val="120000"/>
              </a:lnSpc>
              <a:spcBef>
                <a:spcPts val="0"/>
              </a:spcBef>
            </a:pPr>
            <a:r>
              <a:rPr lang="zh-CN" altLang="en-US"/>
              <a:t>Presenter name</a:t>
            </a:r>
            <a:endParaRPr lang="en-US" dirty="0"/>
          </a:p>
        </p:txBody>
      </p:sp>
      <p:sp>
        <p:nvSpPr>
          <p:cNvPr id="7" name="文本占位符 6"/>
          <p:cNvSpPr>
            <a:spLocks noGrp="1"/>
          </p:cNvSpPr>
          <p:nvPr>
            <p:ph type="body" sz="quarter" idx="14" hasCustomPrompt="1"/>
          </p:nvPr>
        </p:nvSpPr>
        <p:spPr>
          <a:xfrm>
            <a:off x="746108" y="4685058"/>
            <a:ext cx="4472752" cy="276999"/>
          </a:xfrm>
        </p:spPr>
        <p:txBody>
          <a:bodyPr>
            <a:noAutofit/>
          </a:bodyPr>
          <a:lstStyle/>
          <a:p>
            <a:pPr>
              <a:lnSpc>
                <a:spcPct val="120000"/>
              </a:lnSpc>
              <a:spcBef>
                <a:spcPts val="0"/>
              </a:spcBef>
            </a:pPr>
            <a:r>
              <a:rPr lang="zh-CN" altLang="en-US"/>
              <a:t>www.islide.cc</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a:extLst>
              <a:ext uri="{FF2B5EF4-FFF2-40B4-BE49-F238E27FC236}">
                <a16:creationId xmlns:a16="http://schemas.microsoft.com/office/drawing/2014/main" id="{61999A4D-AB54-ACA2-4068-5F01D28B867B}"/>
              </a:ext>
            </a:extLst>
          </p:cNvPr>
          <p:cNvGrpSpPr/>
          <p:nvPr/>
        </p:nvGrpSpPr>
        <p:grpSpPr>
          <a:xfrm>
            <a:off x="-2" y="0"/>
            <a:ext cx="12192004" cy="6858001"/>
            <a:chOff x="-2" y="0"/>
            <a:chExt cx="12192004" cy="6858001"/>
          </a:xfrm>
        </p:grpSpPr>
        <p:grpSp>
          <p:nvGrpSpPr>
            <p:cNvPr id="11" name="组合 10">
              <a:extLst>
                <a:ext uri="{FF2B5EF4-FFF2-40B4-BE49-F238E27FC236}">
                  <a16:creationId xmlns:a16="http://schemas.microsoft.com/office/drawing/2014/main" id="{8A40BCC9-5277-230B-3390-2C414773183A}"/>
                </a:ext>
              </a:extLst>
            </p:cNvPr>
            <p:cNvGrpSpPr/>
            <p:nvPr/>
          </p:nvGrpSpPr>
          <p:grpSpPr>
            <a:xfrm>
              <a:off x="-2" y="0"/>
              <a:ext cx="12192004" cy="6858001"/>
              <a:chOff x="-2" y="0"/>
              <a:chExt cx="12192004" cy="6858001"/>
            </a:xfrm>
          </p:grpSpPr>
          <p:grpSp>
            <p:nvGrpSpPr>
              <p:cNvPr id="3" name="组合 2">
                <a:extLst>
                  <a:ext uri="{FF2B5EF4-FFF2-40B4-BE49-F238E27FC236}">
                    <a16:creationId xmlns:a16="http://schemas.microsoft.com/office/drawing/2014/main" id="{6D16B4A8-AA28-A9FE-6918-CAB59D6EDA53}"/>
                  </a:ext>
                </a:extLst>
              </p:cNvPr>
              <p:cNvGrpSpPr/>
              <p:nvPr/>
            </p:nvGrpSpPr>
            <p:grpSpPr>
              <a:xfrm>
                <a:off x="-2" y="0"/>
                <a:ext cx="12192004" cy="6858001"/>
                <a:chOff x="-2" y="0"/>
                <a:chExt cx="12192004" cy="6858001"/>
              </a:xfrm>
            </p:grpSpPr>
            <p:pic>
              <p:nvPicPr>
                <p:cNvPr id="6" name="图片 5" descr="背景图案&#10;&#10;AI 生成的内容可能不正确。">
                  <a:extLst>
                    <a:ext uri="{FF2B5EF4-FFF2-40B4-BE49-F238E27FC236}">
                      <a16:creationId xmlns:a16="http://schemas.microsoft.com/office/drawing/2014/main" id="{42260A98-05AD-5A8B-39F8-D18943085312}"/>
                    </a:ext>
                  </a:extLst>
                </p:cNvPr>
                <p:cNvPicPr>
                  <a:picLocks noChangeAspect="1"/>
                </p:cNvPicPr>
                <p:nvPr/>
              </p:nvPicPr>
              <p:blipFill>
                <a:blip r:embed="rId3">
                  <a:extLst>
                    <a:ext uri="{28A0092B-C50C-407E-A947-70E740481C1C}">
                      <a14:useLocalDpi xmlns:a14="http://schemas.microsoft.com/office/drawing/2010/main" val="0"/>
                    </a:ext>
                  </a:extLst>
                </a:blip>
                <a:srcRect l="10824" t="2957" r="12073" b="6030"/>
                <a:stretch/>
              </p:blipFill>
              <p:spPr>
                <a:xfrm rot="5400000">
                  <a:off x="2666999" y="-2667001"/>
                  <a:ext cx="6858001" cy="12192004"/>
                </a:xfrm>
                <a:prstGeom prst="rect">
                  <a:avLst/>
                </a:prstGeom>
              </p:spPr>
            </p:pic>
            <p:grpSp>
              <p:nvGrpSpPr>
                <p:cNvPr id="7" name="组合 6">
                  <a:extLst>
                    <a:ext uri="{FF2B5EF4-FFF2-40B4-BE49-F238E27FC236}">
                      <a16:creationId xmlns:a16="http://schemas.microsoft.com/office/drawing/2014/main" id="{0C7DE46D-7365-5009-F280-FF9505ABEDC4}"/>
                    </a:ext>
                  </a:extLst>
                </p:cNvPr>
                <p:cNvGrpSpPr/>
                <p:nvPr/>
              </p:nvGrpSpPr>
              <p:grpSpPr>
                <a:xfrm>
                  <a:off x="-2" y="1"/>
                  <a:ext cx="12192002" cy="6858000"/>
                  <a:chOff x="-3" y="0"/>
                  <a:chExt cx="12192002" cy="6858000"/>
                </a:xfrm>
              </p:grpSpPr>
              <p:pic>
                <p:nvPicPr>
                  <p:cNvPr id="20" name="图片 19" descr="背景图案&#10;&#10;AI 生成的内容可能不正确。">
                    <a:extLst>
                      <a:ext uri="{FF2B5EF4-FFF2-40B4-BE49-F238E27FC236}">
                        <a16:creationId xmlns:a16="http://schemas.microsoft.com/office/drawing/2014/main" id="{033532BF-D591-5A07-E08B-38C4022ADB72}"/>
                      </a:ext>
                    </a:extLst>
                  </p:cNvPr>
                  <p:cNvPicPr>
                    <a:picLocks noChangeAspect="1"/>
                  </p:cNvPicPr>
                  <p:nvPr/>
                </p:nvPicPr>
                <p:blipFill>
                  <a:blip r:embed="rId4">
                    <a:alphaModFix amt="66000"/>
                    <a:extLst>
                      <a:ext uri="{28A0092B-C50C-407E-A947-70E740481C1C}">
                        <a14:useLocalDpi xmlns:a14="http://schemas.microsoft.com/office/drawing/2010/main" val="0"/>
                      </a:ext>
                    </a:extLst>
                  </a:blip>
                  <a:stretch>
                    <a:fillRect/>
                  </a:stretch>
                </p:blipFill>
                <p:spPr>
                  <a:xfrm>
                    <a:off x="1" y="0"/>
                    <a:ext cx="12191998" cy="6858000"/>
                  </a:xfrm>
                  <a:prstGeom prst="rect">
                    <a:avLst/>
                  </a:prstGeom>
                </p:spPr>
              </p:pic>
              <p:sp>
                <p:nvSpPr>
                  <p:cNvPr id="23" name="矩形 22">
                    <a:extLst>
                      <a:ext uri="{FF2B5EF4-FFF2-40B4-BE49-F238E27FC236}">
                        <a16:creationId xmlns:a16="http://schemas.microsoft.com/office/drawing/2014/main" id="{646A10CF-49E2-AA14-9638-BB46758F420F}"/>
                      </a:ext>
                    </a:extLst>
                  </p:cNvPr>
                  <p:cNvSpPr/>
                  <p:nvPr/>
                </p:nvSpPr>
                <p:spPr>
                  <a:xfrm rot="5400000" flipV="1">
                    <a:off x="2643964" y="-972526"/>
                    <a:ext cx="4010276" cy="9298209"/>
                  </a:xfrm>
                  <a:prstGeom prst="rect">
                    <a:avLst/>
                  </a:prstGeom>
                  <a:gradFill>
                    <a:gsLst>
                      <a:gs pos="100000">
                        <a:schemeClr val="accent1">
                          <a:lumMod val="5000"/>
                          <a:lumOff val="95000"/>
                          <a:alpha val="0"/>
                        </a:schemeClr>
                      </a:gs>
                      <a:gs pos="23070">
                        <a:schemeClr val="accent1"/>
                      </a:gs>
                      <a:gs pos="2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p>
                </p:txBody>
              </p:sp>
              <p:grpSp>
                <p:nvGrpSpPr>
                  <p:cNvPr id="30" name="组合 29">
                    <a:extLst>
                      <a:ext uri="{FF2B5EF4-FFF2-40B4-BE49-F238E27FC236}">
                        <a16:creationId xmlns:a16="http://schemas.microsoft.com/office/drawing/2014/main" id="{AD74A6C6-CFCB-16CD-1F9B-9D2A899A7E77}"/>
                      </a:ext>
                    </a:extLst>
                  </p:cNvPr>
                  <p:cNvGrpSpPr/>
                  <p:nvPr/>
                </p:nvGrpSpPr>
                <p:grpSpPr>
                  <a:xfrm rot="5400000">
                    <a:off x="11480764" y="3359150"/>
                    <a:ext cx="892175" cy="139700"/>
                    <a:chOff x="10010777" y="889000"/>
                    <a:chExt cx="892175" cy="139700"/>
                  </a:xfrm>
                </p:grpSpPr>
                <p:sp>
                  <p:nvSpPr>
                    <p:cNvPr id="39" name="椭圆 38">
                      <a:extLst>
                        <a:ext uri="{FF2B5EF4-FFF2-40B4-BE49-F238E27FC236}">
                          <a16:creationId xmlns:a16="http://schemas.microsoft.com/office/drawing/2014/main" id="{6B527118-E0B1-7EDB-ECCA-76A516A27623}"/>
                        </a:ext>
                      </a:extLst>
                    </p:cNvPr>
                    <p:cNvSpPr/>
                    <p:nvPr userDrawn="1"/>
                  </p:nvSpPr>
                  <p:spPr>
                    <a:xfrm>
                      <a:off x="10010777" y="889000"/>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p>
                  </p:txBody>
                </p:sp>
                <p:sp>
                  <p:nvSpPr>
                    <p:cNvPr id="40" name="椭圆 39">
                      <a:extLst>
                        <a:ext uri="{FF2B5EF4-FFF2-40B4-BE49-F238E27FC236}">
                          <a16:creationId xmlns:a16="http://schemas.microsoft.com/office/drawing/2014/main" id="{8FF0E717-19F2-7A13-552E-76AE6503EE7D}"/>
                        </a:ext>
                      </a:extLst>
                    </p:cNvPr>
                    <p:cNvSpPr/>
                    <p:nvPr userDrawn="1"/>
                  </p:nvSpPr>
                  <p:spPr>
                    <a:xfrm>
                      <a:off x="10261602" y="889000"/>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p>
                  </p:txBody>
                </p:sp>
                <p:sp>
                  <p:nvSpPr>
                    <p:cNvPr id="41" name="椭圆 40">
                      <a:extLst>
                        <a:ext uri="{FF2B5EF4-FFF2-40B4-BE49-F238E27FC236}">
                          <a16:creationId xmlns:a16="http://schemas.microsoft.com/office/drawing/2014/main" id="{4265F0D2-4E4D-D579-7591-D8D6BE4D7D37}"/>
                        </a:ext>
                      </a:extLst>
                    </p:cNvPr>
                    <p:cNvSpPr/>
                    <p:nvPr userDrawn="1"/>
                  </p:nvSpPr>
                  <p:spPr>
                    <a:xfrm>
                      <a:off x="10512427" y="889000"/>
                      <a:ext cx="139700" cy="1397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p>
                  </p:txBody>
                </p:sp>
                <p:sp>
                  <p:nvSpPr>
                    <p:cNvPr id="42" name="椭圆 41">
                      <a:extLst>
                        <a:ext uri="{FF2B5EF4-FFF2-40B4-BE49-F238E27FC236}">
                          <a16:creationId xmlns:a16="http://schemas.microsoft.com/office/drawing/2014/main" id="{E4587F69-2B07-E2A0-C38F-A0BF38A49499}"/>
                        </a:ext>
                      </a:extLst>
                    </p:cNvPr>
                    <p:cNvSpPr/>
                    <p:nvPr userDrawn="1"/>
                  </p:nvSpPr>
                  <p:spPr>
                    <a:xfrm>
                      <a:off x="10763252" y="889000"/>
                      <a:ext cx="139700" cy="139700"/>
                    </a:xfrm>
                    <a:prstGeom prst="ellipse">
                      <a:avLst/>
                    </a:prstGeom>
                    <a:solidFill>
                      <a:srgbClr val="FFFFFF"/>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p>
                  </p:txBody>
                </p:sp>
              </p:grpSp>
              <p:grpSp>
                <p:nvGrpSpPr>
                  <p:cNvPr id="33" name="组合 32">
                    <a:extLst>
                      <a:ext uri="{FF2B5EF4-FFF2-40B4-BE49-F238E27FC236}">
                        <a16:creationId xmlns:a16="http://schemas.microsoft.com/office/drawing/2014/main" id="{8DA7E093-1A93-C901-2566-556CFEF91734}"/>
                      </a:ext>
                    </a:extLst>
                  </p:cNvPr>
                  <p:cNvGrpSpPr/>
                  <p:nvPr/>
                </p:nvGrpSpPr>
                <p:grpSpPr>
                  <a:xfrm>
                    <a:off x="6514041" y="2030048"/>
                    <a:ext cx="4658104" cy="3293060"/>
                    <a:chOff x="6514041" y="2030048"/>
                    <a:chExt cx="4658104" cy="3293060"/>
                  </a:xfrm>
                </p:grpSpPr>
                <p:sp>
                  <p:nvSpPr>
                    <p:cNvPr id="35" name="矩形: 圆角 34">
                      <a:extLst>
                        <a:ext uri="{FF2B5EF4-FFF2-40B4-BE49-F238E27FC236}">
                          <a16:creationId xmlns:a16="http://schemas.microsoft.com/office/drawing/2014/main" id="{134986C7-74F6-E23F-447D-3AFFF9290D9C}"/>
                        </a:ext>
                      </a:extLst>
                    </p:cNvPr>
                    <p:cNvSpPr/>
                    <p:nvPr/>
                  </p:nvSpPr>
                  <p:spPr>
                    <a:xfrm>
                      <a:off x="6514041" y="2030048"/>
                      <a:ext cx="4658104" cy="1006744"/>
                    </a:xfrm>
                    <a:prstGeom prst="roundRect">
                      <a:avLst>
                        <a:gd name="adj" fmla="val 10918"/>
                      </a:avLst>
                    </a:prstGeom>
                    <a:solidFill>
                      <a:schemeClr val="bg1"/>
                    </a:solidFill>
                    <a:ln>
                      <a:noFill/>
                    </a:ln>
                    <a:effectLst>
                      <a:outerShdw blurRad="50800" dist="38100" dir="2700000" algn="tl"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dirty="0"/>
                    </a:p>
                  </p:txBody>
                </p:sp>
                <p:sp>
                  <p:nvSpPr>
                    <p:cNvPr id="36" name="矩形: 圆角 35">
                      <a:extLst>
                        <a:ext uri="{FF2B5EF4-FFF2-40B4-BE49-F238E27FC236}">
                          <a16:creationId xmlns:a16="http://schemas.microsoft.com/office/drawing/2014/main" id="{B3130755-FD8E-836B-B50E-D734FCBBFA66}"/>
                        </a:ext>
                      </a:extLst>
                    </p:cNvPr>
                    <p:cNvSpPr/>
                    <p:nvPr/>
                  </p:nvSpPr>
                  <p:spPr>
                    <a:xfrm>
                      <a:off x="6514041" y="3173206"/>
                      <a:ext cx="4658104" cy="1006744"/>
                    </a:xfrm>
                    <a:prstGeom prst="roundRect">
                      <a:avLst>
                        <a:gd name="adj" fmla="val 8619"/>
                      </a:avLst>
                    </a:prstGeom>
                    <a:solidFill>
                      <a:schemeClr val="bg1"/>
                    </a:solidFill>
                    <a:ln>
                      <a:noFill/>
                    </a:ln>
                    <a:effectLst>
                      <a:outerShdw blurRad="50800" dist="38100" dir="2700000" algn="tl"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dirty="0"/>
                    </a:p>
                  </p:txBody>
                </p:sp>
                <p:sp>
                  <p:nvSpPr>
                    <p:cNvPr id="37" name="矩形: 圆角 36">
                      <a:extLst>
                        <a:ext uri="{FF2B5EF4-FFF2-40B4-BE49-F238E27FC236}">
                          <a16:creationId xmlns:a16="http://schemas.microsoft.com/office/drawing/2014/main" id="{F73292ED-1273-E53F-F278-86F894237C15}"/>
                        </a:ext>
                      </a:extLst>
                    </p:cNvPr>
                    <p:cNvSpPr/>
                    <p:nvPr/>
                  </p:nvSpPr>
                  <p:spPr>
                    <a:xfrm>
                      <a:off x="6514041" y="4316364"/>
                      <a:ext cx="4658104" cy="1006744"/>
                    </a:xfrm>
                    <a:prstGeom prst="roundRect">
                      <a:avLst>
                        <a:gd name="adj" fmla="val 9769"/>
                      </a:avLst>
                    </a:prstGeom>
                    <a:solidFill>
                      <a:schemeClr val="bg1"/>
                    </a:solidFill>
                    <a:ln>
                      <a:noFill/>
                    </a:ln>
                    <a:effectLst>
                      <a:outerShdw blurRad="50800" dist="38100" dir="2700000" algn="tl"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p>
                  </p:txBody>
                </p:sp>
              </p:grpSp>
            </p:grpSp>
          </p:grpSp>
          <p:grpSp>
            <p:nvGrpSpPr>
              <p:cNvPr id="9" name="组合 8">
                <a:extLst>
                  <a:ext uri="{FF2B5EF4-FFF2-40B4-BE49-F238E27FC236}">
                    <a16:creationId xmlns:a16="http://schemas.microsoft.com/office/drawing/2014/main" id="{E59395D8-CF66-E6BB-00A3-0EED8757A339}"/>
                  </a:ext>
                </a:extLst>
              </p:cNvPr>
              <p:cNvGrpSpPr/>
              <p:nvPr/>
            </p:nvGrpSpPr>
            <p:grpSpPr>
              <a:xfrm>
                <a:off x="1225559" y="2032425"/>
                <a:ext cx="9796821" cy="3183678"/>
                <a:chOff x="1225559" y="2032425"/>
                <a:chExt cx="9796821" cy="3183678"/>
              </a:xfrm>
            </p:grpSpPr>
            <p:sp>
              <p:nvSpPr>
                <p:cNvPr id="22" name="Title">
                  <a:extLst>
                    <a:ext uri="{FF2B5EF4-FFF2-40B4-BE49-F238E27FC236}">
                      <a16:creationId xmlns:a16="http://schemas.microsoft.com/office/drawing/2014/main" id="{E5C1F768-EB15-3A7C-0B39-1DEFA8C44999}"/>
                    </a:ext>
                  </a:extLst>
                </p:cNvPr>
                <p:cNvSpPr>
                  <a:spLocks/>
                </p:cNvSpPr>
                <p:nvPr/>
              </p:nvSpPr>
              <p:spPr>
                <a:xfrm>
                  <a:off x="1225559" y="2189570"/>
                  <a:ext cx="2729688" cy="2729688"/>
                </a:xfrm>
                <a:prstGeom prst="roundRect">
                  <a:avLst>
                    <a:gd name="adj" fmla="val 50000"/>
                  </a:avLst>
                </a:prstGeom>
                <a:gradFill flip="none" rotWithShape="1">
                  <a:gsLst>
                    <a:gs pos="0">
                      <a:schemeClr val="accent1">
                        <a:lumMod val="60000"/>
                        <a:lumOff val="40000"/>
                      </a:schemeClr>
                    </a:gs>
                    <a:gs pos="50000">
                      <a:schemeClr val="accent1"/>
                    </a:gs>
                  </a:gsLst>
                  <a:lin ang="2700000" scaled="1"/>
                  <a:tileRect/>
                </a:gradFill>
                <a:ln>
                  <a:solidFill>
                    <a:schemeClr val="bg1"/>
                  </a:solid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p>
                  <a:pPr algn="ctr">
                    <a:lnSpc>
                      <a:spcPct val="120000"/>
                    </a:lnSpc>
                  </a:pPr>
                  <a:r>
                    <a:rPr kumimoji="1" lang="zh-CN" altLang="en-US" sz="4800" b="1" dirty="0">
                      <a:solidFill>
                        <a:schemeClr val="bg1"/>
                      </a:solidFill>
                      <a:latin typeface="Arial" panose="020B0604020202020204" pitchFamily="34" charset="0"/>
                      <a:ea typeface="微软雅黑" panose="020B0503020204020204" pitchFamily="34" charset="-122"/>
                    </a:rPr>
                    <a:t>目录</a:t>
                  </a:r>
                  <a:endParaRPr kumimoji="1" lang="en-US" altLang="zh-CN" sz="4800" b="1" dirty="0">
                    <a:solidFill>
                      <a:schemeClr val="bg1"/>
                    </a:solidFill>
                    <a:latin typeface="Arial" panose="020B0604020202020204" pitchFamily="34" charset="0"/>
                    <a:ea typeface="微软雅黑" panose="020B0503020204020204" pitchFamily="34" charset="-122"/>
                  </a:endParaRPr>
                </a:p>
              </p:txBody>
            </p:sp>
            <p:grpSp>
              <p:nvGrpSpPr>
                <p:cNvPr id="52" name="组合 51">
                  <a:extLst>
                    <a:ext uri="{FF2B5EF4-FFF2-40B4-BE49-F238E27FC236}">
                      <a16:creationId xmlns:a16="http://schemas.microsoft.com/office/drawing/2014/main" id="{ACA49AA4-FD65-B702-5D11-A967908C08D7}"/>
                    </a:ext>
                  </a:extLst>
                </p:cNvPr>
                <p:cNvGrpSpPr/>
                <p:nvPr/>
              </p:nvGrpSpPr>
              <p:grpSpPr>
                <a:xfrm>
                  <a:off x="6812077" y="2032425"/>
                  <a:ext cx="4210303" cy="3183678"/>
                  <a:chOff x="6812077" y="1499147"/>
                  <a:chExt cx="4210303" cy="3183678"/>
                </a:xfrm>
              </p:grpSpPr>
              <p:grpSp>
                <p:nvGrpSpPr>
                  <p:cNvPr id="43" name="组合 42">
                    <a:extLst>
                      <a:ext uri="{FF2B5EF4-FFF2-40B4-BE49-F238E27FC236}">
                        <a16:creationId xmlns:a16="http://schemas.microsoft.com/office/drawing/2014/main" id="{CB3D4017-9E67-1874-AD36-4A006F844A54}"/>
                      </a:ext>
                    </a:extLst>
                  </p:cNvPr>
                  <p:cNvGrpSpPr/>
                  <p:nvPr/>
                </p:nvGrpSpPr>
                <p:grpSpPr>
                  <a:xfrm>
                    <a:off x="6812077" y="1499147"/>
                    <a:ext cx="4210303" cy="890410"/>
                    <a:chOff x="5497191" y="1473747"/>
                    <a:chExt cx="4210303" cy="890410"/>
                  </a:xfrm>
                </p:grpSpPr>
                <p:sp>
                  <p:nvSpPr>
                    <p:cNvPr id="18" name="Bullet1">
                      <a:extLst>
                        <a:ext uri="{FF2B5EF4-FFF2-40B4-BE49-F238E27FC236}">
                          <a16:creationId xmlns:a16="http://schemas.microsoft.com/office/drawing/2014/main" id="{DB6C2F84-396E-85C9-D5B4-DAFEAEAE6ABB}"/>
                        </a:ext>
                      </a:extLst>
                    </p:cNvPr>
                    <p:cNvSpPr txBox="1">
                      <a:spLocks/>
                    </p:cNvSpPr>
                    <p:nvPr/>
                  </p:nvSpPr>
                  <p:spPr bwMode="auto">
                    <a:xfrm>
                      <a:off x="6543705" y="1473747"/>
                      <a:ext cx="3163789" cy="8904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20000"/>
                        </a:lnSpc>
                        <a:spcBef>
                          <a:spcPct val="0"/>
                        </a:spcBef>
                        <a:buFontTx/>
                        <a:buNone/>
                      </a:pPr>
                      <a:r>
                        <a:rPr lang="zh-CN" altLang="en-US" sz="2200" b="1" dirty="0"/>
                        <a:t>行业整体态势</a:t>
                      </a:r>
                      <a:endParaRPr lang="en-US" altLang="zh-CN" sz="2200" b="1" dirty="0"/>
                    </a:p>
                  </p:txBody>
                </p:sp>
                <p:sp>
                  <p:nvSpPr>
                    <p:cNvPr id="19" name="Number1">
                      <a:extLst>
                        <a:ext uri="{FF2B5EF4-FFF2-40B4-BE49-F238E27FC236}">
                          <a16:creationId xmlns:a16="http://schemas.microsoft.com/office/drawing/2014/main" id="{ECEDE766-D94E-3E38-B878-B42668CB4673}"/>
                        </a:ext>
                      </a:extLst>
                    </p:cNvPr>
                    <p:cNvSpPr>
                      <a:spLocks/>
                    </p:cNvSpPr>
                    <p:nvPr/>
                  </p:nvSpPr>
                  <p:spPr>
                    <a:xfrm>
                      <a:off x="5497191" y="1580880"/>
                      <a:ext cx="676142" cy="676143"/>
                    </a:xfrm>
                    <a:prstGeom prst="roundRect">
                      <a:avLst>
                        <a:gd name="adj" fmla="val 50000"/>
                      </a:avLst>
                    </a:prstGeom>
                    <a:gradFill flip="none" rotWithShape="1">
                      <a:gsLst>
                        <a:gs pos="0">
                          <a:schemeClr val="accent1">
                            <a:lumMod val="60000"/>
                            <a:lumOff val="40000"/>
                          </a:schemeClr>
                        </a:gs>
                        <a:gs pos="50000">
                          <a:schemeClr val="accent1"/>
                        </a:gs>
                      </a:gsLst>
                      <a:lin ang="2700000" scaled="1"/>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fontScale="92500" lnSpcReduction="10000"/>
                    </a:bodyPr>
                    <a:lstStyle/>
                    <a:p>
                      <a:pPr algn="ctr">
                        <a:lnSpc>
                          <a:spcPct val="130000"/>
                        </a:lnSpc>
                      </a:pPr>
                      <a:r>
                        <a:rPr kumimoji="1" lang="en-US" altLang="zh-CN" sz="2400" b="1" dirty="0">
                          <a:solidFill>
                            <a:srgbClr val="FFFFFF"/>
                          </a:solidFill>
                          <a:latin typeface="Arial" panose="020B0604020202020204" pitchFamily="34" charset="0"/>
                          <a:ea typeface="微软雅黑" panose="020B0503020204020204" pitchFamily="34" charset="-122"/>
                          <a:sym typeface="Arial" panose="020B0604020202020204" pitchFamily="34" charset="0"/>
                        </a:rPr>
                        <a:t>1</a:t>
                      </a:r>
                    </a:p>
                  </p:txBody>
                </p:sp>
              </p:grpSp>
              <p:grpSp>
                <p:nvGrpSpPr>
                  <p:cNvPr id="44" name="组合 43">
                    <a:extLst>
                      <a:ext uri="{FF2B5EF4-FFF2-40B4-BE49-F238E27FC236}">
                        <a16:creationId xmlns:a16="http://schemas.microsoft.com/office/drawing/2014/main" id="{C840B8B9-6CDF-B9C2-3D85-89AF0527FAEB}"/>
                      </a:ext>
                    </a:extLst>
                  </p:cNvPr>
                  <p:cNvGrpSpPr/>
                  <p:nvPr/>
                </p:nvGrpSpPr>
                <p:grpSpPr>
                  <a:xfrm>
                    <a:off x="6812077" y="2645781"/>
                    <a:ext cx="4210303" cy="890410"/>
                    <a:chOff x="5494948" y="2767843"/>
                    <a:chExt cx="4210303" cy="890410"/>
                  </a:xfrm>
                </p:grpSpPr>
                <p:sp>
                  <p:nvSpPr>
                    <p:cNvPr id="15" name="Bullet2">
                      <a:extLst>
                        <a:ext uri="{FF2B5EF4-FFF2-40B4-BE49-F238E27FC236}">
                          <a16:creationId xmlns:a16="http://schemas.microsoft.com/office/drawing/2014/main" id="{A07A518D-ED10-DE32-77A6-759E9A188D01}"/>
                        </a:ext>
                      </a:extLst>
                    </p:cNvPr>
                    <p:cNvSpPr txBox="1">
                      <a:spLocks/>
                    </p:cNvSpPr>
                    <p:nvPr/>
                  </p:nvSpPr>
                  <p:spPr bwMode="auto">
                    <a:xfrm>
                      <a:off x="6541462" y="2767843"/>
                      <a:ext cx="3163789" cy="8904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20000"/>
                        </a:lnSpc>
                        <a:spcBef>
                          <a:spcPct val="0"/>
                        </a:spcBef>
                        <a:buFontTx/>
                        <a:buNone/>
                      </a:pPr>
                      <a:r>
                        <a:rPr lang="zh-CN" altLang="en-US" sz="2200" b="1" dirty="0"/>
                        <a:t>各领域季度业绩</a:t>
                      </a:r>
                      <a:endParaRPr lang="en-US" altLang="zh-CN" sz="2200" b="1" dirty="0"/>
                    </a:p>
                  </p:txBody>
                </p:sp>
                <p:sp>
                  <p:nvSpPr>
                    <p:cNvPr id="16" name="Number2">
                      <a:extLst>
                        <a:ext uri="{FF2B5EF4-FFF2-40B4-BE49-F238E27FC236}">
                          <a16:creationId xmlns:a16="http://schemas.microsoft.com/office/drawing/2014/main" id="{31B9F819-B4AD-9A50-51A2-66DAE067BEFA}"/>
                        </a:ext>
                      </a:extLst>
                    </p:cNvPr>
                    <p:cNvSpPr>
                      <a:spLocks/>
                    </p:cNvSpPr>
                    <p:nvPr/>
                  </p:nvSpPr>
                  <p:spPr>
                    <a:xfrm>
                      <a:off x="5494948" y="2874976"/>
                      <a:ext cx="676142" cy="676143"/>
                    </a:xfrm>
                    <a:prstGeom prst="roundRect">
                      <a:avLst>
                        <a:gd name="adj" fmla="val 50000"/>
                      </a:avLst>
                    </a:prstGeom>
                    <a:gradFill flip="none" rotWithShape="1">
                      <a:gsLst>
                        <a:gs pos="0">
                          <a:schemeClr val="accent1">
                            <a:lumMod val="60000"/>
                            <a:lumOff val="40000"/>
                          </a:schemeClr>
                        </a:gs>
                        <a:gs pos="50000">
                          <a:schemeClr val="accent1"/>
                        </a:gs>
                      </a:gsLst>
                      <a:lin ang="2700000" scaled="1"/>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fontScale="92500" lnSpcReduction="10000"/>
                    </a:bodyPr>
                    <a:lstStyle/>
                    <a:p>
                      <a:pPr algn="ctr">
                        <a:lnSpc>
                          <a:spcPct val="130000"/>
                        </a:lnSpc>
                      </a:pPr>
                      <a:r>
                        <a:rPr kumimoji="1" lang="en-US" altLang="zh-CN" sz="2400" b="1" dirty="0">
                          <a:solidFill>
                            <a:srgbClr val="FFFFFF"/>
                          </a:solidFill>
                          <a:latin typeface="Arial" panose="020B0604020202020204" pitchFamily="34" charset="0"/>
                          <a:ea typeface="微软雅黑" panose="020B0503020204020204" pitchFamily="34" charset="-122"/>
                          <a:sym typeface="Arial" panose="020B0604020202020204" pitchFamily="34" charset="0"/>
                        </a:rPr>
                        <a:t>2</a:t>
                      </a:r>
                    </a:p>
                  </p:txBody>
                </p:sp>
              </p:grpSp>
              <p:grpSp>
                <p:nvGrpSpPr>
                  <p:cNvPr id="45" name="组合 44">
                    <a:extLst>
                      <a:ext uri="{FF2B5EF4-FFF2-40B4-BE49-F238E27FC236}">
                        <a16:creationId xmlns:a16="http://schemas.microsoft.com/office/drawing/2014/main" id="{CA7B63CE-C37C-E0A9-77D0-DC5B63844DA8}"/>
                      </a:ext>
                    </a:extLst>
                  </p:cNvPr>
                  <p:cNvGrpSpPr/>
                  <p:nvPr/>
                </p:nvGrpSpPr>
                <p:grpSpPr>
                  <a:xfrm>
                    <a:off x="6812077" y="3792415"/>
                    <a:ext cx="4210303" cy="890410"/>
                    <a:chOff x="5497191" y="4797143"/>
                    <a:chExt cx="4210303" cy="890410"/>
                  </a:xfrm>
                </p:grpSpPr>
                <p:sp>
                  <p:nvSpPr>
                    <p:cNvPr id="12" name="Bullet3">
                      <a:extLst>
                        <a:ext uri="{FF2B5EF4-FFF2-40B4-BE49-F238E27FC236}">
                          <a16:creationId xmlns:a16="http://schemas.microsoft.com/office/drawing/2014/main" id="{B4139A2B-EBCA-E1B9-1ACC-E2BED7A685A4}"/>
                        </a:ext>
                      </a:extLst>
                    </p:cNvPr>
                    <p:cNvSpPr txBox="1">
                      <a:spLocks/>
                    </p:cNvSpPr>
                    <p:nvPr/>
                  </p:nvSpPr>
                  <p:spPr bwMode="auto">
                    <a:xfrm>
                      <a:off x="6543705" y="4797143"/>
                      <a:ext cx="3163789" cy="89041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20000"/>
                        </a:lnSpc>
                        <a:spcBef>
                          <a:spcPct val="0"/>
                        </a:spcBef>
                        <a:buFontTx/>
                        <a:buNone/>
                      </a:pPr>
                      <a:r>
                        <a:rPr lang="zh-CN" altLang="en-US" sz="2200" b="1" dirty="0"/>
                        <a:t>行业发展趋势与预测</a:t>
                      </a:r>
                      <a:endParaRPr lang="en-US" altLang="zh-CN" sz="2200" b="1" dirty="0"/>
                    </a:p>
                  </p:txBody>
                </p:sp>
                <p:sp>
                  <p:nvSpPr>
                    <p:cNvPr id="13" name="Number3">
                      <a:extLst>
                        <a:ext uri="{FF2B5EF4-FFF2-40B4-BE49-F238E27FC236}">
                          <a16:creationId xmlns:a16="http://schemas.microsoft.com/office/drawing/2014/main" id="{4634FE6D-4CA4-CA4F-2991-AB0942B23119}"/>
                        </a:ext>
                      </a:extLst>
                    </p:cNvPr>
                    <p:cNvSpPr>
                      <a:spLocks/>
                    </p:cNvSpPr>
                    <p:nvPr/>
                  </p:nvSpPr>
                  <p:spPr>
                    <a:xfrm>
                      <a:off x="5497191" y="4904276"/>
                      <a:ext cx="676142" cy="676143"/>
                    </a:xfrm>
                    <a:prstGeom prst="roundRect">
                      <a:avLst>
                        <a:gd name="adj" fmla="val 50000"/>
                      </a:avLst>
                    </a:prstGeom>
                    <a:gradFill flip="none" rotWithShape="1">
                      <a:gsLst>
                        <a:gs pos="0">
                          <a:schemeClr val="accent1">
                            <a:lumMod val="60000"/>
                            <a:lumOff val="40000"/>
                          </a:schemeClr>
                        </a:gs>
                        <a:gs pos="50000">
                          <a:schemeClr val="accent1"/>
                        </a:gs>
                      </a:gsLst>
                      <a:lin ang="2700000" scaled="1"/>
                      <a:tileRect/>
                    </a:gradFill>
                    <a:ln>
                      <a:noFill/>
                    </a:ln>
                    <a:effectLst>
                      <a:outerShdw blurRad="50800" dist="50800" dir="5400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chorCtr="0">
                      <a:normAutofit fontScale="92500" lnSpcReduction="10000"/>
                    </a:bodyPr>
                    <a:lstStyle/>
                    <a:p>
                      <a:pPr algn="ctr">
                        <a:lnSpc>
                          <a:spcPct val="130000"/>
                        </a:lnSpc>
                      </a:pPr>
                      <a:r>
                        <a:rPr kumimoji="1" lang="en-US" altLang="zh-CN" sz="2400" b="1" dirty="0">
                          <a:solidFill>
                            <a:srgbClr val="FFFFFF"/>
                          </a:solidFill>
                          <a:latin typeface="Arial" panose="020B0604020202020204" pitchFamily="34" charset="0"/>
                          <a:ea typeface="微软雅黑" panose="020B0503020204020204" pitchFamily="34" charset="-122"/>
                          <a:sym typeface="Arial" panose="020B0604020202020204" pitchFamily="34" charset="0"/>
                        </a:rPr>
                        <a:t>3</a:t>
                      </a:r>
                    </a:p>
                  </p:txBody>
                </p:sp>
              </p:grpSp>
            </p:grpSp>
          </p:grpSp>
        </p:grpSp>
        <p:grpSp>
          <p:nvGrpSpPr>
            <p:cNvPr id="10" name="组合 9">
              <a:extLst>
                <a:ext uri="{FF2B5EF4-FFF2-40B4-BE49-F238E27FC236}">
                  <a16:creationId xmlns:a16="http://schemas.microsoft.com/office/drawing/2014/main" id="{5861C683-1D0D-C217-F9DA-B84056E7CFFC}"/>
                </a:ext>
              </a:extLst>
            </p:cNvPr>
            <p:cNvGrpSpPr/>
            <p:nvPr/>
          </p:nvGrpSpPr>
          <p:grpSpPr>
            <a:xfrm>
              <a:off x="623888" y="616646"/>
              <a:ext cx="10889429" cy="513654"/>
              <a:chOff x="623888" y="616646"/>
              <a:chExt cx="10889429" cy="513654"/>
            </a:xfrm>
          </p:grpSpPr>
          <p:sp>
            <p:nvSpPr>
              <p:cNvPr id="4" name="任意多边形: 形状 3">
                <a:extLst>
                  <a:ext uri="{FF2B5EF4-FFF2-40B4-BE49-F238E27FC236}">
                    <a16:creationId xmlns:a16="http://schemas.microsoft.com/office/drawing/2014/main" id="{9D319E7F-8DE0-4873-7A59-AA67B5022C42}"/>
                  </a:ext>
                </a:extLst>
              </p:cNvPr>
              <p:cNvSpPr/>
              <p:nvPr/>
            </p:nvSpPr>
            <p:spPr>
              <a:xfrm rot="16200000">
                <a:off x="10623303" y="240286"/>
                <a:ext cx="303249" cy="1476779"/>
              </a:xfrm>
              <a:custGeom>
                <a:avLst/>
                <a:gdLst>
                  <a:gd name="connsiteX0" fmla="*/ 276020 w 303249"/>
                  <a:gd name="connsiteY0" fmla="*/ 1422321 h 1476779"/>
                  <a:gd name="connsiteX1" fmla="*/ 248791 w 303249"/>
                  <a:gd name="connsiteY1" fmla="*/ 1449550 h 1476779"/>
                  <a:gd name="connsiteX2" fmla="*/ 276020 w 303249"/>
                  <a:gd name="connsiteY2" fmla="*/ 1476779 h 1476779"/>
                  <a:gd name="connsiteX3" fmla="*/ 303249 w 303249"/>
                  <a:gd name="connsiteY3" fmla="*/ 1449550 h 1476779"/>
                  <a:gd name="connsiteX4" fmla="*/ 276020 w 303249"/>
                  <a:gd name="connsiteY4" fmla="*/ 1422321 h 1476779"/>
                  <a:gd name="connsiteX5" fmla="*/ 27229 w 303249"/>
                  <a:gd name="connsiteY5" fmla="*/ 1422320 h 1476779"/>
                  <a:gd name="connsiteX6" fmla="*/ 0 w 303249"/>
                  <a:gd name="connsiteY6" fmla="*/ 1449549 h 1476779"/>
                  <a:gd name="connsiteX7" fmla="*/ 27229 w 303249"/>
                  <a:gd name="connsiteY7" fmla="*/ 1476778 h 1476779"/>
                  <a:gd name="connsiteX8" fmla="*/ 54458 w 303249"/>
                  <a:gd name="connsiteY8" fmla="*/ 1449549 h 1476779"/>
                  <a:gd name="connsiteX9" fmla="*/ 27229 w 303249"/>
                  <a:gd name="connsiteY9" fmla="*/ 1422320 h 1476779"/>
                  <a:gd name="connsiteX10" fmla="*/ 151624 w 303249"/>
                  <a:gd name="connsiteY10" fmla="*/ 1422320 h 1476779"/>
                  <a:gd name="connsiteX11" fmla="*/ 124395 w 303249"/>
                  <a:gd name="connsiteY11" fmla="*/ 1449549 h 1476779"/>
                  <a:gd name="connsiteX12" fmla="*/ 151624 w 303249"/>
                  <a:gd name="connsiteY12" fmla="*/ 1476778 h 1476779"/>
                  <a:gd name="connsiteX13" fmla="*/ 178853 w 303249"/>
                  <a:gd name="connsiteY13" fmla="*/ 1449549 h 1476779"/>
                  <a:gd name="connsiteX14" fmla="*/ 151624 w 303249"/>
                  <a:gd name="connsiteY14" fmla="*/ 1422320 h 1476779"/>
                  <a:gd name="connsiteX15" fmla="*/ 276020 w 303249"/>
                  <a:gd name="connsiteY15" fmla="*/ 1280089 h 1476779"/>
                  <a:gd name="connsiteX16" fmla="*/ 248791 w 303249"/>
                  <a:gd name="connsiteY16" fmla="*/ 1307318 h 1476779"/>
                  <a:gd name="connsiteX17" fmla="*/ 276020 w 303249"/>
                  <a:gd name="connsiteY17" fmla="*/ 1334547 h 1476779"/>
                  <a:gd name="connsiteX18" fmla="*/ 303249 w 303249"/>
                  <a:gd name="connsiteY18" fmla="*/ 1307318 h 1476779"/>
                  <a:gd name="connsiteX19" fmla="*/ 276020 w 303249"/>
                  <a:gd name="connsiteY19" fmla="*/ 1280089 h 1476779"/>
                  <a:gd name="connsiteX20" fmla="*/ 27229 w 303249"/>
                  <a:gd name="connsiteY20" fmla="*/ 1280088 h 1476779"/>
                  <a:gd name="connsiteX21" fmla="*/ 0 w 303249"/>
                  <a:gd name="connsiteY21" fmla="*/ 1307317 h 1476779"/>
                  <a:gd name="connsiteX22" fmla="*/ 27229 w 303249"/>
                  <a:gd name="connsiteY22" fmla="*/ 1334546 h 1476779"/>
                  <a:gd name="connsiteX23" fmla="*/ 54458 w 303249"/>
                  <a:gd name="connsiteY23" fmla="*/ 1307317 h 1476779"/>
                  <a:gd name="connsiteX24" fmla="*/ 27229 w 303249"/>
                  <a:gd name="connsiteY24" fmla="*/ 1280088 h 1476779"/>
                  <a:gd name="connsiteX25" fmla="*/ 151624 w 303249"/>
                  <a:gd name="connsiteY25" fmla="*/ 1280088 h 1476779"/>
                  <a:gd name="connsiteX26" fmla="*/ 124395 w 303249"/>
                  <a:gd name="connsiteY26" fmla="*/ 1307317 h 1476779"/>
                  <a:gd name="connsiteX27" fmla="*/ 151624 w 303249"/>
                  <a:gd name="connsiteY27" fmla="*/ 1334546 h 1476779"/>
                  <a:gd name="connsiteX28" fmla="*/ 178853 w 303249"/>
                  <a:gd name="connsiteY28" fmla="*/ 1307317 h 1476779"/>
                  <a:gd name="connsiteX29" fmla="*/ 151624 w 303249"/>
                  <a:gd name="connsiteY29" fmla="*/ 1280088 h 1476779"/>
                  <a:gd name="connsiteX30" fmla="*/ 276020 w 303249"/>
                  <a:gd name="connsiteY30" fmla="*/ 1137857 h 1476779"/>
                  <a:gd name="connsiteX31" fmla="*/ 248791 w 303249"/>
                  <a:gd name="connsiteY31" fmla="*/ 1165086 h 1476779"/>
                  <a:gd name="connsiteX32" fmla="*/ 276020 w 303249"/>
                  <a:gd name="connsiteY32" fmla="*/ 1192315 h 1476779"/>
                  <a:gd name="connsiteX33" fmla="*/ 303249 w 303249"/>
                  <a:gd name="connsiteY33" fmla="*/ 1165086 h 1476779"/>
                  <a:gd name="connsiteX34" fmla="*/ 276020 w 303249"/>
                  <a:gd name="connsiteY34" fmla="*/ 1137857 h 1476779"/>
                  <a:gd name="connsiteX35" fmla="*/ 27229 w 303249"/>
                  <a:gd name="connsiteY35" fmla="*/ 1137856 h 1476779"/>
                  <a:gd name="connsiteX36" fmla="*/ 0 w 303249"/>
                  <a:gd name="connsiteY36" fmla="*/ 1165085 h 1476779"/>
                  <a:gd name="connsiteX37" fmla="*/ 27229 w 303249"/>
                  <a:gd name="connsiteY37" fmla="*/ 1192314 h 1476779"/>
                  <a:gd name="connsiteX38" fmla="*/ 54458 w 303249"/>
                  <a:gd name="connsiteY38" fmla="*/ 1165085 h 1476779"/>
                  <a:gd name="connsiteX39" fmla="*/ 27229 w 303249"/>
                  <a:gd name="connsiteY39" fmla="*/ 1137856 h 1476779"/>
                  <a:gd name="connsiteX40" fmla="*/ 151624 w 303249"/>
                  <a:gd name="connsiteY40" fmla="*/ 1137856 h 1476779"/>
                  <a:gd name="connsiteX41" fmla="*/ 124395 w 303249"/>
                  <a:gd name="connsiteY41" fmla="*/ 1165085 h 1476779"/>
                  <a:gd name="connsiteX42" fmla="*/ 151624 w 303249"/>
                  <a:gd name="connsiteY42" fmla="*/ 1192314 h 1476779"/>
                  <a:gd name="connsiteX43" fmla="*/ 178853 w 303249"/>
                  <a:gd name="connsiteY43" fmla="*/ 1165085 h 1476779"/>
                  <a:gd name="connsiteX44" fmla="*/ 151624 w 303249"/>
                  <a:gd name="connsiteY44" fmla="*/ 1137856 h 1476779"/>
                  <a:gd name="connsiteX45" fmla="*/ 276020 w 303249"/>
                  <a:gd name="connsiteY45" fmla="*/ 995625 h 1476779"/>
                  <a:gd name="connsiteX46" fmla="*/ 248791 w 303249"/>
                  <a:gd name="connsiteY46" fmla="*/ 1022854 h 1476779"/>
                  <a:gd name="connsiteX47" fmla="*/ 276020 w 303249"/>
                  <a:gd name="connsiteY47" fmla="*/ 1050083 h 1476779"/>
                  <a:gd name="connsiteX48" fmla="*/ 303249 w 303249"/>
                  <a:gd name="connsiteY48" fmla="*/ 1022854 h 1476779"/>
                  <a:gd name="connsiteX49" fmla="*/ 276020 w 303249"/>
                  <a:gd name="connsiteY49" fmla="*/ 995625 h 1476779"/>
                  <a:gd name="connsiteX50" fmla="*/ 27229 w 303249"/>
                  <a:gd name="connsiteY50" fmla="*/ 995624 h 1476779"/>
                  <a:gd name="connsiteX51" fmla="*/ 0 w 303249"/>
                  <a:gd name="connsiteY51" fmla="*/ 1022853 h 1476779"/>
                  <a:gd name="connsiteX52" fmla="*/ 27229 w 303249"/>
                  <a:gd name="connsiteY52" fmla="*/ 1050082 h 1476779"/>
                  <a:gd name="connsiteX53" fmla="*/ 54458 w 303249"/>
                  <a:gd name="connsiteY53" fmla="*/ 1022853 h 1476779"/>
                  <a:gd name="connsiteX54" fmla="*/ 27229 w 303249"/>
                  <a:gd name="connsiteY54" fmla="*/ 995624 h 1476779"/>
                  <a:gd name="connsiteX55" fmla="*/ 151624 w 303249"/>
                  <a:gd name="connsiteY55" fmla="*/ 995624 h 1476779"/>
                  <a:gd name="connsiteX56" fmla="*/ 124395 w 303249"/>
                  <a:gd name="connsiteY56" fmla="*/ 1022853 h 1476779"/>
                  <a:gd name="connsiteX57" fmla="*/ 151624 w 303249"/>
                  <a:gd name="connsiteY57" fmla="*/ 1050082 h 1476779"/>
                  <a:gd name="connsiteX58" fmla="*/ 178853 w 303249"/>
                  <a:gd name="connsiteY58" fmla="*/ 1022853 h 1476779"/>
                  <a:gd name="connsiteX59" fmla="*/ 151624 w 303249"/>
                  <a:gd name="connsiteY59" fmla="*/ 995624 h 1476779"/>
                  <a:gd name="connsiteX60" fmla="*/ 276020 w 303249"/>
                  <a:gd name="connsiteY60" fmla="*/ 853393 h 1476779"/>
                  <a:gd name="connsiteX61" fmla="*/ 248791 w 303249"/>
                  <a:gd name="connsiteY61" fmla="*/ 880622 h 1476779"/>
                  <a:gd name="connsiteX62" fmla="*/ 276020 w 303249"/>
                  <a:gd name="connsiteY62" fmla="*/ 907851 h 1476779"/>
                  <a:gd name="connsiteX63" fmla="*/ 303249 w 303249"/>
                  <a:gd name="connsiteY63" fmla="*/ 880622 h 1476779"/>
                  <a:gd name="connsiteX64" fmla="*/ 276020 w 303249"/>
                  <a:gd name="connsiteY64" fmla="*/ 853393 h 1476779"/>
                  <a:gd name="connsiteX65" fmla="*/ 27229 w 303249"/>
                  <a:gd name="connsiteY65" fmla="*/ 853392 h 1476779"/>
                  <a:gd name="connsiteX66" fmla="*/ 0 w 303249"/>
                  <a:gd name="connsiteY66" fmla="*/ 880621 h 1476779"/>
                  <a:gd name="connsiteX67" fmla="*/ 27229 w 303249"/>
                  <a:gd name="connsiteY67" fmla="*/ 907850 h 1476779"/>
                  <a:gd name="connsiteX68" fmla="*/ 54458 w 303249"/>
                  <a:gd name="connsiteY68" fmla="*/ 880621 h 1476779"/>
                  <a:gd name="connsiteX69" fmla="*/ 27229 w 303249"/>
                  <a:gd name="connsiteY69" fmla="*/ 853392 h 1476779"/>
                  <a:gd name="connsiteX70" fmla="*/ 151624 w 303249"/>
                  <a:gd name="connsiteY70" fmla="*/ 853392 h 1476779"/>
                  <a:gd name="connsiteX71" fmla="*/ 124395 w 303249"/>
                  <a:gd name="connsiteY71" fmla="*/ 880621 h 1476779"/>
                  <a:gd name="connsiteX72" fmla="*/ 151624 w 303249"/>
                  <a:gd name="connsiteY72" fmla="*/ 907850 h 1476779"/>
                  <a:gd name="connsiteX73" fmla="*/ 178853 w 303249"/>
                  <a:gd name="connsiteY73" fmla="*/ 880621 h 1476779"/>
                  <a:gd name="connsiteX74" fmla="*/ 151624 w 303249"/>
                  <a:gd name="connsiteY74" fmla="*/ 853392 h 1476779"/>
                  <a:gd name="connsiteX75" fmla="*/ 276020 w 303249"/>
                  <a:gd name="connsiteY75" fmla="*/ 711161 h 1476779"/>
                  <a:gd name="connsiteX76" fmla="*/ 248791 w 303249"/>
                  <a:gd name="connsiteY76" fmla="*/ 738390 h 1476779"/>
                  <a:gd name="connsiteX77" fmla="*/ 276020 w 303249"/>
                  <a:gd name="connsiteY77" fmla="*/ 765619 h 1476779"/>
                  <a:gd name="connsiteX78" fmla="*/ 303249 w 303249"/>
                  <a:gd name="connsiteY78" fmla="*/ 738390 h 1476779"/>
                  <a:gd name="connsiteX79" fmla="*/ 276020 w 303249"/>
                  <a:gd name="connsiteY79" fmla="*/ 711161 h 1476779"/>
                  <a:gd name="connsiteX80" fmla="*/ 27229 w 303249"/>
                  <a:gd name="connsiteY80" fmla="*/ 711160 h 1476779"/>
                  <a:gd name="connsiteX81" fmla="*/ 0 w 303249"/>
                  <a:gd name="connsiteY81" fmla="*/ 738389 h 1476779"/>
                  <a:gd name="connsiteX82" fmla="*/ 27229 w 303249"/>
                  <a:gd name="connsiteY82" fmla="*/ 765618 h 1476779"/>
                  <a:gd name="connsiteX83" fmla="*/ 54458 w 303249"/>
                  <a:gd name="connsiteY83" fmla="*/ 738389 h 1476779"/>
                  <a:gd name="connsiteX84" fmla="*/ 27229 w 303249"/>
                  <a:gd name="connsiteY84" fmla="*/ 711160 h 1476779"/>
                  <a:gd name="connsiteX85" fmla="*/ 151624 w 303249"/>
                  <a:gd name="connsiteY85" fmla="*/ 711160 h 1476779"/>
                  <a:gd name="connsiteX86" fmla="*/ 124395 w 303249"/>
                  <a:gd name="connsiteY86" fmla="*/ 738389 h 1476779"/>
                  <a:gd name="connsiteX87" fmla="*/ 151624 w 303249"/>
                  <a:gd name="connsiteY87" fmla="*/ 765618 h 1476779"/>
                  <a:gd name="connsiteX88" fmla="*/ 178853 w 303249"/>
                  <a:gd name="connsiteY88" fmla="*/ 738389 h 1476779"/>
                  <a:gd name="connsiteX89" fmla="*/ 151624 w 303249"/>
                  <a:gd name="connsiteY89" fmla="*/ 711160 h 1476779"/>
                  <a:gd name="connsiteX90" fmla="*/ 276020 w 303249"/>
                  <a:gd name="connsiteY90" fmla="*/ 568929 h 1476779"/>
                  <a:gd name="connsiteX91" fmla="*/ 248791 w 303249"/>
                  <a:gd name="connsiteY91" fmla="*/ 596158 h 1476779"/>
                  <a:gd name="connsiteX92" fmla="*/ 276020 w 303249"/>
                  <a:gd name="connsiteY92" fmla="*/ 623387 h 1476779"/>
                  <a:gd name="connsiteX93" fmla="*/ 303249 w 303249"/>
                  <a:gd name="connsiteY93" fmla="*/ 596158 h 1476779"/>
                  <a:gd name="connsiteX94" fmla="*/ 276020 w 303249"/>
                  <a:gd name="connsiteY94" fmla="*/ 568929 h 1476779"/>
                  <a:gd name="connsiteX95" fmla="*/ 27229 w 303249"/>
                  <a:gd name="connsiteY95" fmla="*/ 568928 h 1476779"/>
                  <a:gd name="connsiteX96" fmla="*/ 0 w 303249"/>
                  <a:gd name="connsiteY96" fmla="*/ 596157 h 1476779"/>
                  <a:gd name="connsiteX97" fmla="*/ 27229 w 303249"/>
                  <a:gd name="connsiteY97" fmla="*/ 623386 h 1476779"/>
                  <a:gd name="connsiteX98" fmla="*/ 54458 w 303249"/>
                  <a:gd name="connsiteY98" fmla="*/ 596157 h 1476779"/>
                  <a:gd name="connsiteX99" fmla="*/ 27229 w 303249"/>
                  <a:gd name="connsiteY99" fmla="*/ 568928 h 1476779"/>
                  <a:gd name="connsiteX100" fmla="*/ 151624 w 303249"/>
                  <a:gd name="connsiteY100" fmla="*/ 568928 h 1476779"/>
                  <a:gd name="connsiteX101" fmla="*/ 124395 w 303249"/>
                  <a:gd name="connsiteY101" fmla="*/ 596157 h 1476779"/>
                  <a:gd name="connsiteX102" fmla="*/ 151624 w 303249"/>
                  <a:gd name="connsiteY102" fmla="*/ 623386 h 1476779"/>
                  <a:gd name="connsiteX103" fmla="*/ 178853 w 303249"/>
                  <a:gd name="connsiteY103" fmla="*/ 596157 h 1476779"/>
                  <a:gd name="connsiteX104" fmla="*/ 151624 w 303249"/>
                  <a:gd name="connsiteY104" fmla="*/ 568928 h 1476779"/>
                  <a:gd name="connsiteX105" fmla="*/ 276020 w 303249"/>
                  <a:gd name="connsiteY105" fmla="*/ 426697 h 1476779"/>
                  <a:gd name="connsiteX106" fmla="*/ 248791 w 303249"/>
                  <a:gd name="connsiteY106" fmla="*/ 453926 h 1476779"/>
                  <a:gd name="connsiteX107" fmla="*/ 276020 w 303249"/>
                  <a:gd name="connsiteY107" fmla="*/ 481155 h 1476779"/>
                  <a:gd name="connsiteX108" fmla="*/ 303249 w 303249"/>
                  <a:gd name="connsiteY108" fmla="*/ 453926 h 1476779"/>
                  <a:gd name="connsiteX109" fmla="*/ 276020 w 303249"/>
                  <a:gd name="connsiteY109" fmla="*/ 426697 h 1476779"/>
                  <a:gd name="connsiteX110" fmla="*/ 27229 w 303249"/>
                  <a:gd name="connsiteY110" fmla="*/ 426696 h 1476779"/>
                  <a:gd name="connsiteX111" fmla="*/ 0 w 303249"/>
                  <a:gd name="connsiteY111" fmla="*/ 453925 h 1476779"/>
                  <a:gd name="connsiteX112" fmla="*/ 27229 w 303249"/>
                  <a:gd name="connsiteY112" fmla="*/ 481154 h 1476779"/>
                  <a:gd name="connsiteX113" fmla="*/ 54458 w 303249"/>
                  <a:gd name="connsiteY113" fmla="*/ 453925 h 1476779"/>
                  <a:gd name="connsiteX114" fmla="*/ 27229 w 303249"/>
                  <a:gd name="connsiteY114" fmla="*/ 426696 h 1476779"/>
                  <a:gd name="connsiteX115" fmla="*/ 151624 w 303249"/>
                  <a:gd name="connsiteY115" fmla="*/ 426696 h 1476779"/>
                  <a:gd name="connsiteX116" fmla="*/ 124395 w 303249"/>
                  <a:gd name="connsiteY116" fmla="*/ 453925 h 1476779"/>
                  <a:gd name="connsiteX117" fmla="*/ 151624 w 303249"/>
                  <a:gd name="connsiteY117" fmla="*/ 481154 h 1476779"/>
                  <a:gd name="connsiteX118" fmla="*/ 178853 w 303249"/>
                  <a:gd name="connsiteY118" fmla="*/ 453925 h 1476779"/>
                  <a:gd name="connsiteX119" fmla="*/ 151624 w 303249"/>
                  <a:gd name="connsiteY119" fmla="*/ 426696 h 1476779"/>
                  <a:gd name="connsiteX120" fmla="*/ 276020 w 303249"/>
                  <a:gd name="connsiteY120" fmla="*/ 284465 h 1476779"/>
                  <a:gd name="connsiteX121" fmla="*/ 248791 w 303249"/>
                  <a:gd name="connsiteY121" fmla="*/ 311694 h 1476779"/>
                  <a:gd name="connsiteX122" fmla="*/ 276020 w 303249"/>
                  <a:gd name="connsiteY122" fmla="*/ 338923 h 1476779"/>
                  <a:gd name="connsiteX123" fmla="*/ 303249 w 303249"/>
                  <a:gd name="connsiteY123" fmla="*/ 311694 h 1476779"/>
                  <a:gd name="connsiteX124" fmla="*/ 276020 w 303249"/>
                  <a:gd name="connsiteY124" fmla="*/ 284465 h 1476779"/>
                  <a:gd name="connsiteX125" fmla="*/ 27229 w 303249"/>
                  <a:gd name="connsiteY125" fmla="*/ 284464 h 1476779"/>
                  <a:gd name="connsiteX126" fmla="*/ 0 w 303249"/>
                  <a:gd name="connsiteY126" fmla="*/ 311693 h 1476779"/>
                  <a:gd name="connsiteX127" fmla="*/ 27229 w 303249"/>
                  <a:gd name="connsiteY127" fmla="*/ 338922 h 1476779"/>
                  <a:gd name="connsiteX128" fmla="*/ 54458 w 303249"/>
                  <a:gd name="connsiteY128" fmla="*/ 311693 h 1476779"/>
                  <a:gd name="connsiteX129" fmla="*/ 27229 w 303249"/>
                  <a:gd name="connsiteY129" fmla="*/ 284464 h 1476779"/>
                  <a:gd name="connsiteX130" fmla="*/ 151624 w 303249"/>
                  <a:gd name="connsiteY130" fmla="*/ 284464 h 1476779"/>
                  <a:gd name="connsiteX131" fmla="*/ 124395 w 303249"/>
                  <a:gd name="connsiteY131" fmla="*/ 311693 h 1476779"/>
                  <a:gd name="connsiteX132" fmla="*/ 151624 w 303249"/>
                  <a:gd name="connsiteY132" fmla="*/ 338922 h 1476779"/>
                  <a:gd name="connsiteX133" fmla="*/ 178853 w 303249"/>
                  <a:gd name="connsiteY133" fmla="*/ 311693 h 1476779"/>
                  <a:gd name="connsiteX134" fmla="*/ 151624 w 303249"/>
                  <a:gd name="connsiteY134" fmla="*/ 284464 h 1476779"/>
                  <a:gd name="connsiteX135" fmla="*/ 151624 w 303249"/>
                  <a:gd name="connsiteY135" fmla="*/ 142233 h 1476779"/>
                  <a:gd name="connsiteX136" fmla="*/ 124395 w 303249"/>
                  <a:gd name="connsiteY136" fmla="*/ 169462 h 1476779"/>
                  <a:gd name="connsiteX137" fmla="*/ 151624 w 303249"/>
                  <a:gd name="connsiteY137" fmla="*/ 196691 h 1476779"/>
                  <a:gd name="connsiteX138" fmla="*/ 178853 w 303249"/>
                  <a:gd name="connsiteY138" fmla="*/ 169462 h 1476779"/>
                  <a:gd name="connsiteX139" fmla="*/ 151624 w 303249"/>
                  <a:gd name="connsiteY139" fmla="*/ 142233 h 1476779"/>
                  <a:gd name="connsiteX140" fmla="*/ 276020 w 303249"/>
                  <a:gd name="connsiteY140" fmla="*/ 142233 h 1476779"/>
                  <a:gd name="connsiteX141" fmla="*/ 248791 w 303249"/>
                  <a:gd name="connsiteY141" fmla="*/ 169462 h 1476779"/>
                  <a:gd name="connsiteX142" fmla="*/ 276020 w 303249"/>
                  <a:gd name="connsiteY142" fmla="*/ 196691 h 1476779"/>
                  <a:gd name="connsiteX143" fmla="*/ 303249 w 303249"/>
                  <a:gd name="connsiteY143" fmla="*/ 169462 h 1476779"/>
                  <a:gd name="connsiteX144" fmla="*/ 276020 w 303249"/>
                  <a:gd name="connsiteY144" fmla="*/ 142233 h 1476779"/>
                  <a:gd name="connsiteX145" fmla="*/ 27229 w 303249"/>
                  <a:gd name="connsiteY145" fmla="*/ 142232 h 1476779"/>
                  <a:gd name="connsiteX146" fmla="*/ 0 w 303249"/>
                  <a:gd name="connsiteY146" fmla="*/ 169461 h 1476779"/>
                  <a:gd name="connsiteX147" fmla="*/ 27229 w 303249"/>
                  <a:gd name="connsiteY147" fmla="*/ 196690 h 1476779"/>
                  <a:gd name="connsiteX148" fmla="*/ 54458 w 303249"/>
                  <a:gd name="connsiteY148" fmla="*/ 169461 h 1476779"/>
                  <a:gd name="connsiteX149" fmla="*/ 27229 w 303249"/>
                  <a:gd name="connsiteY149" fmla="*/ 142232 h 1476779"/>
                  <a:gd name="connsiteX150" fmla="*/ 151625 w 303249"/>
                  <a:gd name="connsiteY150" fmla="*/ 1 h 1476779"/>
                  <a:gd name="connsiteX151" fmla="*/ 124396 w 303249"/>
                  <a:gd name="connsiteY151" fmla="*/ 27230 h 1476779"/>
                  <a:gd name="connsiteX152" fmla="*/ 151625 w 303249"/>
                  <a:gd name="connsiteY152" fmla="*/ 54459 h 1476779"/>
                  <a:gd name="connsiteX153" fmla="*/ 178854 w 303249"/>
                  <a:gd name="connsiteY153" fmla="*/ 27230 h 1476779"/>
                  <a:gd name="connsiteX154" fmla="*/ 151625 w 303249"/>
                  <a:gd name="connsiteY154" fmla="*/ 1 h 1476779"/>
                  <a:gd name="connsiteX155" fmla="*/ 276020 w 303249"/>
                  <a:gd name="connsiteY155" fmla="*/ 1 h 1476779"/>
                  <a:gd name="connsiteX156" fmla="*/ 248791 w 303249"/>
                  <a:gd name="connsiteY156" fmla="*/ 27230 h 1476779"/>
                  <a:gd name="connsiteX157" fmla="*/ 276020 w 303249"/>
                  <a:gd name="connsiteY157" fmla="*/ 54459 h 1476779"/>
                  <a:gd name="connsiteX158" fmla="*/ 303249 w 303249"/>
                  <a:gd name="connsiteY158" fmla="*/ 27230 h 1476779"/>
                  <a:gd name="connsiteX159" fmla="*/ 276020 w 303249"/>
                  <a:gd name="connsiteY159" fmla="*/ 1 h 1476779"/>
                  <a:gd name="connsiteX160" fmla="*/ 27229 w 303249"/>
                  <a:gd name="connsiteY160" fmla="*/ 0 h 1476779"/>
                  <a:gd name="connsiteX161" fmla="*/ 0 w 303249"/>
                  <a:gd name="connsiteY161" fmla="*/ 27229 h 1476779"/>
                  <a:gd name="connsiteX162" fmla="*/ 27229 w 303249"/>
                  <a:gd name="connsiteY162" fmla="*/ 54458 h 1476779"/>
                  <a:gd name="connsiteX163" fmla="*/ 54458 w 303249"/>
                  <a:gd name="connsiteY163" fmla="*/ 27229 h 1476779"/>
                  <a:gd name="connsiteX164" fmla="*/ 27229 w 303249"/>
                  <a:gd name="connsiteY164" fmla="*/ 0 h 147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303249" h="1476779">
                    <a:moveTo>
                      <a:pt x="276020" y="1422321"/>
                    </a:moveTo>
                    <a:cubicBezTo>
                      <a:pt x="260982" y="1422321"/>
                      <a:pt x="248791" y="1434512"/>
                      <a:pt x="248791" y="1449550"/>
                    </a:cubicBezTo>
                    <a:cubicBezTo>
                      <a:pt x="248791" y="1464588"/>
                      <a:pt x="260982" y="1476779"/>
                      <a:pt x="276020" y="1476779"/>
                    </a:cubicBezTo>
                    <a:cubicBezTo>
                      <a:pt x="291058" y="1476779"/>
                      <a:pt x="303249" y="1464588"/>
                      <a:pt x="303249" y="1449550"/>
                    </a:cubicBezTo>
                    <a:cubicBezTo>
                      <a:pt x="303249" y="1434512"/>
                      <a:pt x="291058" y="1422321"/>
                      <a:pt x="276020" y="1422321"/>
                    </a:cubicBezTo>
                    <a:close/>
                    <a:moveTo>
                      <a:pt x="27229" y="1422320"/>
                    </a:moveTo>
                    <a:cubicBezTo>
                      <a:pt x="12191" y="1422320"/>
                      <a:pt x="0" y="1434511"/>
                      <a:pt x="0" y="1449549"/>
                    </a:cubicBezTo>
                    <a:cubicBezTo>
                      <a:pt x="0" y="1464587"/>
                      <a:pt x="12191" y="1476778"/>
                      <a:pt x="27229" y="1476778"/>
                    </a:cubicBezTo>
                    <a:cubicBezTo>
                      <a:pt x="42267" y="1476778"/>
                      <a:pt x="54458" y="1464587"/>
                      <a:pt x="54458" y="1449549"/>
                    </a:cubicBezTo>
                    <a:cubicBezTo>
                      <a:pt x="54458" y="1434511"/>
                      <a:pt x="42267" y="1422320"/>
                      <a:pt x="27229" y="1422320"/>
                    </a:cubicBezTo>
                    <a:close/>
                    <a:moveTo>
                      <a:pt x="151624" y="1422320"/>
                    </a:moveTo>
                    <a:cubicBezTo>
                      <a:pt x="136586" y="1422320"/>
                      <a:pt x="124395" y="1434511"/>
                      <a:pt x="124395" y="1449549"/>
                    </a:cubicBezTo>
                    <a:cubicBezTo>
                      <a:pt x="124395" y="1464587"/>
                      <a:pt x="136586" y="1476778"/>
                      <a:pt x="151624" y="1476778"/>
                    </a:cubicBezTo>
                    <a:cubicBezTo>
                      <a:pt x="166662" y="1476778"/>
                      <a:pt x="178853" y="1464587"/>
                      <a:pt x="178853" y="1449549"/>
                    </a:cubicBezTo>
                    <a:cubicBezTo>
                      <a:pt x="178853" y="1434511"/>
                      <a:pt x="166662" y="1422320"/>
                      <a:pt x="151624" y="1422320"/>
                    </a:cubicBezTo>
                    <a:close/>
                    <a:moveTo>
                      <a:pt x="276020" y="1280089"/>
                    </a:moveTo>
                    <a:cubicBezTo>
                      <a:pt x="260982" y="1280089"/>
                      <a:pt x="248791" y="1292280"/>
                      <a:pt x="248791" y="1307318"/>
                    </a:cubicBezTo>
                    <a:cubicBezTo>
                      <a:pt x="248791" y="1322356"/>
                      <a:pt x="260982" y="1334547"/>
                      <a:pt x="276020" y="1334547"/>
                    </a:cubicBezTo>
                    <a:cubicBezTo>
                      <a:pt x="291058" y="1334547"/>
                      <a:pt x="303249" y="1322356"/>
                      <a:pt x="303249" y="1307318"/>
                    </a:cubicBezTo>
                    <a:cubicBezTo>
                      <a:pt x="303249" y="1292280"/>
                      <a:pt x="291058" y="1280089"/>
                      <a:pt x="276020" y="1280089"/>
                    </a:cubicBezTo>
                    <a:close/>
                    <a:moveTo>
                      <a:pt x="27229" y="1280088"/>
                    </a:moveTo>
                    <a:cubicBezTo>
                      <a:pt x="12191" y="1280088"/>
                      <a:pt x="0" y="1292279"/>
                      <a:pt x="0" y="1307317"/>
                    </a:cubicBezTo>
                    <a:cubicBezTo>
                      <a:pt x="0" y="1322355"/>
                      <a:pt x="12191" y="1334546"/>
                      <a:pt x="27229" y="1334546"/>
                    </a:cubicBezTo>
                    <a:cubicBezTo>
                      <a:pt x="42267" y="1334546"/>
                      <a:pt x="54458" y="1322355"/>
                      <a:pt x="54458" y="1307317"/>
                    </a:cubicBezTo>
                    <a:cubicBezTo>
                      <a:pt x="54458" y="1292279"/>
                      <a:pt x="42267" y="1280088"/>
                      <a:pt x="27229" y="1280088"/>
                    </a:cubicBezTo>
                    <a:close/>
                    <a:moveTo>
                      <a:pt x="151624" y="1280088"/>
                    </a:moveTo>
                    <a:cubicBezTo>
                      <a:pt x="136586" y="1280088"/>
                      <a:pt x="124395" y="1292279"/>
                      <a:pt x="124395" y="1307317"/>
                    </a:cubicBezTo>
                    <a:cubicBezTo>
                      <a:pt x="124395" y="1322355"/>
                      <a:pt x="136586" y="1334546"/>
                      <a:pt x="151624" y="1334546"/>
                    </a:cubicBezTo>
                    <a:cubicBezTo>
                      <a:pt x="166662" y="1334546"/>
                      <a:pt x="178853" y="1322355"/>
                      <a:pt x="178853" y="1307317"/>
                    </a:cubicBezTo>
                    <a:cubicBezTo>
                      <a:pt x="178853" y="1292279"/>
                      <a:pt x="166662" y="1280088"/>
                      <a:pt x="151624" y="1280088"/>
                    </a:cubicBezTo>
                    <a:close/>
                    <a:moveTo>
                      <a:pt x="276020" y="1137857"/>
                    </a:moveTo>
                    <a:cubicBezTo>
                      <a:pt x="260982" y="1137857"/>
                      <a:pt x="248791" y="1150048"/>
                      <a:pt x="248791" y="1165086"/>
                    </a:cubicBezTo>
                    <a:cubicBezTo>
                      <a:pt x="248791" y="1180124"/>
                      <a:pt x="260982" y="1192315"/>
                      <a:pt x="276020" y="1192315"/>
                    </a:cubicBezTo>
                    <a:cubicBezTo>
                      <a:pt x="291058" y="1192315"/>
                      <a:pt x="303249" y="1180124"/>
                      <a:pt x="303249" y="1165086"/>
                    </a:cubicBezTo>
                    <a:cubicBezTo>
                      <a:pt x="303249" y="1150048"/>
                      <a:pt x="291058" y="1137857"/>
                      <a:pt x="276020" y="1137857"/>
                    </a:cubicBezTo>
                    <a:close/>
                    <a:moveTo>
                      <a:pt x="27229" y="1137856"/>
                    </a:moveTo>
                    <a:cubicBezTo>
                      <a:pt x="12191" y="1137856"/>
                      <a:pt x="0" y="1150047"/>
                      <a:pt x="0" y="1165085"/>
                    </a:cubicBezTo>
                    <a:cubicBezTo>
                      <a:pt x="0" y="1180123"/>
                      <a:pt x="12191" y="1192314"/>
                      <a:pt x="27229" y="1192314"/>
                    </a:cubicBezTo>
                    <a:cubicBezTo>
                      <a:pt x="42267" y="1192314"/>
                      <a:pt x="54458" y="1180123"/>
                      <a:pt x="54458" y="1165085"/>
                    </a:cubicBezTo>
                    <a:cubicBezTo>
                      <a:pt x="54458" y="1150047"/>
                      <a:pt x="42267" y="1137856"/>
                      <a:pt x="27229" y="1137856"/>
                    </a:cubicBezTo>
                    <a:close/>
                    <a:moveTo>
                      <a:pt x="151624" y="1137856"/>
                    </a:moveTo>
                    <a:cubicBezTo>
                      <a:pt x="136586" y="1137856"/>
                      <a:pt x="124395" y="1150047"/>
                      <a:pt x="124395" y="1165085"/>
                    </a:cubicBezTo>
                    <a:cubicBezTo>
                      <a:pt x="124395" y="1180123"/>
                      <a:pt x="136586" y="1192314"/>
                      <a:pt x="151624" y="1192314"/>
                    </a:cubicBezTo>
                    <a:cubicBezTo>
                      <a:pt x="166662" y="1192314"/>
                      <a:pt x="178853" y="1180123"/>
                      <a:pt x="178853" y="1165085"/>
                    </a:cubicBezTo>
                    <a:cubicBezTo>
                      <a:pt x="178853" y="1150047"/>
                      <a:pt x="166662" y="1137856"/>
                      <a:pt x="151624" y="1137856"/>
                    </a:cubicBezTo>
                    <a:close/>
                    <a:moveTo>
                      <a:pt x="276020" y="995625"/>
                    </a:moveTo>
                    <a:cubicBezTo>
                      <a:pt x="260982" y="995625"/>
                      <a:pt x="248791" y="1007816"/>
                      <a:pt x="248791" y="1022854"/>
                    </a:cubicBezTo>
                    <a:cubicBezTo>
                      <a:pt x="248791" y="1037892"/>
                      <a:pt x="260982" y="1050083"/>
                      <a:pt x="276020" y="1050083"/>
                    </a:cubicBezTo>
                    <a:cubicBezTo>
                      <a:pt x="291058" y="1050083"/>
                      <a:pt x="303249" y="1037892"/>
                      <a:pt x="303249" y="1022854"/>
                    </a:cubicBezTo>
                    <a:cubicBezTo>
                      <a:pt x="303249" y="1007816"/>
                      <a:pt x="291058" y="995625"/>
                      <a:pt x="276020" y="995625"/>
                    </a:cubicBezTo>
                    <a:close/>
                    <a:moveTo>
                      <a:pt x="27229" y="995624"/>
                    </a:moveTo>
                    <a:cubicBezTo>
                      <a:pt x="12191" y="995624"/>
                      <a:pt x="0" y="1007815"/>
                      <a:pt x="0" y="1022853"/>
                    </a:cubicBezTo>
                    <a:cubicBezTo>
                      <a:pt x="0" y="1037891"/>
                      <a:pt x="12191" y="1050082"/>
                      <a:pt x="27229" y="1050082"/>
                    </a:cubicBezTo>
                    <a:cubicBezTo>
                      <a:pt x="42267" y="1050082"/>
                      <a:pt x="54458" y="1037891"/>
                      <a:pt x="54458" y="1022853"/>
                    </a:cubicBezTo>
                    <a:cubicBezTo>
                      <a:pt x="54458" y="1007815"/>
                      <a:pt x="42267" y="995624"/>
                      <a:pt x="27229" y="995624"/>
                    </a:cubicBezTo>
                    <a:close/>
                    <a:moveTo>
                      <a:pt x="151624" y="995624"/>
                    </a:moveTo>
                    <a:cubicBezTo>
                      <a:pt x="136586" y="995624"/>
                      <a:pt x="124395" y="1007815"/>
                      <a:pt x="124395" y="1022853"/>
                    </a:cubicBezTo>
                    <a:cubicBezTo>
                      <a:pt x="124395" y="1037891"/>
                      <a:pt x="136586" y="1050082"/>
                      <a:pt x="151624" y="1050082"/>
                    </a:cubicBezTo>
                    <a:cubicBezTo>
                      <a:pt x="166662" y="1050082"/>
                      <a:pt x="178853" y="1037891"/>
                      <a:pt x="178853" y="1022853"/>
                    </a:cubicBezTo>
                    <a:cubicBezTo>
                      <a:pt x="178853" y="1007815"/>
                      <a:pt x="166662" y="995624"/>
                      <a:pt x="151624" y="995624"/>
                    </a:cubicBezTo>
                    <a:close/>
                    <a:moveTo>
                      <a:pt x="276020" y="853393"/>
                    </a:moveTo>
                    <a:cubicBezTo>
                      <a:pt x="260982" y="853393"/>
                      <a:pt x="248791" y="865584"/>
                      <a:pt x="248791" y="880622"/>
                    </a:cubicBezTo>
                    <a:cubicBezTo>
                      <a:pt x="248791" y="895660"/>
                      <a:pt x="260982" y="907851"/>
                      <a:pt x="276020" y="907851"/>
                    </a:cubicBezTo>
                    <a:cubicBezTo>
                      <a:pt x="291058" y="907851"/>
                      <a:pt x="303249" y="895660"/>
                      <a:pt x="303249" y="880622"/>
                    </a:cubicBezTo>
                    <a:cubicBezTo>
                      <a:pt x="303249" y="865584"/>
                      <a:pt x="291058" y="853393"/>
                      <a:pt x="276020" y="853393"/>
                    </a:cubicBezTo>
                    <a:close/>
                    <a:moveTo>
                      <a:pt x="27229" y="853392"/>
                    </a:moveTo>
                    <a:cubicBezTo>
                      <a:pt x="12191" y="853392"/>
                      <a:pt x="0" y="865583"/>
                      <a:pt x="0" y="880621"/>
                    </a:cubicBezTo>
                    <a:cubicBezTo>
                      <a:pt x="0" y="895659"/>
                      <a:pt x="12191" y="907850"/>
                      <a:pt x="27229" y="907850"/>
                    </a:cubicBezTo>
                    <a:cubicBezTo>
                      <a:pt x="42267" y="907850"/>
                      <a:pt x="54458" y="895659"/>
                      <a:pt x="54458" y="880621"/>
                    </a:cubicBezTo>
                    <a:cubicBezTo>
                      <a:pt x="54458" y="865583"/>
                      <a:pt x="42267" y="853392"/>
                      <a:pt x="27229" y="853392"/>
                    </a:cubicBezTo>
                    <a:close/>
                    <a:moveTo>
                      <a:pt x="151624" y="853392"/>
                    </a:moveTo>
                    <a:cubicBezTo>
                      <a:pt x="136586" y="853392"/>
                      <a:pt x="124395" y="865583"/>
                      <a:pt x="124395" y="880621"/>
                    </a:cubicBezTo>
                    <a:cubicBezTo>
                      <a:pt x="124395" y="895659"/>
                      <a:pt x="136586" y="907850"/>
                      <a:pt x="151624" y="907850"/>
                    </a:cubicBezTo>
                    <a:cubicBezTo>
                      <a:pt x="166662" y="907850"/>
                      <a:pt x="178853" y="895659"/>
                      <a:pt x="178853" y="880621"/>
                    </a:cubicBezTo>
                    <a:cubicBezTo>
                      <a:pt x="178853" y="865583"/>
                      <a:pt x="166662" y="853392"/>
                      <a:pt x="151624" y="853392"/>
                    </a:cubicBezTo>
                    <a:close/>
                    <a:moveTo>
                      <a:pt x="276020" y="711161"/>
                    </a:moveTo>
                    <a:cubicBezTo>
                      <a:pt x="260982" y="711161"/>
                      <a:pt x="248791" y="723352"/>
                      <a:pt x="248791" y="738390"/>
                    </a:cubicBezTo>
                    <a:cubicBezTo>
                      <a:pt x="248791" y="753428"/>
                      <a:pt x="260982" y="765619"/>
                      <a:pt x="276020" y="765619"/>
                    </a:cubicBezTo>
                    <a:cubicBezTo>
                      <a:pt x="291058" y="765619"/>
                      <a:pt x="303249" y="753428"/>
                      <a:pt x="303249" y="738390"/>
                    </a:cubicBezTo>
                    <a:cubicBezTo>
                      <a:pt x="303249" y="723352"/>
                      <a:pt x="291058" y="711161"/>
                      <a:pt x="276020" y="711161"/>
                    </a:cubicBezTo>
                    <a:close/>
                    <a:moveTo>
                      <a:pt x="27229" y="711160"/>
                    </a:moveTo>
                    <a:cubicBezTo>
                      <a:pt x="12191" y="711160"/>
                      <a:pt x="0" y="723351"/>
                      <a:pt x="0" y="738389"/>
                    </a:cubicBezTo>
                    <a:cubicBezTo>
                      <a:pt x="0" y="753427"/>
                      <a:pt x="12191" y="765618"/>
                      <a:pt x="27229" y="765618"/>
                    </a:cubicBezTo>
                    <a:cubicBezTo>
                      <a:pt x="42267" y="765618"/>
                      <a:pt x="54458" y="753427"/>
                      <a:pt x="54458" y="738389"/>
                    </a:cubicBezTo>
                    <a:cubicBezTo>
                      <a:pt x="54458" y="723351"/>
                      <a:pt x="42267" y="711160"/>
                      <a:pt x="27229" y="711160"/>
                    </a:cubicBezTo>
                    <a:close/>
                    <a:moveTo>
                      <a:pt x="151624" y="711160"/>
                    </a:moveTo>
                    <a:cubicBezTo>
                      <a:pt x="136586" y="711160"/>
                      <a:pt x="124395" y="723351"/>
                      <a:pt x="124395" y="738389"/>
                    </a:cubicBezTo>
                    <a:cubicBezTo>
                      <a:pt x="124395" y="753427"/>
                      <a:pt x="136586" y="765618"/>
                      <a:pt x="151624" y="765618"/>
                    </a:cubicBezTo>
                    <a:cubicBezTo>
                      <a:pt x="166662" y="765618"/>
                      <a:pt x="178853" y="753427"/>
                      <a:pt x="178853" y="738389"/>
                    </a:cubicBezTo>
                    <a:cubicBezTo>
                      <a:pt x="178853" y="723351"/>
                      <a:pt x="166662" y="711160"/>
                      <a:pt x="151624" y="711160"/>
                    </a:cubicBezTo>
                    <a:close/>
                    <a:moveTo>
                      <a:pt x="276020" y="568929"/>
                    </a:moveTo>
                    <a:cubicBezTo>
                      <a:pt x="260982" y="568929"/>
                      <a:pt x="248791" y="581120"/>
                      <a:pt x="248791" y="596158"/>
                    </a:cubicBezTo>
                    <a:cubicBezTo>
                      <a:pt x="248791" y="611196"/>
                      <a:pt x="260982" y="623387"/>
                      <a:pt x="276020" y="623387"/>
                    </a:cubicBezTo>
                    <a:cubicBezTo>
                      <a:pt x="291058" y="623387"/>
                      <a:pt x="303249" y="611196"/>
                      <a:pt x="303249" y="596158"/>
                    </a:cubicBezTo>
                    <a:cubicBezTo>
                      <a:pt x="303249" y="581120"/>
                      <a:pt x="291058" y="568929"/>
                      <a:pt x="276020" y="568929"/>
                    </a:cubicBezTo>
                    <a:close/>
                    <a:moveTo>
                      <a:pt x="27229" y="568928"/>
                    </a:moveTo>
                    <a:cubicBezTo>
                      <a:pt x="12191" y="568928"/>
                      <a:pt x="0" y="581119"/>
                      <a:pt x="0" y="596157"/>
                    </a:cubicBezTo>
                    <a:cubicBezTo>
                      <a:pt x="0" y="611195"/>
                      <a:pt x="12191" y="623386"/>
                      <a:pt x="27229" y="623386"/>
                    </a:cubicBezTo>
                    <a:cubicBezTo>
                      <a:pt x="42267" y="623386"/>
                      <a:pt x="54458" y="611195"/>
                      <a:pt x="54458" y="596157"/>
                    </a:cubicBezTo>
                    <a:cubicBezTo>
                      <a:pt x="54458" y="581119"/>
                      <a:pt x="42267" y="568928"/>
                      <a:pt x="27229" y="568928"/>
                    </a:cubicBezTo>
                    <a:close/>
                    <a:moveTo>
                      <a:pt x="151624" y="568928"/>
                    </a:moveTo>
                    <a:cubicBezTo>
                      <a:pt x="136586" y="568928"/>
                      <a:pt x="124395" y="581119"/>
                      <a:pt x="124395" y="596157"/>
                    </a:cubicBezTo>
                    <a:cubicBezTo>
                      <a:pt x="124395" y="611195"/>
                      <a:pt x="136586" y="623386"/>
                      <a:pt x="151624" y="623386"/>
                    </a:cubicBezTo>
                    <a:cubicBezTo>
                      <a:pt x="166662" y="623386"/>
                      <a:pt x="178853" y="611195"/>
                      <a:pt x="178853" y="596157"/>
                    </a:cubicBezTo>
                    <a:cubicBezTo>
                      <a:pt x="178853" y="581119"/>
                      <a:pt x="166662" y="568928"/>
                      <a:pt x="151624" y="568928"/>
                    </a:cubicBezTo>
                    <a:close/>
                    <a:moveTo>
                      <a:pt x="276020" y="426697"/>
                    </a:moveTo>
                    <a:cubicBezTo>
                      <a:pt x="260982" y="426697"/>
                      <a:pt x="248791" y="438888"/>
                      <a:pt x="248791" y="453926"/>
                    </a:cubicBezTo>
                    <a:cubicBezTo>
                      <a:pt x="248791" y="468964"/>
                      <a:pt x="260982" y="481155"/>
                      <a:pt x="276020" y="481155"/>
                    </a:cubicBezTo>
                    <a:cubicBezTo>
                      <a:pt x="291058" y="481155"/>
                      <a:pt x="303249" y="468964"/>
                      <a:pt x="303249" y="453926"/>
                    </a:cubicBezTo>
                    <a:cubicBezTo>
                      <a:pt x="303249" y="438888"/>
                      <a:pt x="291058" y="426697"/>
                      <a:pt x="276020" y="426697"/>
                    </a:cubicBezTo>
                    <a:close/>
                    <a:moveTo>
                      <a:pt x="27229" y="426696"/>
                    </a:moveTo>
                    <a:cubicBezTo>
                      <a:pt x="12191" y="426696"/>
                      <a:pt x="0" y="438887"/>
                      <a:pt x="0" y="453925"/>
                    </a:cubicBezTo>
                    <a:cubicBezTo>
                      <a:pt x="0" y="468963"/>
                      <a:pt x="12191" y="481154"/>
                      <a:pt x="27229" y="481154"/>
                    </a:cubicBezTo>
                    <a:cubicBezTo>
                      <a:pt x="42267" y="481154"/>
                      <a:pt x="54458" y="468963"/>
                      <a:pt x="54458" y="453925"/>
                    </a:cubicBezTo>
                    <a:cubicBezTo>
                      <a:pt x="54458" y="438887"/>
                      <a:pt x="42267" y="426696"/>
                      <a:pt x="27229" y="426696"/>
                    </a:cubicBezTo>
                    <a:close/>
                    <a:moveTo>
                      <a:pt x="151624" y="426696"/>
                    </a:moveTo>
                    <a:cubicBezTo>
                      <a:pt x="136586" y="426696"/>
                      <a:pt x="124395" y="438887"/>
                      <a:pt x="124395" y="453925"/>
                    </a:cubicBezTo>
                    <a:cubicBezTo>
                      <a:pt x="124395" y="468963"/>
                      <a:pt x="136586" y="481154"/>
                      <a:pt x="151624" y="481154"/>
                    </a:cubicBezTo>
                    <a:cubicBezTo>
                      <a:pt x="166662" y="481154"/>
                      <a:pt x="178853" y="468963"/>
                      <a:pt x="178853" y="453925"/>
                    </a:cubicBezTo>
                    <a:cubicBezTo>
                      <a:pt x="178853" y="438887"/>
                      <a:pt x="166662" y="426696"/>
                      <a:pt x="151624" y="426696"/>
                    </a:cubicBezTo>
                    <a:close/>
                    <a:moveTo>
                      <a:pt x="276020" y="284465"/>
                    </a:moveTo>
                    <a:cubicBezTo>
                      <a:pt x="260982" y="284465"/>
                      <a:pt x="248791" y="296656"/>
                      <a:pt x="248791" y="311694"/>
                    </a:cubicBezTo>
                    <a:cubicBezTo>
                      <a:pt x="248791" y="326732"/>
                      <a:pt x="260982" y="338923"/>
                      <a:pt x="276020" y="338923"/>
                    </a:cubicBezTo>
                    <a:cubicBezTo>
                      <a:pt x="291058" y="338923"/>
                      <a:pt x="303249" y="326732"/>
                      <a:pt x="303249" y="311694"/>
                    </a:cubicBezTo>
                    <a:cubicBezTo>
                      <a:pt x="303249" y="296656"/>
                      <a:pt x="291058" y="284465"/>
                      <a:pt x="276020" y="284465"/>
                    </a:cubicBezTo>
                    <a:close/>
                    <a:moveTo>
                      <a:pt x="27229" y="284464"/>
                    </a:moveTo>
                    <a:cubicBezTo>
                      <a:pt x="12191" y="284464"/>
                      <a:pt x="0" y="296655"/>
                      <a:pt x="0" y="311693"/>
                    </a:cubicBezTo>
                    <a:cubicBezTo>
                      <a:pt x="0" y="326731"/>
                      <a:pt x="12191" y="338922"/>
                      <a:pt x="27229" y="338922"/>
                    </a:cubicBezTo>
                    <a:cubicBezTo>
                      <a:pt x="42267" y="338922"/>
                      <a:pt x="54458" y="326731"/>
                      <a:pt x="54458" y="311693"/>
                    </a:cubicBezTo>
                    <a:cubicBezTo>
                      <a:pt x="54458" y="296655"/>
                      <a:pt x="42267" y="284464"/>
                      <a:pt x="27229" y="284464"/>
                    </a:cubicBezTo>
                    <a:close/>
                    <a:moveTo>
                      <a:pt x="151624" y="284464"/>
                    </a:moveTo>
                    <a:cubicBezTo>
                      <a:pt x="136586" y="284464"/>
                      <a:pt x="124395" y="296655"/>
                      <a:pt x="124395" y="311693"/>
                    </a:cubicBezTo>
                    <a:cubicBezTo>
                      <a:pt x="124395" y="326731"/>
                      <a:pt x="136586" y="338922"/>
                      <a:pt x="151624" y="338922"/>
                    </a:cubicBezTo>
                    <a:cubicBezTo>
                      <a:pt x="166662" y="338922"/>
                      <a:pt x="178853" y="326731"/>
                      <a:pt x="178853" y="311693"/>
                    </a:cubicBezTo>
                    <a:cubicBezTo>
                      <a:pt x="178853" y="296655"/>
                      <a:pt x="166662" y="284464"/>
                      <a:pt x="151624" y="284464"/>
                    </a:cubicBezTo>
                    <a:close/>
                    <a:moveTo>
                      <a:pt x="151624" y="142233"/>
                    </a:moveTo>
                    <a:cubicBezTo>
                      <a:pt x="136586" y="142233"/>
                      <a:pt x="124395" y="154424"/>
                      <a:pt x="124395" y="169462"/>
                    </a:cubicBezTo>
                    <a:cubicBezTo>
                      <a:pt x="124395" y="184500"/>
                      <a:pt x="136586" y="196691"/>
                      <a:pt x="151624" y="196691"/>
                    </a:cubicBezTo>
                    <a:cubicBezTo>
                      <a:pt x="166662" y="196691"/>
                      <a:pt x="178853" y="184500"/>
                      <a:pt x="178853" y="169462"/>
                    </a:cubicBezTo>
                    <a:cubicBezTo>
                      <a:pt x="178853" y="154424"/>
                      <a:pt x="166662" y="142233"/>
                      <a:pt x="151624" y="142233"/>
                    </a:cubicBezTo>
                    <a:close/>
                    <a:moveTo>
                      <a:pt x="276020" y="142233"/>
                    </a:moveTo>
                    <a:cubicBezTo>
                      <a:pt x="260982" y="142233"/>
                      <a:pt x="248791" y="154424"/>
                      <a:pt x="248791" y="169462"/>
                    </a:cubicBezTo>
                    <a:cubicBezTo>
                      <a:pt x="248791" y="184500"/>
                      <a:pt x="260982" y="196691"/>
                      <a:pt x="276020" y="196691"/>
                    </a:cubicBezTo>
                    <a:cubicBezTo>
                      <a:pt x="291058" y="196691"/>
                      <a:pt x="303249" y="184500"/>
                      <a:pt x="303249" y="169462"/>
                    </a:cubicBezTo>
                    <a:cubicBezTo>
                      <a:pt x="303249" y="154424"/>
                      <a:pt x="291058" y="142233"/>
                      <a:pt x="276020" y="142233"/>
                    </a:cubicBezTo>
                    <a:close/>
                    <a:moveTo>
                      <a:pt x="27229" y="142232"/>
                    </a:moveTo>
                    <a:cubicBezTo>
                      <a:pt x="12191" y="142232"/>
                      <a:pt x="0" y="154423"/>
                      <a:pt x="0" y="169461"/>
                    </a:cubicBezTo>
                    <a:cubicBezTo>
                      <a:pt x="0" y="184499"/>
                      <a:pt x="12191" y="196690"/>
                      <a:pt x="27229" y="196690"/>
                    </a:cubicBezTo>
                    <a:cubicBezTo>
                      <a:pt x="42267" y="196690"/>
                      <a:pt x="54458" y="184499"/>
                      <a:pt x="54458" y="169461"/>
                    </a:cubicBezTo>
                    <a:cubicBezTo>
                      <a:pt x="54458" y="154423"/>
                      <a:pt x="42267" y="142232"/>
                      <a:pt x="27229" y="142232"/>
                    </a:cubicBezTo>
                    <a:close/>
                    <a:moveTo>
                      <a:pt x="151625" y="1"/>
                    </a:moveTo>
                    <a:cubicBezTo>
                      <a:pt x="136587" y="1"/>
                      <a:pt x="124396" y="12192"/>
                      <a:pt x="124396" y="27230"/>
                    </a:cubicBezTo>
                    <a:cubicBezTo>
                      <a:pt x="124396" y="42268"/>
                      <a:pt x="136587" y="54459"/>
                      <a:pt x="151625" y="54459"/>
                    </a:cubicBezTo>
                    <a:cubicBezTo>
                      <a:pt x="166663" y="54459"/>
                      <a:pt x="178854" y="42268"/>
                      <a:pt x="178854" y="27230"/>
                    </a:cubicBezTo>
                    <a:cubicBezTo>
                      <a:pt x="178854" y="12192"/>
                      <a:pt x="166663" y="1"/>
                      <a:pt x="151625" y="1"/>
                    </a:cubicBezTo>
                    <a:close/>
                    <a:moveTo>
                      <a:pt x="276020" y="1"/>
                    </a:moveTo>
                    <a:cubicBezTo>
                      <a:pt x="260982" y="1"/>
                      <a:pt x="248791" y="12192"/>
                      <a:pt x="248791" y="27230"/>
                    </a:cubicBezTo>
                    <a:cubicBezTo>
                      <a:pt x="248791" y="42268"/>
                      <a:pt x="260982" y="54459"/>
                      <a:pt x="276020" y="54459"/>
                    </a:cubicBezTo>
                    <a:cubicBezTo>
                      <a:pt x="291058" y="54459"/>
                      <a:pt x="303249" y="42268"/>
                      <a:pt x="303249" y="27230"/>
                    </a:cubicBezTo>
                    <a:cubicBezTo>
                      <a:pt x="303249" y="12192"/>
                      <a:pt x="291058" y="1"/>
                      <a:pt x="276020" y="1"/>
                    </a:cubicBezTo>
                    <a:close/>
                    <a:moveTo>
                      <a:pt x="27229" y="0"/>
                    </a:moveTo>
                    <a:cubicBezTo>
                      <a:pt x="12191" y="0"/>
                      <a:pt x="0" y="12191"/>
                      <a:pt x="0" y="27229"/>
                    </a:cubicBezTo>
                    <a:cubicBezTo>
                      <a:pt x="0" y="42267"/>
                      <a:pt x="12191" y="54458"/>
                      <a:pt x="27229" y="54458"/>
                    </a:cubicBezTo>
                    <a:cubicBezTo>
                      <a:pt x="42267" y="54458"/>
                      <a:pt x="54458" y="42267"/>
                      <a:pt x="54458" y="27229"/>
                    </a:cubicBezTo>
                    <a:cubicBezTo>
                      <a:pt x="54458" y="12191"/>
                      <a:pt x="42267" y="0"/>
                      <a:pt x="27229"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2000"/>
              </a:p>
            </p:txBody>
          </p:sp>
          <p:pic>
            <p:nvPicPr>
              <p:cNvPr id="5" name="图形 4">
                <a:extLst>
                  <a:ext uri="{FF2B5EF4-FFF2-40B4-BE49-F238E27FC236}">
                    <a16:creationId xmlns:a16="http://schemas.microsoft.com/office/drawing/2014/main" id="{6B067D90-8F94-D9B3-9734-ACB931C9B28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888" y="616646"/>
                <a:ext cx="1676400" cy="438150"/>
              </a:xfrm>
              <a:prstGeom prst="rect">
                <a:avLst/>
              </a:prstGeom>
            </p:spPr>
          </p:pic>
        </p:grpSp>
        <p:sp>
          <p:nvSpPr>
            <p:cNvPr id="46" name="矩形 45">
              <a:extLst>
                <a:ext uri="{FF2B5EF4-FFF2-40B4-BE49-F238E27FC236}">
                  <a16:creationId xmlns:a16="http://schemas.microsoft.com/office/drawing/2014/main" id="{5B0364B6-0EDA-177A-FFE0-3E62369893B0}"/>
                </a:ext>
              </a:extLst>
            </p:cNvPr>
            <p:cNvSpPr/>
            <p:nvPr userDrawn="1"/>
          </p:nvSpPr>
          <p:spPr>
            <a:xfrm rot="5400000" flipH="1">
              <a:off x="8864576" y="3581377"/>
              <a:ext cx="89789" cy="5218858"/>
            </a:xfrm>
            <a:prstGeom prst="rect">
              <a:avLst/>
            </a:prstGeom>
            <a:gradFill>
              <a:gsLst>
                <a:gs pos="100000">
                  <a:schemeClr val="accent1">
                    <a:lumMod val="5000"/>
                    <a:lumOff val="95000"/>
                    <a:alpha val="0"/>
                  </a:schemeClr>
                </a:gs>
                <a:gs pos="23070">
                  <a:schemeClr val="accent1"/>
                </a:gs>
                <a:gs pos="2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388100" y="2273232"/>
            <a:ext cx="5130799" cy="1073883"/>
          </a:xfrm>
        </p:spPr>
        <p:txBody>
          <a:bodyPr/>
          <a:lstStyle/>
          <a:p>
            <a:pPr>
              <a:lnSpc>
                <a:spcPct val="120000"/>
              </a:lnSpc>
            </a:pPr>
            <a:r>
              <a:rPr lang="zh-CN" altLang="en-US" dirty="0"/>
              <a:t>行业整体态势</a:t>
            </a:r>
            <a:endParaRPr lang="en-US" dirty="0"/>
          </a:p>
        </p:txBody>
      </p:sp>
      <p:sp>
        <p:nvSpPr>
          <p:cNvPr id="25" name="文本占位符 24"/>
          <p:cNvSpPr>
            <a:spLocks noGrp="1"/>
          </p:cNvSpPr>
          <p:nvPr>
            <p:ph type="body" sz="quarter" idx="1" hasCustomPrompt="1"/>
          </p:nvPr>
        </p:nvSpPr>
        <p:spPr>
          <a:xfrm>
            <a:off x="6388100" y="3358969"/>
            <a:ext cx="5130799" cy="1104991"/>
          </a:xfrm>
        </p:spPr>
        <p:txBody>
          <a:bodyPr/>
          <a:lstStyle/>
          <a:p>
            <a:pPr>
              <a:spcBef>
                <a:spcPts val="0"/>
              </a:spcBef>
            </a:pPr>
            <a:r>
              <a:rPr lang="zh-CN" altLang="en-US" dirty="0"/>
              <a:t>全面回顾通用行业季度发展状况</a:t>
            </a:r>
            <a:endParaRPr lang="en-US" dirty="0"/>
          </a:p>
        </p:txBody>
      </p:sp>
      <p:sp>
        <p:nvSpPr>
          <p:cNvPr id="2" name="Rectangle 1">
            <a:extLst>
              <a:ext uri="{FF2B5EF4-FFF2-40B4-BE49-F238E27FC236}">
                <a16:creationId xmlns:a16="http://schemas.microsoft.com/office/drawing/2014/main" id="{71515991-3C40-5DA0-EDE9-8C2BF0039E73}"/>
              </a:ext>
            </a:extLst>
          </p:cNvPr>
          <p:cNvSpPr txBox="1">
            <a:spLocks noChangeArrowheads="1"/>
          </p:cNvSpPr>
          <p:nvPr/>
        </p:nvSpPr>
        <p:spPr bwMode="auto">
          <a:xfrm>
            <a:off x="1901883" y="2355918"/>
            <a:ext cx="2749952" cy="1967021"/>
          </a:xfrm>
          <a:prstGeom prst="rect">
            <a:avLst/>
          </a:prstGeom>
          <a:noFill/>
          <a:ln>
            <a:noFill/>
          </a:ln>
          <a:effectLst/>
        </p:spPr>
        <p:txBody>
          <a:bodyPr vert="horz" wrap="square" lIns="0" tIns="-12696" rIns="0" bIns="-12696"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eaLnBrk="0" fontAlgn="base" hangingPunct="0">
              <a:lnSpc>
                <a:spcPct val="120000"/>
              </a:lnSpc>
              <a:spcAft>
                <a:spcPct val="0"/>
              </a:spcAft>
            </a:pPr>
            <a:r>
              <a:rPr lang="en-US" altLang="zh-CN" sz="11500" dirty="0">
                <a:solidFill>
                  <a:schemeClr val="bg1"/>
                </a:solidFill>
                <a:latin typeface="华文琥珀" panose="02010800040101010101" pitchFamily="2" charset="-122"/>
                <a:ea typeface="华文琥珀" panose="02010800040101010101" pitchFamily="2" charset="-122"/>
              </a:rPr>
              <a:t>01</a:t>
            </a:r>
            <a:r>
              <a:rPr lang="zh-CN" altLang="zh-CN" sz="11500" dirty="0">
                <a:solidFill>
                  <a:schemeClr val="bg1"/>
                </a:solidFill>
                <a:latin typeface="华文琥珀" panose="02010800040101010101" pitchFamily="2" charset="-122"/>
                <a:ea typeface="华文琥珀" panose="02010800040101010101" pitchFamily="2" charset="-122"/>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a:extLst>
              <a:ext uri="{FF2B5EF4-FFF2-40B4-BE49-F238E27FC236}">
                <a16:creationId xmlns:a16="http://schemas.microsoft.com/office/drawing/2014/main" id="{883962CC-D3DB-E5FC-F7AE-406262ECC4C1}"/>
              </a:ext>
            </a:extLst>
          </p:cNvPr>
          <p:cNvGrpSpPr/>
          <p:nvPr/>
        </p:nvGrpSpPr>
        <p:grpSpPr>
          <a:xfrm>
            <a:off x="660400" y="1671832"/>
            <a:ext cx="10858499" cy="4123840"/>
            <a:chOff x="660399" y="1904061"/>
            <a:chExt cx="10858499" cy="4123840"/>
          </a:xfrm>
        </p:grpSpPr>
        <mc:AlternateContent xmlns:mc="http://schemas.openxmlformats.org/markup-compatibility/2006" xmlns:cx1="http://schemas.microsoft.com/office/drawing/2015/9/8/chartex">
          <mc:Choice Requires="cx1">
            <p:graphicFrame>
              <p:nvGraphicFramePr>
                <p:cNvPr id="4" name="Obj">
                  <a:extLst>
                    <a:ext uri="{FF2B5EF4-FFF2-40B4-BE49-F238E27FC236}">
                      <a16:creationId xmlns:a16="http://schemas.microsoft.com/office/drawing/2014/main" id="{EB3C0758-1C2B-C807-3531-5684C8AE909C}"/>
                    </a:ext>
                  </a:extLst>
                </p:cNvPr>
                <p:cNvGraphicFramePr/>
                <p:nvPr>
                  <p:extLst>
                    <p:ext uri="{D42A27DB-BD31-4B8C-83A1-F6EECF244321}">
                      <p14:modId xmlns:p14="http://schemas.microsoft.com/office/powerpoint/2010/main" val="324345030"/>
                    </p:ext>
                  </p:extLst>
                </p:nvPr>
              </p:nvGraphicFramePr>
              <p:xfrm>
                <a:off x="831850" y="3225111"/>
                <a:ext cx="10515599" cy="280279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Obj">
                  <a:extLst>
                    <a:ext uri="{FF2B5EF4-FFF2-40B4-BE49-F238E27FC236}">
                      <a16:creationId xmlns:a16="http://schemas.microsoft.com/office/drawing/2014/main" id="{EB3C0758-1C2B-C807-3531-5684C8AE909C}"/>
                    </a:ext>
                  </a:extLst>
                </p:cNvPr>
                <p:cNvPicPr>
                  <a:picLocks noGrp="1" noRot="1" noChangeAspect="1" noMove="1" noResize="1" noEditPoints="1" noAdjustHandles="1" noChangeArrowheads="1" noChangeShapeType="1"/>
                </p:cNvPicPr>
                <p:nvPr/>
              </p:nvPicPr>
              <p:blipFill>
                <a:blip r:embed="rId4"/>
                <a:stretch>
                  <a:fillRect/>
                </a:stretch>
              </p:blipFill>
              <p:spPr>
                <a:xfrm>
                  <a:off x="831851" y="3225111"/>
                  <a:ext cx="10515599" cy="2802790"/>
                </a:xfrm>
                <a:prstGeom prst="rect">
                  <a:avLst/>
                </a:prstGeom>
              </p:spPr>
            </p:pic>
          </mc:Fallback>
        </mc:AlternateContent>
        <p:grpSp>
          <p:nvGrpSpPr>
            <p:cNvPr id="40" name="组合 39">
              <a:extLst>
                <a:ext uri="{FF2B5EF4-FFF2-40B4-BE49-F238E27FC236}">
                  <a16:creationId xmlns:a16="http://schemas.microsoft.com/office/drawing/2014/main" id="{1FB804F1-BD1F-ACC6-7C2D-C8CAD7DCBAE7}"/>
                </a:ext>
              </a:extLst>
            </p:cNvPr>
            <p:cNvGrpSpPr/>
            <p:nvPr/>
          </p:nvGrpSpPr>
          <p:grpSpPr>
            <a:xfrm>
              <a:off x="660399" y="1904061"/>
              <a:ext cx="10858499" cy="1194739"/>
              <a:chOff x="660401" y="1539879"/>
              <a:chExt cx="10858499" cy="2238946"/>
            </a:xfrm>
          </p:grpSpPr>
          <p:grpSp>
            <p:nvGrpSpPr>
              <p:cNvPr id="41" name="组合 40">
                <a:extLst>
                  <a:ext uri="{FF2B5EF4-FFF2-40B4-BE49-F238E27FC236}">
                    <a16:creationId xmlns:a16="http://schemas.microsoft.com/office/drawing/2014/main" id="{109EDC8F-7C09-FA3F-A97F-68E38AB8D8EB}"/>
                  </a:ext>
                </a:extLst>
              </p:cNvPr>
              <p:cNvGrpSpPr/>
              <p:nvPr/>
            </p:nvGrpSpPr>
            <p:grpSpPr>
              <a:xfrm>
                <a:off x="660401" y="1539879"/>
                <a:ext cx="3476170" cy="2238946"/>
                <a:chOff x="2111375" y="2396222"/>
                <a:chExt cx="2981325" cy="2238946"/>
              </a:xfrm>
            </p:grpSpPr>
            <p:sp>
              <p:nvSpPr>
                <p:cNvPr id="48" name="Bullet1">
                  <a:extLst>
                    <a:ext uri="{FF2B5EF4-FFF2-40B4-BE49-F238E27FC236}">
                      <a16:creationId xmlns:a16="http://schemas.microsoft.com/office/drawing/2014/main" id="{4CA41182-FBAB-5262-70D8-B33B0054D03B}"/>
                    </a:ext>
                  </a:extLst>
                </p:cNvPr>
                <p:cNvSpPr/>
                <p:nvPr/>
              </p:nvSpPr>
              <p:spPr>
                <a:xfrm>
                  <a:off x="2111375" y="2396222"/>
                  <a:ext cx="2981325" cy="802558"/>
                </a:xfrm>
                <a:prstGeom prst="roundRect">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p>
                  <a:pPr eaLnBrk="1" hangingPunct="1">
                    <a:lnSpc>
                      <a:spcPct val="120000"/>
                    </a:lnSpc>
                    <a:spcBef>
                      <a:spcPct val="0"/>
                    </a:spcBef>
                    <a:buFontTx/>
                    <a:buNone/>
                  </a:pPr>
                  <a:r>
                    <a:rPr lang="zh-CN" altLang="en-US" sz="2000" b="1" dirty="0"/>
                    <a:t>规模稳步增长</a:t>
                  </a:r>
                  <a:endParaRPr lang="en-US" altLang="zh-CN" sz="2000" dirty="0"/>
                </a:p>
              </p:txBody>
            </p:sp>
            <p:sp>
              <p:nvSpPr>
                <p:cNvPr id="49" name="Text1">
                  <a:extLst>
                    <a:ext uri="{FF2B5EF4-FFF2-40B4-BE49-F238E27FC236}">
                      <a16:creationId xmlns:a16="http://schemas.microsoft.com/office/drawing/2014/main" id="{1C3C34BA-DFDC-7F2A-9893-111229B91528}"/>
                    </a:ext>
                  </a:extLst>
                </p:cNvPr>
                <p:cNvSpPr/>
                <p:nvPr/>
              </p:nvSpPr>
              <p:spPr>
                <a:xfrm>
                  <a:off x="2111375" y="3305174"/>
                  <a:ext cx="2981325" cy="1329994"/>
                </a:xfrm>
                <a:prstGeom prst="roundRect">
                  <a:avLst>
                    <a:gd name="adj" fmla="val 5500"/>
                  </a:avLst>
                </a:prstGeom>
                <a:solidFill>
                  <a:schemeClr val="accent1">
                    <a:alpha val="1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p>
                  <a:pPr marL="0" indent="0" algn="l">
                    <a:lnSpc>
                      <a:spcPct val="120000"/>
                    </a:lnSpc>
                  </a:pPr>
                  <a:r>
                    <a:rPr lang="zh-CN" altLang="en-US" sz="1400" dirty="0">
                      <a:solidFill>
                        <a:schemeClr val="tx1"/>
                      </a:solidFill>
                      <a:effectLst/>
                    </a:rPr>
                    <a:t>确保内容简洁明了，提炼重点，避免信息过载，提升阅读效率。</a:t>
                  </a:r>
                </a:p>
              </p:txBody>
            </p:sp>
          </p:grpSp>
          <p:grpSp>
            <p:nvGrpSpPr>
              <p:cNvPr id="42" name="组合 41">
                <a:extLst>
                  <a:ext uri="{FF2B5EF4-FFF2-40B4-BE49-F238E27FC236}">
                    <a16:creationId xmlns:a16="http://schemas.microsoft.com/office/drawing/2014/main" id="{C3A6C4EA-82EB-E04E-1911-F364D0DBE544}"/>
                  </a:ext>
                </a:extLst>
              </p:cNvPr>
              <p:cNvGrpSpPr/>
              <p:nvPr/>
            </p:nvGrpSpPr>
            <p:grpSpPr>
              <a:xfrm>
                <a:off x="4351566" y="1539879"/>
                <a:ext cx="3476171" cy="2238946"/>
                <a:chOff x="7127875" y="2396222"/>
                <a:chExt cx="2981326" cy="2238946"/>
              </a:xfrm>
            </p:grpSpPr>
            <p:sp>
              <p:nvSpPr>
                <p:cNvPr id="46" name="Bullet2">
                  <a:extLst>
                    <a:ext uri="{FF2B5EF4-FFF2-40B4-BE49-F238E27FC236}">
                      <a16:creationId xmlns:a16="http://schemas.microsoft.com/office/drawing/2014/main" id="{F9E4912D-D60A-82CD-E546-721E57C745D9}"/>
                    </a:ext>
                  </a:extLst>
                </p:cNvPr>
                <p:cNvSpPr/>
                <p:nvPr/>
              </p:nvSpPr>
              <p:spPr>
                <a:xfrm>
                  <a:off x="7127876" y="2396222"/>
                  <a:ext cx="2981325" cy="802558"/>
                </a:xfrm>
                <a:prstGeom prst="roundRect">
                  <a:avLst/>
                </a:prstGeom>
                <a:solidFill>
                  <a:schemeClr val="accent2"/>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p>
                  <a:pPr eaLnBrk="1" hangingPunct="1">
                    <a:lnSpc>
                      <a:spcPct val="120000"/>
                    </a:lnSpc>
                    <a:spcBef>
                      <a:spcPct val="0"/>
                    </a:spcBef>
                    <a:buFontTx/>
                    <a:buNone/>
                  </a:pPr>
                  <a:r>
                    <a:rPr lang="zh-CN" altLang="en-US" sz="2000" b="1" dirty="0"/>
                    <a:t>市场规模扩大</a:t>
                  </a:r>
                  <a:endParaRPr lang="en-US" altLang="zh-CN" sz="2000" dirty="0"/>
                </a:p>
              </p:txBody>
            </p:sp>
            <p:sp>
              <p:nvSpPr>
                <p:cNvPr id="47" name="Text2">
                  <a:extLst>
                    <a:ext uri="{FF2B5EF4-FFF2-40B4-BE49-F238E27FC236}">
                      <a16:creationId xmlns:a16="http://schemas.microsoft.com/office/drawing/2014/main" id="{66129365-9302-B13D-D823-5143A88F82A4}"/>
                    </a:ext>
                  </a:extLst>
                </p:cNvPr>
                <p:cNvSpPr/>
                <p:nvPr/>
              </p:nvSpPr>
              <p:spPr>
                <a:xfrm>
                  <a:off x="7127875" y="3305174"/>
                  <a:ext cx="2981325" cy="1329994"/>
                </a:xfrm>
                <a:prstGeom prst="roundRect">
                  <a:avLst>
                    <a:gd name="adj" fmla="val 5500"/>
                  </a:avLst>
                </a:prstGeom>
                <a:solidFill>
                  <a:schemeClr val="accent2">
                    <a:alpha val="1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p>
                  <a:pPr marL="0" indent="0" algn="l">
                    <a:lnSpc>
                      <a:spcPct val="120000"/>
                    </a:lnSpc>
                  </a:pPr>
                  <a:r>
                    <a:rPr lang="zh-CN" altLang="en-US" sz="1400" dirty="0">
                      <a:solidFill>
                        <a:schemeClr val="tx1"/>
                      </a:solidFill>
                      <a:effectLst/>
                    </a:rPr>
                    <a:t>确保内容简洁明了，提炼重点，避免信息过载，提升阅读效率。</a:t>
                  </a:r>
                </a:p>
              </p:txBody>
            </p:sp>
          </p:grpSp>
          <p:grpSp>
            <p:nvGrpSpPr>
              <p:cNvPr id="43" name="Group 28_1">
                <a:extLst>
                  <a:ext uri="{FF2B5EF4-FFF2-40B4-BE49-F238E27FC236}">
                    <a16:creationId xmlns:a16="http://schemas.microsoft.com/office/drawing/2014/main" id="{3CDA5532-4A3A-844D-E227-20B4B80A6F55}"/>
                  </a:ext>
                </a:extLst>
              </p:cNvPr>
              <p:cNvGrpSpPr/>
              <p:nvPr/>
            </p:nvGrpSpPr>
            <p:grpSpPr>
              <a:xfrm>
                <a:off x="8042730" y="1539879"/>
                <a:ext cx="3476170" cy="2238946"/>
                <a:chOff x="2111375" y="2396222"/>
                <a:chExt cx="2981325" cy="2238946"/>
              </a:xfrm>
            </p:grpSpPr>
            <p:sp>
              <p:nvSpPr>
                <p:cNvPr id="44" name="Bullet3">
                  <a:extLst>
                    <a:ext uri="{FF2B5EF4-FFF2-40B4-BE49-F238E27FC236}">
                      <a16:creationId xmlns:a16="http://schemas.microsoft.com/office/drawing/2014/main" id="{E8E8B1B8-BC3B-0A02-E3CB-35DB42D1D1BD}"/>
                    </a:ext>
                  </a:extLst>
                </p:cNvPr>
                <p:cNvSpPr/>
                <p:nvPr/>
              </p:nvSpPr>
              <p:spPr>
                <a:xfrm>
                  <a:off x="2111375" y="2396222"/>
                  <a:ext cx="2981325" cy="802558"/>
                </a:xfrm>
                <a:prstGeom prst="roundRect">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p>
                  <a:pPr>
                    <a:lnSpc>
                      <a:spcPct val="120000"/>
                    </a:lnSpc>
                    <a:spcBef>
                      <a:spcPct val="0"/>
                    </a:spcBef>
                  </a:pPr>
                  <a:r>
                    <a:rPr lang="zh-CN" altLang="en-US" sz="2000" b="1" dirty="0"/>
                    <a:t>趋势持续</a:t>
                  </a:r>
                  <a:r>
                    <a:rPr lang="zh-CN" altLang="en-US" sz="2000" b="1"/>
                    <a:t>向好</a:t>
                  </a:r>
                  <a:endParaRPr lang="en-US" altLang="zh-CN" sz="2000" b="1" dirty="0"/>
                </a:p>
              </p:txBody>
            </p:sp>
            <p:sp>
              <p:nvSpPr>
                <p:cNvPr id="45" name="Text3">
                  <a:extLst>
                    <a:ext uri="{FF2B5EF4-FFF2-40B4-BE49-F238E27FC236}">
                      <a16:creationId xmlns:a16="http://schemas.microsoft.com/office/drawing/2014/main" id="{D2E4A97F-3413-E821-8DC6-7D88BA019B8F}"/>
                    </a:ext>
                  </a:extLst>
                </p:cNvPr>
                <p:cNvSpPr/>
                <p:nvPr/>
              </p:nvSpPr>
              <p:spPr>
                <a:xfrm>
                  <a:off x="2111375" y="3305174"/>
                  <a:ext cx="2981325" cy="1329994"/>
                </a:xfrm>
                <a:prstGeom prst="roundRect">
                  <a:avLst>
                    <a:gd name="adj" fmla="val 5500"/>
                  </a:avLst>
                </a:prstGeom>
                <a:solidFill>
                  <a:schemeClr val="accent1">
                    <a:alpha val="1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p>
                  <a:pPr marL="0" indent="0" algn="l">
                    <a:lnSpc>
                      <a:spcPct val="120000"/>
                    </a:lnSpc>
                  </a:pPr>
                  <a:r>
                    <a:rPr lang="zh-CN" altLang="en-US" sz="1400" dirty="0">
                      <a:solidFill>
                        <a:schemeClr val="tx1"/>
                      </a:solidFill>
                      <a:effectLst/>
                    </a:rPr>
                    <a:t>确保内容简洁明了，提炼重点，避免信息过载，提升阅读效率。</a:t>
                  </a:r>
                </a:p>
              </p:txBody>
            </p:sp>
          </p:grpSp>
        </p:grpSp>
      </p:grpSp>
      <p:sp>
        <p:nvSpPr>
          <p:cNvPr id="2" name="标题 1">
            <a:extLst>
              <a:ext uri="{FF2B5EF4-FFF2-40B4-BE49-F238E27FC236}">
                <a16:creationId xmlns:a16="http://schemas.microsoft.com/office/drawing/2014/main" id="{80806CE3-BF60-D68C-AA8B-102C9B751C88}"/>
              </a:ext>
            </a:extLst>
          </p:cNvPr>
          <p:cNvSpPr>
            <a:spLocks noGrp="1"/>
          </p:cNvSpPr>
          <p:nvPr>
            <p:ph type="title"/>
          </p:nvPr>
        </p:nvSpPr>
        <p:spPr>
          <a:xfrm>
            <a:off x="660400" y="128587"/>
            <a:ext cx="10858500" cy="900112"/>
          </a:xfrm>
        </p:spPr>
        <p:txBody>
          <a:bodyPr/>
          <a:lstStyle/>
          <a:p>
            <a:pPr>
              <a:lnSpc>
                <a:spcPct val="120000"/>
              </a:lnSpc>
            </a:pPr>
            <a:r>
              <a:rPr lang="zh-CN" altLang="en-US" dirty="0"/>
              <a:t>行业规模分析</a:t>
            </a:r>
          </a:p>
        </p:txBody>
      </p:sp>
    </p:spTree>
    <p:extLst>
      <p:ext uri="{BB962C8B-B14F-4D97-AF65-F5344CB8AC3E}">
        <p14:creationId xmlns:p14="http://schemas.microsoft.com/office/powerpoint/2010/main" val="158881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pPr>
              <a:lnSpc>
                <a:spcPct val="120000"/>
              </a:lnSpc>
            </a:pPr>
            <a:r>
              <a:rPr lang="zh-CN" altLang="en-US" dirty="0"/>
              <a:t>市场需求分析</a:t>
            </a:r>
            <a:endParaRPr lang="en-US" dirty="0"/>
          </a:p>
        </p:txBody>
      </p:sp>
      <p:grpSp>
        <p:nvGrpSpPr>
          <p:cNvPr id="13" name="组合 12">
            <a:extLst>
              <a:ext uri="{FF2B5EF4-FFF2-40B4-BE49-F238E27FC236}">
                <a16:creationId xmlns:a16="http://schemas.microsoft.com/office/drawing/2014/main" id="{D12A0090-3B68-E37C-1CE7-E0B28B72C523}"/>
              </a:ext>
            </a:extLst>
          </p:cNvPr>
          <p:cNvGrpSpPr/>
          <p:nvPr/>
        </p:nvGrpSpPr>
        <p:grpSpPr>
          <a:xfrm>
            <a:off x="660400" y="1495174"/>
            <a:ext cx="11531600" cy="6190881"/>
            <a:chOff x="660400" y="1495174"/>
            <a:chExt cx="11531600" cy="6190881"/>
          </a:xfrm>
        </p:grpSpPr>
        <p:sp>
          <p:nvSpPr>
            <p:cNvPr id="7" name="矩形: 圆角 6">
              <a:extLst>
                <a:ext uri="{FF2B5EF4-FFF2-40B4-BE49-F238E27FC236}">
                  <a16:creationId xmlns:a16="http://schemas.microsoft.com/office/drawing/2014/main" id="{D9DA205D-F38D-4633-B8FB-B4A12F531C9C}"/>
                </a:ext>
              </a:extLst>
            </p:cNvPr>
            <p:cNvSpPr/>
            <p:nvPr/>
          </p:nvSpPr>
          <p:spPr>
            <a:xfrm>
              <a:off x="7033265" y="2054080"/>
              <a:ext cx="2971646" cy="5631975"/>
            </a:xfrm>
            <a:prstGeom prst="roundRect">
              <a:avLst>
                <a:gd name="adj" fmla="val 2874"/>
              </a:avLst>
            </a:prstGeom>
            <a:solidFill>
              <a:schemeClr val="bg1"/>
            </a:solidFill>
            <a:ln>
              <a:noFill/>
            </a:ln>
            <a:effectLst>
              <a:outerShdw blurRad="63500" dist="368300" dir="3000000" algn="t" rotWithShape="0">
                <a:schemeClr val="accent1">
                  <a:alpha val="10000"/>
                </a:schemeClr>
              </a:outerShdw>
            </a:effectLst>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5" name="任意多边形: 形状 4">
              <a:extLst>
                <a:ext uri="{FF2B5EF4-FFF2-40B4-BE49-F238E27FC236}">
                  <a16:creationId xmlns:a16="http://schemas.microsoft.com/office/drawing/2014/main" id="{8E429AEA-C6A3-C5A9-D1AC-F55BB3B1CC43}"/>
                </a:ext>
              </a:extLst>
            </p:cNvPr>
            <p:cNvSpPr/>
            <p:nvPr/>
          </p:nvSpPr>
          <p:spPr>
            <a:xfrm>
              <a:off x="3640062" y="1920536"/>
              <a:ext cx="8551938" cy="4937464"/>
            </a:xfrm>
            <a:custGeom>
              <a:avLst/>
              <a:gdLst>
                <a:gd name="connsiteX0" fmla="*/ 8551938 w 8551938"/>
                <a:gd name="connsiteY0" fmla="*/ 0 h 4937464"/>
                <a:gd name="connsiteX1" fmla="*/ 8551938 w 8551938"/>
                <a:gd name="connsiteY1" fmla="*/ 4937464 h 4937464"/>
                <a:gd name="connsiteX2" fmla="*/ 0 w 8551938"/>
                <a:gd name="connsiteY2" fmla="*/ 4937464 h 4937464"/>
              </a:gdLst>
              <a:ahLst/>
              <a:cxnLst>
                <a:cxn ang="0">
                  <a:pos x="connsiteX0" y="connsiteY0"/>
                </a:cxn>
                <a:cxn ang="0">
                  <a:pos x="connsiteX1" y="connsiteY1"/>
                </a:cxn>
                <a:cxn ang="0">
                  <a:pos x="connsiteX2" y="connsiteY2"/>
                </a:cxn>
              </a:cxnLst>
              <a:rect l="l" t="t" r="r" b="b"/>
              <a:pathLst>
                <a:path w="8551938" h="4937464">
                  <a:moveTo>
                    <a:pt x="8551938" y="0"/>
                  </a:moveTo>
                  <a:lnTo>
                    <a:pt x="8551938" y="4937464"/>
                  </a:lnTo>
                  <a:lnTo>
                    <a:pt x="0" y="4937464"/>
                  </a:lnTo>
                  <a:close/>
                </a:path>
              </a:pathLst>
            </a:custGeom>
            <a:solidFill>
              <a:schemeClr val="tx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2000"/>
            </a:p>
          </p:txBody>
        </p:sp>
        <p:grpSp>
          <p:nvGrpSpPr>
            <p:cNvPr id="12" name="组合 11">
              <a:extLst>
                <a:ext uri="{FF2B5EF4-FFF2-40B4-BE49-F238E27FC236}">
                  <a16:creationId xmlns:a16="http://schemas.microsoft.com/office/drawing/2014/main" id="{F680B1BA-32AA-6935-4EFE-316FB814EEB2}"/>
                </a:ext>
              </a:extLst>
            </p:cNvPr>
            <p:cNvGrpSpPr/>
            <p:nvPr/>
          </p:nvGrpSpPr>
          <p:grpSpPr>
            <a:xfrm>
              <a:off x="660400" y="1495174"/>
              <a:ext cx="10858500" cy="4740526"/>
              <a:chOff x="660400" y="1841583"/>
              <a:chExt cx="10858500" cy="4740526"/>
            </a:xfrm>
          </p:grpSpPr>
          <p:cxnSp>
            <p:nvCxnSpPr>
              <p:cNvPr id="21" name="直接连接符 20">
                <a:extLst>
                  <a:ext uri="{FF2B5EF4-FFF2-40B4-BE49-F238E27FC236}">
                    <a16:creationId xmlns:a16="http://schemas.microsoft.com/office/drawing/2014/main" id="{3963C594-B711-4D8A-9FF0-5E738E991285}"/>
                  </a:ext>
                </a:extLst>
              </p:cNvPr>
              <p:cNvCxnSpPr>
                <a:cxnSpLocks/>
              </p:cNvCxnSpPr>
              <p:nvPr/>
            </p:nvCxnSpPr>
            <p:spPr>
              <a:xfrm>
                <a:off x="5518732" y="4920638"/>
                <a:ext cx="0" cy="492155"/>
              </a:xfrm>
              <a:prstGeom prst="line">
                <a:avLst/>
              </a:prstGeom>
              <a:ln cap="rnd">
                <a:solidFill>
                  <a:schemeClr val="tx1">
                    <a:lumMod val="50000"/>
                    <a:lumOff val="50000"/>
                    <a:alpha val="5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8D24B17-08B0-4AAA-B409-41935A8A3CA8}"/>
                  </a:ext>
                </a:extLst>
              </p:cNvPr>
              <p:cNvCxnSpPr>
                <a:cxnSpLocks/>
              </p:cNvCxnSpPr>
              <p:nvPr/>
            </p:nvCxnSpPr>
            <p:spPr>
              <a:xfrm>
                <a:off x="7569388" y="6089954"/>
                <a:ext cx="0" cy="492155"/>
              </a:xfrm>
              <a:prstGeom prst="line">
                <a:avLst/>
              </a:prstGeom>
              <a:ln cap="rnd">
                <a:solidFill>
                  <a:schemeClr val="tx1">
                    <a:lumMod val="50000"/>
                    <a:lumOff val="50000"/>
                    <a:alpha val="5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DC9BD337-EB01-4957-A3A3-2EE45F5A3C4F}"/>
                  </a:ext>
                </a:extLst>
              </p:cNvPr>
              <p:cNvCxnSpPr>
                <a:cxnSpLocks/>
              </p:cNvCxnSpPr>
              <p:nvPr/>
            </p:nvCxnSpPr>
            <p:spPr>
              <a:xfrm>
                <a:off x="8800508" y="5397713"/>
                <a:ext cx="0" cy="492155"/>
              </a:xfrm>
              <a:prstGeom prst="line">
                <a:avLst/>
              </a:prstGeom>
              <a:ln cap="rnd">
                <a:solidFill>
                  <a:schemeClr val="tx1">
                    <a:lumMod val="50000"/>
                    <a:lumOff val="50000"/>
                    <a:alpha val="5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E3A3B6AE-A40E-4B47-85C0-789D0FB89F1C}"/>
                  </a:ext>
                </a:extLst>
              </p:cNvPr>
              <p:cNvCxnSpPr>
                <a:cxnSpLocks/>
              </p:cNvCxnSpPr>
              <p:nvPr/>
            </p:nvCxnSpPr>
            <p:spPr>
              <a:xfrm>
                <a:off x="8942509" y="4955320"/>
                <a:ext cx="0" cy="874303"/>
              </a:xfrm>
              <a:prstGeom prst="line">
                <a:avLst/>
              </a:prstGeom>
              <a:ln cap="rnd">
                <a:solidFill>
                  <a:schemeClr val="tx1">
                    <a:lumMod val="50000"/>
                    <a:lumOff val="50000"/>
                    <a:alpha val="5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7459E30A-519E-4468-B999-E878C76BC90D}"/>
                  </a:ext>
                </a:extLst>
              </p:cNvPr>
              <p:cNvCxnSpPr>
                <a:cxnSpLocks/>
              </p:cNvCxnSpPr>
              <p:nvPr/>
            </p:nvCxnSpPr>
            <p:spPr>
              <a:xfrm>
                <a:off x="10173910" y="4257432"/>
                <a:ext cx="0" cy="874303"/>
              </a:xfrm>
              <a:prstGeom prst="line">
                <a:avLst/>
              </a:prstGeom>
              <a:ln cap="rnd">
                <a:solidFill>
                  <a:schemeClr val="tx1">
                    <a:lumMod val="50000"/>
                    <a:lumOff val="50000"/>
                    <a:alpha val="5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C3303C88-FEC4-4397-A797-66AC5D82C260}"/>
                  </a:ext>
                </a:extLst>
              </p:cNvPr>
              <p:cNvCxnSpPr>
                <a:cxnSpLocks/>
              </p:cNvCxnSpPr>
              <p:nvPr/>
            </p:nvCxnSpPr>
            <p:spPr>
              <a:xfrm>
                <a:off x="10285824" y="3826982"/>
                <a:ext cx="0" cy="1212703"/>
              </a:xfrm>
              <a:prstGeom prst="line">
                <a:avLst/>
              </a:prstGeom>
              <a:ln cap="rnd">
                <a:solidFill>
                  <a:schemeClr val="tx1">
                    <a:lumMod val="50000"/>
                    <a:lumOff val="50000"/>
                    <a:alpha val="5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AE9C87B-AB18-4FF4-BCE8-C8233385E839}"/>
                  </a:ext>
                </a:extLst>
              </p:cNvPr>
              <p:cNvCxnSpPr>
                <a:cxnSpLocks/>
              </p:cNvCxnSpPr>
              <p:nvPr/>
            </p:nvCxnSpPr>
            <p:spPr>
              <a:xfrm>
                <a:off x="11518900" y="3115787"/>
                <a:ext cx="0" cy="1212703"/>
              </a:xfrm>
              <a:prstGeom prst="line">
                <a:avLst/>
              </a:prstGeom>
              <a:ln cap="rnd">
                <a:solidFill>
                  <a:schemeClr val="tx1">
                    <a:lumMod val="50000"/>
                    <a:lumOff val="50000"/>
                    <a:alpha val="5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49F46C53-BA36-428D-986D-38C1E81391EB}"/>
                  </a:ext>
                </a:extLst>
              </p:cNvPr>
              <p:cNvCxnSpPr>
                <a:cxnSpLocks/>
              </p:cNvCxnSpPr>
              <p:nvPr/>
            </p:nvCxnSpPr>
            <p:spPr>
              <a:xfrm>
                <a:off x="6891853" y="3791532"/>
                <a:ext cx="0" cy="874303"/>
              </a:xfrm>
              <a:prstGeom prst="line">
                <a:avLst/>
              </a:prstGeom>
              <a:ln cap="rnd">
                <a:solidFill>
                  <a:schemeClr val="tx1">
                    <a:lumMod val="50000"/>
                    <a:lumOff val="50000"/>
                    <a:alpha val="5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766D674B-802B-4DE0-9B52-B8D5F509EB4C}"/>
                  </a:ext>
                </a:extLst>
              </p:cNvPr>
              <p:cNvCxnSpPr>
                <a:cxnSpLocks/>
              </p:cNvCxnSpPr>
              <p:nvPr/>
            </p:nvCxnSpPr>
            <p:spPr>
              <a:xfrm>
                <a:off x="8229583" y="2647468"/>
                <a:ext cx="0" cy="874303"/>
              </a:xfrm>
              <a:prstGeom prst="line">
                <a:avLst/>
              </a:prstGeom>
              <a:ln cap="rnd">
                <a:solidFill>
                  <a:schemeClr val="tx1">
                    <a:lumMod val="50000"/>
                    <a:lumOff val="50000"/>
                    <a:alpha val="5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 name="Shapee1">
                <a:extLst>
                  <a:ext uri="{FF2B5EF4-FFF2-40B4-BE49-F238E27FC236}">
                    <a16:creationId xmlns:a16="http://schemas.microsoft.com/office/drawing/2014/main" id="{E4DFB992-E803-417E-A905-121FFCD4A98B}"/>
                  </a:ext>
                </a:extLst>
              </p:cNvPr>
              <p:cNvSpPr/>
              <p:nvPr/>
            </p:nvSpPr>
            <p:spPr>
              <a:xfrm flipH="1" flipV="1">
                <a:off x="679211" y="4487153"/>
                <a:ext cx="5119783" cy="179778"/>
              </a:xfrm>
              <a:custGeom>
                <a:avLst/>
                <a:gdLst>
                  <a:gd name="connsiteX0" fmla="*/ 0 w 1078230"/>
                  <a:gd name="connsiteY0" fmla="*/ 0 h 118110"/>
                  <a:gd name="connsiteX1" fmla="*/ 190500 w 1078230"/>
                  <a:gd name="connsiteY1" fmla="*/ 118110 h 118110"/>
                  <a:gd name="connsiteX2" fmla="*/ 1078230 w 1078230"/>
                  <a:gd name="connsiteY2" fmla="*/ 118110 h 118110"/>
                  <a:gd name="connsiteX0" fmla="*/ 0 w 2557752"/>
                  <a:gd name="connsiteY0" fmla="*/ 0 h 118110"/>
                  <a:gd name="connsiteX1" fmla="*/ 190500 w 2557752"/>
                  <a:gd name="connsiteY1" fmla="*/ 118110 h 118110"/>
                  <a:gd name="connsiteX2" fmla="*/ 2557752 w 2557752"/>
                  <a:gd name="connsiteY2" fmla="*/ 118110 h 118110"/>
                  <a:gd name="connsiteX0" fmla="*/ 0 w 1993464"/>
                  <a:gd name="connsiteY0" fmla="*/ 0 h 118110"/>
                  <a:gd name="connsiteX1" fmla="*/ 190500 w 1993464"/>
                  <a:gd name="connsiteY1" fmla="*/ 118110 h 118110"/>
                  <a:gd name="connsiteX2" fmla="*/ 1993464 w 1993464"/>
                  <a:gd name="connsiteY2" fmla="*/ 113160 h 118110"/>
                  <a:gd name="connsiteX0" fmla="*/ 0 w 2756469"/>
                  <a:gd name="connsiteY0" fmla="*/ 0 h 118110"/>
                  <a:gd name="connsiteX1" fmla="*/ 190500 w 2756469"/>
                  <a:gd name="connsiteY1" fmla="*/ 118110 h 118110"/>
                  <a:gd name="connsiteX2" fmla="*/ 2756469 w 2756469"/>
                  <a:gd name="connsiteY2" fmla="*/ 103054 h 118110"/>
                  <a:gd name="connsiteX0" fmla="*/ 0 w 2756469"/>
                  <a:gd name="connsiteY0" fmla="*/ 0 h 118110"/>
                  <a:gd name="connsiteX1" fmla="*/ 190500 w 2756469"/>
                  <a:gd name="connsiteY1" fmla="*/ 118110 h 118110"/>
                  <a:gd name="connsiteX2" fmla="*/ 2756469 w 2756469"/>
                  <a:gd name="connsiteY2" fmla="*/ 103054 h 118110"/>
                  <a:gd name="connsiteX0" fmla="*/ 0 w 2751416"/>
                  <a:gd name="connsiteY0" fmla="*/ 0 h 118110"/>
                  <a:gd name="connsiteX1" fmla="*/ 190500 w 2751416"/>
                  <a:gd name="connsiteY1" fmla="*/ 118110 h 118110"/>
                  <a:gd name="connsiteX2" fmla="*/ 2751416 w 2751416"/>
                  <a:gd name="connsiteY2" fmla="*/ 111476 h 118110"/>
                  <a:gd name="connsiteX0" fmla="*/ 0 w 2716045"/>
                  <a:gd name="connsiteY0" fmla="*/ 0 h 95372"/>
                  <a:gd name="connsiteX1" fmla="*/ 155129 w 2716045"/>
                  <a:gd name="connsiteY1" fmla="*/ 95372 h 95372"/>
                  <a:gd name="connsiteX2" fmla="*/ 2716045 w 2716045"/>
                  <a:gd name="connsiteY2" fmla="*/ 88738 h 95372"/>
                </a:gdLst>
                <a:ahLst/>
                <a:cxnLst>
                  <a:cxn ang="0">
                    <a:pos x="connsiteX0" y="connsiteY0"/>
                  </a:cxn>
                  <a:cxn ang="0">
                    <a:pos x="connsiteX1" y="connsiteY1"/>
                  </a:cxn>
                  <a:cxn ang="0">
                    <a:pos x="connsiteX2" y="connsiteY2"/>
                  </a:cxn>
                </a:cxnLst>
                <a:rect l="l" t="t" r="r" b="b"/>
                <a:pathLst>
                  <a:path w="2716045" h="95372">
                    <a:moveTo>
                      <a:pt x="0" y="0"/>
                    </a:moveTo>
                    <a:lnTo>
                      <a:pt x="155129" y="95372"/>
                    </a:lnTo>
                    <a:lnTo>
                      <a:pt x="2716045" y="88738"/>
                    </a:lnTo>
                  </a:path>
                </a:pathLst>
              </a:custGeom>
              <a:noFill/>
              <a:ln w="9525" cap="rnd">
                <a:solidFill>
                  <a:schemeClr val="tx1">
                    <a:lumMod val="50000"/>
                    <a:lumOff val="50000"/>
                    <a:alpha val="37000"/>
                  </a:schemeClr>
                </a:solidFill>
                <a:prstDash val="sysDash"/>
                <a:head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35" name="Shape1">
                <a:extLst>
                  <a:ext uri="{FF2B5EF4-FFF2-40B4-BE49-F238E27FC236}">
                    <a16:creationId xmlns:a16="http://schemas.microsoft.com/office/drawing/2014/main" id="{69554CB3-A579-4EF0-8EFC-C796446EB6EB}"/>
                  </a:ext>
                </a:extLst>
              </p:cNvPr>
              <p:cNvSpPr/>
              <p:nvPr/>
            </p:nvSpPr>
            <p:spPr>
              <a:xfrm>
                <a:off x="5747186" y="4631984"/>
                <a:ext cx="75551" cy="75551"/>
              </a:xfrm>
              <a:prstGeom prst="ellipse">
                <a:avLst/>
              </a:prstGeom>
              <a:solidFill>
                <a:schemeClr val="bg1"/>
              </a:solidFill>
              <a:ln w="9525" cap="rnd">
                <a:solidFill>
                  <a:schemeClr val="bg1">
                    <a:lumMod val="75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solidFill>
                    <a:schemeClr val="accent1"/>
                  </a:solidFill>
                  <a:cs typeface="+mn-ea"/>
                  <a:sym typeface="+mn-lt"/>
                </a:endParaRPr>
              </a:p>
            </p:txBody>
          </p:sp>
          <p:sp>
            <p:nvSpPr>
              <p:cNvPr id="17" name="Number1">
                <a:extLst>
                  <a:ext uri="{FF2B5EF4-FFF2-40B4-BE49-F238E27FC236}">
                    <a16:creationId xmlns:a16="http://schemas.microsoft.com/office/drawing/2014/main" id="{782CA37E-1E19-4471-82E8-C2601107AD51}"/>
                  </a:ext>
                </a:extLst>
              </p:cNvPr>
              <p:cNvSpPr/>
              <p:nvPr/>
            </p:nvSpPr>
            <p:spPr>
              <a:xfrm>
                <a:off x="5676824" y="4213726"/>
                <a:ext cx="2971646" cy="1836020"/>
              </a:xfrm>
              <a:prstGeom prst="roundRect">
                <a:avLst>
                  <a:gd name="adj" fmla="val 6804"/>
                </a:avLst>
              </a:prstGeom>
              <a:gradFill flip="none" rotWithShape="1">
                <a:gsLst>
                  <a:gs pos="0">
                    <a:schemeClr val="accent1">
                      <a:lumMod val="60000"/>
                      <a:lumOff val="40000"/>
                    </a:schemeClr>
                  </a:gs>
                  <a:gs pos="79000">
                    <a:schemeClr val="accent1"/>
                  </a:gs>
                </a:gsLst>
                <a:lin ang="1800000" scaled="0"/>
                <a:tileRect/>
              </a:gradFill>
              <a:ln>
                <a:noFill/>
              </a:ln>
              <a:effectLst>
                <a:outerShdw blurRad="266700" dist="812800" dir="2400000" algn="t" rotWithShape="0">
                  <a:schemeClr val="accent1">
                    <a:alpha val="7000"/>
                  </a:schemeClr>
                </a:outerShdw>
              </a:effectLst>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5000" dirty="0">
                    <a:cs typeface="+mn-ea"/>
                    <a:sym typeface="+mn-lt"/>
                  </a:rPr>
                  <a:t>01</a:t>
                </a:r>
                <a:endParaRPr lang="zh-CN" altLang="en-US" sz="5000" dirty="0">
                  <a:cs typeface="+mn-ea"/>
                  <a:sym typeface="+mn-lt"/>
                </a:endParaRPr>
              </a:p>
            </p:txBody>
          </p:sp>
          <p:grpSp>
            <p:nvGrpSpPr>
              <p:cNvPr id="8" name="组合 7">
                <a:extLst>
                  <a:ext uri="{FF2B5EF4-FFF2-40B4-BE49-F238E27FC236}">
                    <a16:creationId xmlns:a16="http://schemas.microsoft.com/office/drawing/2014/main" id="{D7BE277D-0CDD-B82D-1879-AE1648CB213B}"/>
                  </a:ext>
                </a:extLst>
              </p:cNvPr>
              <p:cNvGrpSpPr/>
              <p:nvPr/>
            </p:nvGrpSpPr>
            <p:grpSpPr>
              <a:xfrm>
                <a:off x="660400" y="4733647"/>
                <a:ext cx="4498336" cy="1356307"/>
                <a:chOff x="660400" y="4487150"/>
                <a:chExt cx="4498336" cy="1356307"/>
              </a:xfrm>
            </p:grpSpPr>
            <p:sp>
              <p:nvSpPr>
                <p:cNvPr id="3" name="ComponentBackground1">
                  <a:extLst>
                    <a:ext uri="{FF2B5EF4-FFF2-40B4-BE49-F238E27FC236}">
                      <a16:creationId xmlns:a16="http://schemas.microsoft.com/office/drawing/2014/main" id="{22F59EE2-0DEF-4E1D-BB2E-1E26BAA8E559}"/>
                    </a:ext>
                  </a:extLst>
                </p:cNvPr>
                <p:cNvSpPr/>
                <p:nvPr/>
              </p:nvSpPr>
              <p:spPr>
                <a:xfrm>
                  <a:off x="660400" y="4487153"/>
                  <a:ext cx="4498336" cy="1356304"/>
                </a:xfrm>
                <a:prstGeom prst="round2SameRect">
                  <a:avLst>
                    <a:gd name="adj1" fmla="val 0"/>
                    <a:gd name="adj2" fmla="val 11291"/>
                  </a:avLst>
                </a:prstGeom>
                <a:solidFill>
                  <a:schemeClr val="bg1"/>
                </a:solidFill>
                <a:ln>
                  <a:noFill/>
                </a:ln>
                <a:effectLst>
                  <a:outerShdw blurRad="254000" dist="127000" algn="ctr" rotWithShape="0">
                    <a:schemeClr val="bg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lnSpc>
                      <a:spcPct val="120000"/>
                    </a:lnSpc>
                  </a:pPr>
                  <a:endParaRPr lang="zh-CN" altLang="en-US" sz="2000">
                    <a:cs typeface="+mn-ea"/>
                    <a:sym typeface="+mn-lt"/>
                  </a:endParaRPr>
                </a:p>
              </p:txBody>
            </p:sp>
            <p:cxnSp>
              <p:nvCxnSpPr>
                <p:cNvPr id="42" name="Line1">
                  <a:extLst>
                    <a:ext uri="{FF2B5EF4-FFF2-40B4-BE49-F238E27FC236}">
                      <a16:creationId xmlns:a16="http://schemas.microsoft.com/office/drawing/2014/main" id="{7B486742-E41D-4D69-B4E4-444ABDEF9B5B}"/>
                    </a:ext>
                  </a:extLst>
                </p:cNvPr>
                <p:cNvCxnSpPr>
                  <a:cxnSpLocks/>
                </p:cNvCxnSpPr>
                <p:nvPr/>
              </p:nvCxnSpPr>
              <p:spPr>
                <a:xfrm>
                  <a:off x="665086" y="4487153"/>
                  <a:ext cx="4491876" cy="0"/>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Bullet1">
                  <a:extLst>
                    <a:ext uri="{FF2B5EF4-FFF2-40B4-BE49-F238E27FC236}">
                      <a16:creationId xmlns:a16="http://schemas.microsoft.com/office/drawing/2014/main" id="{99A1430C-84D3-420E-914D-00D2C97D8B45}"/>
                    </a:ext>
                  </a:extLst>
                </p:cNvPr>
                <p:cNvSpPr txBox="1"/>
                <p:nvPr/>
              </p:nvSpPr>
              <p:spPr>
                <a:xfrm>
                  <a:off x="908006" y="4487150"/>
                  <a:ext cx="4107169" cy="435437"/>
                </a:xfrm>
                <a:prstGeom prst="rect">
                  <a:avLst/>
                </a:prstGeom>
                <a:noFill/>
              </p:spPr>
              <p:txBody>
                <a:bodyPr wrap="square" rtlCol="0" anchor="b" anchorCtr="0">
                  <a:noAutofit/>
                </a:bodyPr>
                <a:lstStyle/>
                <a:p>
                  <a:pPr>
                    <a:lnSpc>
                      <a:spcPct val="120000"/>
                    </a:lnSpc>
                  </a:pPr>
                  <a:r>
                    <a:rPr lang="zh-CN" altLang="en-US" sz="2000" b="1" dirty="0">
                      <a:cs typeface="+mn-ea"/>
                      <a:sym typeface="+mn-lt"/>
                    </a:rPr>
                    <a:t>产品需求增长</a:t>
                  </a:r>
                  <a:endParaRPr lang="en-US" sz="2000" dirty="0"/>
                </a:p>
              </p:txBody>
            </p:sp>
            <p:sp>
              <p:nvSpPr>
                <p:cNvPr id="19" name="Text1">
                  <a:extLst>
                    <a:ext uri="{FF2B5EF4-FFF2-40B4-BE49-F238E27FC236}">
                      <a16:creationId xmlns:a16="http://schemas.microsoft.com/office/drawing/2014/main" id="{E0E6C0E3-123E-968A-E41D-5A111F54DB8C}"/>
                    </a:ext>
                  </a:extLst>
                </p:cNvPr>
                <p:cNvSpPr txBox="1"/>
                <p:nvPr/>
              </p:nvSpPr>
              <p:spPr>
                <a:xfrm>
                  <a:off x="908006" y="4922586"/>
                  <a:ext cx="4248956" cy="887346"/>
                </a:xfrm>
                <a:prstGeom prst="rect">
                  <a:avLst/>
                </a:prstGeom>
                <a:noFill/>
              </p:spPr>
              <p:txBody>
                <a:bodyPr wrap="square" rtlCol="0">
                  <a:normAutofit lnSpcReduction="10000"/>
                </a:bodyPr>
                <a:lstStyle/>
                <a:p>
                  <a:pPr marL="0" indent="0" algn="l">
                    <a:lnSpc>
                      <a:spcPct val="130000"/>
                    </a:lnSpc>
                  </a:pPr>
                  <a:r>
                    <a:rPr lang="zh-CN" altLang="en-US" sz="1400" dirty="0">
                      <a:effectLst/>
                    </a:rPr>
                    <a:t>为确保演示效果，请将内容调整为简洁明了的表达方式。若需包含较多信息，可适当延展，但请提炼核心内容，减少冗余，避免对观者造成阅读压力。</a:t>
                  </a:r>
                </a:p>
              </p:txBody>
            </p:sp>
          </p:grpSp>
          <p:sp>
            <p:nvSpPr>
              <p:cNvPr id="38" name="Shapee2">
                <a:extLst>
                  <a:ext uri="{FF2B5EF4-FFF2-40B4-BE49-F238E27FC236}">
                    <a16:creationId xmlns:a16="http://schemas.microsoft.com/office/drawing/2014/main" id="{1CC32DB3-B8C7-44D4-85B3-37B954094EC6}"/>
                  </a:ext>
                </a:extLst>
              </p:cNvPr>
              <p:cNvSpPr/>
              <p:nvPr/>
            </p:nvSpPr>
            <p:spPr>
              <a:xfrm flipH="1" flipV="1">
                <a:off x="2294912" y="3164370"/>
                <a:ext cx="5186458" cy="222639"/>
              </a:xfrm>
              <a:custGeom>
                <a:avLst/>
                <a:gdLst>
                  <a:gd name="connsiteX0" fmla="*/ 0 w 1078230"/>
                  <a:gd name="connsiteY0" fmla="*/ 0 h 118110"/>
                  <a:gd name="connsiteX1" fmla="*/ 190500 w 1078230"/>
                  <a:gd name="connsiteY1" fmla="*/ 118110 h 118110"/>
                  <a:gd name="connsiteX2" fmla="*/ 1078230 w 1078230"/>
                  <a:gd name="connsiteY2" fmla="*/ 118110 h 118110"/>
                  <a:gd name="connsiteX0" fmla="*/ 0 w 2557752"/>
                  <a:gd name="connsiteY0" fmla="*/ 0 h 118110"/>
                  <a:gd name="connsiteX1" fmla="*/ 190500 w 2557752"/>
                  <a:gd name="connsiteY1" fmla="*/ 118110 h 118110"/>
                  <a:gd name="connsiteX2" fmla="*/ 2557752 w 2557752"/>
                  <a:gd name="connsiteY2" fmla="*/ 118110 h 118110"/>
                  <a:gd name="connsiteX0" fmla="*/ 0 w 1993464"/>
                  <a:gd name="connsiteY0" fmla="*/ 0 h 118110"/>
                  <a:gd name="connsiteX1" fmla="*/ 190500 w 1993464"/>
                  <a:gd name="connsiteY1" fmla="*/ 118110 h 118110"/>
                  <a:gd name="connsiteX2" fmla="*/ 1993464 w 1993464"/>
                  <a:gd name="connsiteY2" fmla="*/ 113160 h 118110"/>
                  <a:gd name="connsiteX0" fmla="*/ 0 w 2756469"/>
                  <a:gd name="connsiteY0" fmla="*/ 0 h 118110"/>
                  <a:gd name="connsiteX1" fmla="*/ 190500 w 2756469"/>
                  <a:gd name="connsiteY1" fmla="*/ 118110 h 118110"/>
                  <a:gd name="connsiteX2" fmla="*/ 2756469 w 2756469"/>
                  <a:gd name="connsiteY2" fmla="*/ 103054 h 118110"/>
                  <a:gd name="connsiteX0" fmla="*/ 0 w 2756469"/>
                  <a:gd name="connsiteY0" fmla="*/ 0 h 118110"/>
                  <a:gd name="connsiteX1" fmla="*/ 190500 w 2756469"/>
                  <a:gd name="connsiteY1" fmla="*/ 118110 h 118110"/>
                  <a:gd name="connsiteX2" fmla="*/ 2756469 w 2756469"/>
                  <a:gd name="connsiteY2" fmla="*/ 103054 h 118110"/>
                  <a:gd name="connsiteX0" fmla="*/ 0 w 2751416"/>
                  <a:gd name="connsiteY0" fmla="*/ 0 h 118110"/>
                  <a:gd name="connsiteX1" fmla="*/ 190500 w 2751416"/>
                  <a:gd name="connsiteY1" fmla="*/ 118110 h 118110"/>
                  <a:gd name="connsiteX2" fmla="*/ 2751416 w 2751416"/>
                  <a:gd name="connsiteY2" fmla="*/ 111476 h 118110"/>
                </a:gdLst>
                <a:ahLst/>
                <a:cxnLst>
                  <a:cxn ang="0">
                    <a:pos x="connsiteX0" y="connsiteY0"/>
                  </a:cxn>
                  <a:cxn ang="0">
                    <a:pos x="connsiteX1" y="connsiteY1"/>
                  </a:cxn>
                  <a:cxn ang="0">
                    <a:pos x="connsiteX2" y="connsiteY2"/>
                  </a:cxn>
                </a:cxnLst>
                <a:rect l="l" t="t" r="r" b="b"/>
                <a:pathLst>
                  <a:path w="2751416" h="118110">
                    <a:moveTo>
                      <a:pt x="0" y="0"/>
                    </a:moveTo>
                    <a:lnTo>
                      <a:pt x="190500" y="118110"/>
                    </a:lnTo>
                    <a:lnTo>
                      <a:pt x="2751416" y="111476"/>
                    </a:lnTo>
                  </a:path>
                </a:pathLst>
              </a:custGeom>
              <a:noFill/>
              <a:ln w="9525" cap="rnd">
                <a:solidFill>
                  <a:schemeClr val="tx1">
                    <a:lumMod val="50000"/>
                    <a:lumOff val="50000"/>
                    <a:alpha val="37000"/>
                  </a:schemeClr>
                </a:solidFill>
                <a:prstDash val="sysDash"/>
                <a:head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29" name="Shape2">
                <a:extLst>
                  <a:ext uri="{FF2B5EF4-FFF2-40B4-BE49-F238E27FC236}">
                    <a16:creationId xmlns:a16="http://schemas.microsoft.com/office/drawing/2014/main" id="{DC53F7CE-15EF-4A8A-98B8-9BC75195E9B6}"/>
                  </a:ext>
                </a:extLst>
              </p:cNvPr>
              <p:cNvSpPr/>
              <p:nvPr/>
            </p:nvSpPr>
            <p:spPr>
              <a:xfrm>
                <a:off x="7441760" y="3365665"/>
                <a:ext cx="75551" cy="75551"/>
              </a:xfrm>
              <a:prstGeom prst="ellipse">
                <a:avLst/>
              </a:prstGeom>
              <a:solidFill>
                <a:schemeClr val="bg1"/>
              </a:solidFill>
              <a:ln w="9525" cap="rnd">
                <a:solidFill>
                  <a:schemeClr val="bg1">
                    <a:lumMod val="75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solidFill>
                    <a:schemeClr val="accent1"/>
                  </a:solidFill>
                  <a:cs typeface="+mn-ea"/>
                  <a:sym typeface="+mn-lt"/>
                </a:endParaRPr>
              </a:p>
            </p:txBody>
          </p:sp>
          <p:sp>
            <p:nvSpPr>
              <p:cNvPr id="16" name="Number2">
                <a:extLst>
                  <a:ext uri="{FF2B5EF4-FFF2-40B4-BE49-F238E27FC236}">
                    <a16:creationId xmlns:a16="http://schemas.microsoft.com/office/drawing/2014/main" id="{D74A0E20-E2B8-4743-A8CC-01BFF10305BE}"/>
                  </a:ext>
                </a:extLst>
              </p:cNvPr>
              <p:cNvSpPr/>
              <p:nvPr/>
            </p:nvSpPr>
            <p:spPr>
              <a:xfrm>
                <a:off x="7046668" y="3084619"/>
                <a:ext cx="2971646" cy="1836020"/>
              </a:xfrm>
              <a:prstGeom prst="roundRect">
                <a:avLst>
                  <a:gd name="adj" fmla="val 6804"/>
                </a:avLst>
              </a:prstGeom>
              <a:gradFill flip="none" rotWithShape="1">
                <a:gsLst>
                  <a:gs pos="0">
                    <a:schemeClr val="accent2">
                      <a:lumMod val="60000"/>
                      <a:lumOff val="40000"/>
                    </a:schemeClr>
                  </a:gs>
                  <a:gs pos="79000">
                    <a:schemeClr val="accent2"/>
                  </a:gs>
                </a:gsLst>
                <a:lin ang="1800000" scaled="0"/>
                <a:tileRect/>
              </a:gradFill>
              <a:ln>
                <a:noFill/>
              </a:ln>
              <a:effectLst>
                <a:outerShdw blurRad="266700" dist="812800" dir="2400000" algn="t" rotWithShape="0">
                  <a:schemeClr val="accent1">
                    <a:alpha val="7000"/>
                  </a:schemeClr>
                </a:outerShdw>
              </a:effectLst>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5000" dirty="0">
                    <a:cs typeface="+mn-ea"/>
                    <a:sym typeface="+mn-lt"/>
                  </a:rPr>
                  <a:t>02</a:t>
                </a:r>
                <a:endParaRPr lang="zh-CN" altLang="en-US" sz="5000" dirty="0">
                  <a:cs typeface="+mn-ea"/>
                  <a:sym typeface="+mn-lt"/>
                </a:endParaRPr>
              </a:p>
            </p:txBody>
          </p:sp>
          <p:grpSp>
            <p:nvGrpSpPr>
              <p:cNvPr id="9" name="组合 8">
                <a:extLst>
                  <a:ext uri="{FF2B5EF4-FFF2-40B4-BE49-F238E27FC236}">
                    <a16:creationId xmlns:a16="http://schemas.microsoft.com/office/drawing/2014/main" id="{9DEBD16A-E15C-9064-1BE2-2ACB7D455BA4}"/>
                  </a:ext>
                </a:extLst>
              </p:cNvPr>
              <p:cNvGrpSpPr/>
              <p:nvPr/>
            </p:nvGrpSpPr>
            <p:grpSpPr>
              <a:xfrm>
                <a:off x="660400" y="3287615"/>
                <a:ext cx="4498336" cy="1356306"/>
                <a:chOff x="660400" y="3164366"/>
                <a:chExt cx="4498336" cy="1356306"/>
              </a:xfrm>
            </p:grpSpPr>
            <p:sp>
              <p:nvSpPr>
                <p:cNvPr id="59" name="ComponentBackground2">
                  <a:extLst>
                    <a:ext uri="{FF2B5EF4-FFF2-40B4-BE49-F238E27FC236}">
                      <a16:creationId xmlns:a16="http://schemas.microsoft.com/office/drawing/2014/main" id="{85B7BA40-C6F3-7A94-DCEA-8292D03022AE}"/>
                    </a:ext>
                  </a:extLst>
                </p:cNvPr>
                <p:cNvSpPr/>
                <p:nvPr/>
              </p:nvSpPr>
              <p:spPr>
                <a:xfrm>
                  <a:off x="660400" y="3164368"/>
                  <a:ext cx="4498336" cy="1356304"/>
                </a:xfrm>
                <a:prstGeom prst="round2SameRect">
                  <a:avLst>
                    <a:gd name="adj1" fmla="val 0"/>
                    <a:gd name="adj2" fmla="val 11291"/>
                  </a:avLst>
                </a:prstGeom>
                <a:solidFill>
                  <a:schemeClr val="bg1"/>
                </a:solidFill>
                <a:ln>
                  <a:noFill/>
                </a:ln>
                <a:effectLst>
                  <a:outerShdw blurRad="254000" dist="127000" algn="ctr" rotWithShape="0">
                    <a:schemeClr val="bg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lnSpc>
                      <a:spcPct val="120000"/>
                    </a:lnSpc>
                  </a:pPr>
                  <a:endParaRPr lang="zh-CN" altLang="en-US" sz="2000">
                    <a:cs typeface="+mn-ea"/>
                    <a:sym typeface="+mn-lt"/>
                  </a:endParaRPr>
                </a:p>
              </p:txBody>
            </p:sp>
            <p:cxnSp>
              <p:nvCxnSpPr>
                <p:cNvPr id="60" name="Line2">
                  <a:extLst>
                    <a:ext uri="{FF2B5EF4-FFF2-40B4-BE49-F238E27FC236}">
                      <a16:creationId xmlns:a16="http://schemas.microsoft.com/office/drawing/2014/main" id="{2A893F1F-C44D-D2E9-431F-C0C084D96156}"/>
                    </a:ext>
                  </a:extLst>
                </p:cNvPr>
                <p:cNvCxnSpPr>
                  <a:cxnSpLocks/>
                </p:cNvCxnSpPr>
                <p:nvPr/>
              </p:nvCxnSpPr>
              <p:spPr>
                <a:xfrm>
                  <a:off x="665086" y="3164369"/>
                  <a:ext cx="4491876" cy="0"/>
                </a:xfrm>
                <a:prstGeom prst="line">
                  <a:avLst/>
                </a:prstGeom>
                <a:ln w="349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2" name="Bullet2">
                  <a:extLst>
                    <a:ext uri="{FF2B5EF4-FFF2-40B4-BE49-F238E27FC236}">
                      <a16:creationId xmlns:a16="http://schemas.microsoft.com/office/drawing/2014/main" id="{8733810C-F9FA-A392-88B5-ED7C10DE3629}"/>
                    </a:ext>
                  </a:extLst>
                </p:cNvPr>
                <p:cNvSpPr txBox="1"/>
                <p:nvPr/>
              </p:nvSpPr>
              <p:spPr>
                <a:xfrm>
                  <a:off x="908006" y="3164366"/>
                  <a:ext cx="4107169" cy="435437"/>
                </a:xfrm>
                <a:prstGeom prst="rect">
                  <a:avLst/>
                </a:prstGeom>
                <a:noFill/>
              </p:spPr>
              <p:txBody>
                <a:bodyPr wrap="square" rtlCol="0" anchor="b" anchorCtr="0">
                  <a:noAutofit/>
                </a:bodyPr>
                <a:lstStyle/>
                <a:p>
                  <a:pPr>
                    <a:lnSpc>
                      <a:spcPct val="120000"/>
                    </a:lnSpc>
                  </a:pPr>
                  <a:r>
                    <a:rPr lang="zh-CN" altLang="en-US" sz="2000" b="1" dirty="0">
                      <a:cs typeface="+mn-ea"/>
                      <a:sym typeface="+mn-lt"/>
                    </a:rPr>
                    <a:t>服务市场扩大</a:t>
                  </a:r>
                  <a:endParaRPr lang="en-US" sz="2000" dirty="0"/>
                </a:p>
              </p:txBody>
            </p:sp>
            <p:sp>
              <p:nvSpPr>
                <p:cNvPr id="63" name="Text2">
                  <a:extLst>
                    <a:ext uri="{FF2B5EF4-FFF2-40B4-BE49-F238E27FC236}">
                      <a16:creationId xmlns:a16="http://schemas.microsoft.com/office/drawing/2014/main" id="{C9ECD48A-A22A-FD48-B47A-378EB0A5800D}"/>
                    </a:ext>
                  </a:extLst>
                </p:cNvPr>
                <p:cNvSpPr txBox="1"/>
                <p:nvPr/>
              </p:nvSpPr>
              <p:spPr>
                <a:xfrm>
                  <a:off x="908006" y="3599801"/>
                  <a:ext cx="4248956" cy="887345"/>
                </a:xfrm>
                <a:prstGeom prst="rect">
                  <a:avLst/>
                </a:prstGeom>
                <a:noFill/>
              </p:spPr>
              <p:txBody>
                <a:bodyPr wrap="square" rtlCol="0">
                  <a:normAutofit lnSpcReduction="10000"/>
                </a:bodyPr>
                <a:lstStyle/>
                <a:p>
                  <a:pPr marL="0" indent="0" algn="l">
                    <a:lnSpc>
                      <a:spcPct val="130000"/>
                    </a:lnSpc>
                  </a:pPr>
                  <a:r>
                    <a:rPr lang="zh-CN" altLang="en-US" sz="1400" dirty="0">
                      <a:effectLst/>
                    </a:rPr>
                    <a:t>为确保演示效果，请将内容调整为简洁明了的表达方式。若需包含较多信息，可适当延展，但请提炼核心内容，减少冗余，避免对观者造成阅读压力。</a:t>
                  </a:r>
                </a:p>
              </p:txBody>
            </p:sp>
          </p:grpSp>
          <p:sp>
            <p:nvSpPr>
              <p:cNvPr id="41" name="Shapee3">
                <a:extLst>
                  <a:ext uri="{FF2B5EF4-FFF2-40B4-BE49-F238E27FC236}">
                    <a16:creationId xmlns:a16="http://schemas.microsoft.com/office/drawing/2014/main" id="{83B5737C-E3BD-43ED-885F-14A9C3D59DEA}"/>
                  </a:ext>
                </a:extLst>
              </p:cNvPr>
              <p:cNvSpPr/>
              <p:nvPr/>
            </p:nvSpPr>
            <p:spPr>
              <a:xfrm flipH="1" flipV="1">
                <a:off x="3583682" y="1841587"/>
                <a:ext cx="5605559" cy="222639"/>
              </a:xfrm>
              <a:custGeom>
                <a:avLst/>
                <a:gdLst>
                  <a:gd name="connsiteX0" fmla="*/ 0 w 1078230"/>
                  <a:gd name="connsiteY0" fmla="*/ 0 h 118110"/>
                  <a:gd name="connsiteX1" fmla="*/ 190500 w 1078230"/>
                  <a:gd name="connsiteY1" fmla="*/ 118110 h 118110"/>
                  <a:gd name="connsiteX2" fmla="*/ 1078230 w 1078230"/>
                  <a:gd name="connsiteY2" fmla="*/ 118110 h 118110"/>
                  <a:gd name="connsiteX0" fmla="*/ 0 w 2557752"/>
                  <a:gd name="connsiteY0" fmla="*/ 0 h 118110"/>
                  <a:gd name="connsiteX1" fmla="*/ 190500 w 2557752"/>
                  <a:gd name="connsiteY1" fmla="*/ 118110 h 118110"/>
                  <a:gd name="connsiteX2" fmla="*/ 2557752 w 2557752"/>
                  <a:gd name="connsiteY2" fmla="*/ 118110 h 118110"/>
                  <a:gd name="connsiteX0" fmla="*/ 0 w 1993464"/>
                  <a:gd name="connsiteY0" fmla="*/ 0 h 118110"/>
                  <a:gd name="connsiteX1" fmla="*/ 190500 w 1993464"/>
                  <a:gd name="connsiteY1" fmla="*/ 118110 h 118110"/>
                  <a:gd name="connsiteX2" fmla="*/ 1993464 w 1993464"/>
                  <a:gd name="connsiteY2" fmla="*/ 113160 h 118110"/>
                  <a:gd name="connsiteX0" fmla="*/ 0 w 2756469"/>
                  <a:gd name="connsiteY0" fmla="*/ 0 h 118110"/>
                  <a:gd name="connsiteX1" fmla="*/ 190500 w 2756469"/>
                  <a:gd name="connsiteY1" fmla="*/ 118110 h 118110"/>
                  <a:gd name="connsiteX2" fmla="*/ 2756469 w 2756469"/>
                  <a:gd name="connsiteY2" fmla="*/ 103054 h 118110"/>
                  <a:gd name="connsiteX0" fmla="*/ 0 w 2756469"/>
                  <a:gd name="connsiteY0" fmla="*/ 0 h 118110"/>
                  <a:gd name="connsiteX1" fmla="*/ 190500 w 2756469"/>
                  <a:gd name="connsiteY1" fmla="*/ 118110 h 118110"/>
                  <a:gd name="connsiteX2" fmla="*/ 2756469 w 2756469"/>
                  <a:gd name="connsiteY2" fmla="*/ 103054 h 118110"/>
                  <a:gd name="connsiteX0" fmla="*/ 0 w 2751416"/>
                  <a:gd name="connsiteY0" fmla="*/ 0 h 118110"/>
                  <a:gd name="connsiteX1" fmla="*/ 190500 w 2751416"/>
                  <a:gd name="connsiteY1" fmla="*/ 118110 h 118110"/>
                  <a:gd name="connsiteX2" fmla="*/ 2751416 w 2751416"/>
                  <a:gd name="connsiteY2" fmla="*/ 111476 h 118110"/>
                  <a:gd name="connsiteX0" fmla="*/ 0 w 2973749"/>
                  <a:gd name="connsiteY0" fmla="*/ 0 h 118110"/>
                  <a:gd name="connsiteX1" fmla="*/ 190500 w 2973749"/>
                  <a:gd name="connsiteY1" fmla="*/ 118110 h 118110"/>
                  <a:gd name="connsiteX2" fmla="*/ 2973749 w 2973749"/>
                  <a:gd name="connsiteY2" fmla="*/ 106423 h 118110"/>
                </a:gdLst>
                <a:ahLst/>
                <a:cxnLst>
                  <a:cxn ang="0">
                    <a:pos x="connsiteX0" y="connsiteY0"/>
                  </a:cxn>
                  <a:cxn ang="0">
                    <a:pos x="connsiteX1" y="connsiteY1"/>
                  </a:cxn>
                  <a:cxn ang="0">
                    <a:pos x="connsiteX2" y="connsiteY2"/>
                  </a:cxn>
                </a:cxnLst>
                <a:rect l="l" t="t" r="r" b="b"/>
                <a:pathLst>
                  <a:path w="2973749" h="118110">
                    <a:moveTo>
                      <a:pt x="0" y="0"/>
                    </a:moveTo>
                    <a:lnTo>
                      <a:pt x="190500" y="118110"/>
                    </a:lnTo>
                    <a:lnTo>
                      <a:pt x="2973749" y="106423"/>
                    </a:lnTo>
                  </a:path>
                </a:pathLst>
              </a:custGeom>
              <a:noFill/>
              <a:ln w="9525" cap="rnd">
                <a:solidFill>
                  <a:schemeClr val="tx1">
                    <a:lumMod val="50000"/>
                    <a:lumOff val="50000"/>
                    <a:alpha val="37000"/>
                  </a:schemeClr>
                </a:solidFill>
                <a:prstDash val="sysDash"/>
                <a:head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26" name="Shape3">
                <a:extLst>
                  <a:ext uri="{FF2B5EF4-FFF2-40B4-BE49-F238E27FC236}">
                    <a16:creationId xmlns:a16="http://schemas.microsoft.com/office/drawing/2014/main" id="{D078CD2F-454B-413A-8207-91FB8DC38186}"/>
                  </a:ext>
                </a:extLst>
              </p:cNvPr>
              <p:cNvSpPr/>
              <p:nvPr/>
            </p:nvSpPr>
            <p:spPr>
              <a:xfrm>
                <a:off x="9120040" y="2005106"/>
                <a:ext cx="75551" cy="75551"/>
              </a:xfrm>
              <a:prstGeom prst="ellipse">
                <a:avLst/>
              </a:prstGeom>
              <a:solidFill>
                <a:schemeClr val="bg1"/>
              </a:solidFill>
              <a:ln w="9525" cap="rnd">
                <a:solidFill>
                  <a:schemeClr val="bg1">
                    <a:lumMod val="75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solidFill>
                    <a:schemeClr val="accent1"/>
                  </a:solidFill>
                  <a:cs typeface="+mn-ea"/>
                  <a:sym typeface="+mn-lt"/>
                </a:endParaRPr>
              </a:p>
            </p:txBody>
          </p:sp>
          <p:sp>
            <p:nvSpPr>
              <p:cNvPr id="15" name="Number3">
                <a:extLst>
                  <a:ext uri="{FF2B5EF4-FFF2-40B4-BE49-F238E27FC236}">
                    <a16:creationId xmlns:a16="http://schemas.microsoft.com/office/drawing/2014/main" id="{B2A970A0-77CA-4BCC-8694-15AC796C089B}"/>
                  </a:ext>
                </a:extLst>
              </p:cNvPr>
              <p:cNvSpPr/>
              <p:nvPr/>
            </p:nvSpPr>
            <p:spPr>
              <a:xfrm>
                <a:off x="8389708" y="1955512"/>
                <a:ext cx="2971646" cy="1836020"/>
              </a:xfrm>
              <a:prstGeom prst="roundRect">
                <a:avLst>
                  <a:gd name="adj" fmla="val 6804"/>
                </a:avLst>
              </a:prstGeom>
              <a:gradFill flip="none" rotWithShape="1">
                <a:gsLst>
                  <a:gs pos="0">
                    <a:schemeClr val="accent1">
                      <a:lumMod val="60000"/>
                      <a:lumOff val="40000"/>
                    </a:schemeClr>
                  </a:gs>
                  <a:gs pos="79000">
                    <a:schemeClr val="accent1"/>
                  </a:gs>
                </a:gsLst>
                <a:lin ang="1800000" scaled="0"/>
                <a:tileRect/>
              </a:gradFill>
              <a:ln>
                <a:noFill/>
              </a:ln>
              <a:effectLst>
                <a:outerShdw blurRad="266700" dist="812800" dir="2400000" algn="t" rotWithShape="0">
                  <a:schemeClr val="accent1">
                    <a:alpha val="7000"/>
                  </a:schemeClr>
                </a:outerShdw>
              </a:effectLst>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5000">
                    <a:cs typeface="+mn-ea"/>
                    <a:sym typeface="+mn-lt"/>
                  </a:rPr>
                  <a:t>03</a:t>
                </a:r>
                <a:endParaRPr lang="zh-CN" altLang="en-US" sz="5000" dirty="0">
                  <a:cs typeface="+mn-ea"/>
                  <a:sym typeface="+mn-lt"/>
                </a:endParaRPr>
              </a:p>
            </p:txBody>
          </p:sp>
          <p:grpSp>
            <p:nvGrpSpPr>
              <p:cNvPr id="10" name="组合 9">
                <a:extLst>
                  <a:ext uri="{FF2B5EF4-FFF2-40B4-BE49-F238E27FC236}">
                    <a16:creationId xmlns:a16="http://schemas.microsoft.com/office/drawing/2014/main" id="{F14BEAE7-D312-C791-CBFE-4ABBD4B80017}"/>
                  </a:ext>
                </a:extLst>
              </p:cNvPr>
              <p:cNvGrpSpPr/>
              <p:nvPr/>
            </p:nvGrpSpPr>
            <p:grpSpPr>
              <a:xfrm>
                <a:off x="660400" y="1841583"/>
                <a:ext cx="4498336" cy="1356306"/>
                <a:chOff x="660400" y="1841583"/>
                <a:chExt cx="4498336" cy="1356306"/>
              </a:xfrm>
            </p:grpSpPr>
            <p:sp>
              <p:nvSpPr>
                <p:cNvPr id="65" name="ComponentBackground3">
                  <a:extLst>
                    <a:ext uri="{FF2B5EF4-FFF2-40B4-BE49-F238E27FC236}">
                      <a16:creationId xmlns:a16="http://schemas.microsoft.com/office/drawing/2014/main" id="{2A684207-42BD-8159-C57F-566EF2984E08}"/>
                    </a:ext>
                  </a:extLst>
                </p:cNvPr>
                <p:cNvSpPr/>
                <p:nvPr/>
              </p:nvSpPr>
              <p:spPr>
                <a:xfrm>
                  <a:off x="660400" y="1841585"/>
                  <a:ext cx="4498336" cy="1356304"/>
                </a:xfrm>
                <a:prstGeom prst="round2SameRect">
                  <a:avLst>
                    <a:gd name="adj1" fmla="val 0"/>
                    <a:gd name="adj2" fmla="val 11291"/>
                  </a:avLst>
                </a:prstGeom>
                <a:solidFill>
                  <a:schemeClr val="bg1"/>
                </a:solidFill>
                <a:ln>
                  <a:noFill/>
                </a:ln>
                <a:effectLst>
                  <a:outerShdw blurRad="254000" dist="127000" algn="ctr" rotWithShape="0">
                    <a:schemeClr val="bg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lnSpc>
                      <a:spcPct val="120000"/>
                    </a:lnSpc>
                  </a:pPr>
                  <a:endParaRPr lang="zh-CN" altLang="en-US" sz="2000">
                    <a:cs typeface="+mn-ea"/>
                    <a:sym typeface="+mn-lt"/>
                  </a:endParaRPr>
                </a:p>
              </p:txBody>
            </p:sp>
            <p:cxnSp>
              <p:nvCxnSpPr>
                <p:cNvPr id="66" name="Line3">
                  <a:extLst>
                    <a:ext uri="{FF2B5EF4-FFF2-40B4-BE49-F238E27FC236}">
                      <a16:creationId xmlns:a16="http://schemas.microsoft.com/office/drawing/2014/main" id="{62FD45C8-BFB7-1D5E-152F-CF28EA436323}"/>
                    </a:ext>
                  </a:extLst>
                </p:cNvPr>
                <p:cNvCxnSpPr>
                  <a:cxnSpLocks/>
                </p:cNvCxnSpPr>
                <p:nvPr/>
              </p:nvCxnSpPr>
              <p:spPr>
                <a:xfrm>
                  <a:off x="665086" y="1841586"/>
                  <a:ext cx="4491876" cy="0"/>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sp>
              <p:nvSpPr>
                <p:cNvPr id="68" name="Bullet3">
                  <a:extLst>
                    <a:ext uri="{FF2B5EF4-FFF2-40B4-BE49-F238E27FC236}">
                      <a16:creationId xmlns:a16="http://schemas.microsoft.com/office/drawing/2014/main" id="{6D392915-E822-5268-C4ED-A43C9270BBC2}"/>
                    </a:ext>
                  </a:extLst>
                </p:cNvPr>
                <p:cNvSpPr txBox="1"/>
                <p:nvPr/>
              </p:nvSpPr>
              <p:spPr>
                <a:xfrm>
                  <a:off x="908006" y="1841583"/>
                  <a:ext cx="4107169" cy="435437"/>
                </a:xfrm>
                <a:prstGeom prst="rect">
                  <a:avLst/>
                </a:prstGeom>
                <a:noFill/>
              </p:spPr>
              <p:txBody>
                <a:bodyPr wrap="square" rtlCol="0" anchor="b" anchorCtr="0">
                  <a:noAutofit/>
                </a:bodyPr>
                <a:lstStyle/>
                <a:p>
                  <a:pPr>
                    <a:lnSpc>
                      <a:spcPct val="120000"/>
                    </a:lnSpc>
                  </a:pPr>
                  <a:r>
                    <a:rPr lang="zh-CN" altLang="en-US" sz="2000" b="1" dirty="0">
                      <a:cs typeface="+mn-ea"/>
                      <a:sym typeface="+mn-lt"/>
                    </a:rPr>
                    <a:t>新兴产品兴起</a:t>
                  </a:r>
                  <a:endParaRPr lang="en-US" sz="2000" dirty="0"/>
                </a:p>
              </p:txBody>
            </p:sp>
            <p:sp>
              <p:nvSpPr>
                <p:cNvPr id="69" name="Text3">
                  <a:extLst>
                    <a:ext uri="{FF2B5EF4-FFF2-40B4-BE49-F238E27FC236}">
                      <a16:creationId xmlns:a16="http://schemas.microsoft.com/office/drawing/2014/main" id="{8A230DD4-F902-6CA8-CEFA-204B300A655A}"/>
                    </a:ext>
                  </a:extLst>
                </p:cNvPr>
                <p:cNvSpPr txBox="1"/>
                <p:nvPr/>
              </p:nvSpPr>
              <p:spPr>
                <a:xfrm>
                  <a:off x="908006" y="2277018"/>
                  <a:ext cx="4248956" cy="887345"/>
                </a:xfrm>
                <a:prstGeom prst="rect">
                  <a:avLst/>
                </a:prstGeom>
                <a:noFill/>
              </p:spPr>
              <p:txBody>
                <a:bodyPr wrap="square" rtlCol="0">
                  <a:normAutofit lnSpcReduction="10000"/>
                </a:bodyPr>
                <a:lstStyle/>
                <a:p>
                  <a:pPr marL="0" indent="0" algn="l">
                    <a:lnSpc>
                      <a:spcPct val="130000"/>
                    </a:lnSpc>
                  </a:pPr>
                  <a:r>
                    <a:rPr lang="zh-CN" altLang="en-US" sz="1400" dirty="0">
                      <a:effectLst/>
                    </a:rPr>
                    <a:t>为确保演示效果，请将内容调整为简洁明了的表达方式。若需包含较多信息，可适当延展，但请提炼核心内容，减少冗余，避免对观者造成阅读压力。</a:t>
                  </a:r>
                </a:p>
              </p:txBody>
            </p:sp>
          </p:gr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pPr>
              <a:lnSpc>
                <a:spcPct val="120000"/>
              </a:lnSpc>
            </a:pPr>
            <a:r>
              <a:rPr lang="zh-CN" altLang="en-US" dirty="0"/>
              <a:t>行业竞争格局</a:t>
            </a:r>
            <a:endParaRPr lang="en-US" dirty="0"/>
          </a:p>
        </p:txBody>
      </p:sp>
      <p:grpSp>
        <p:nvGrpSpPr>
          <p:cNvPr id="24" name="e43937d7-8d35-44cd-9bd4-2610255cac84.source.4.zh-Hans">
            <a:extLst>
              <a:ext uri="{FF2B5EF4-FFF2-40B4-BE49-F238E27FC236}">
                <a16:creationId xmlns:a16="http://schemas.microsoft.com/office/drawing/2014/main" id="{120D681D-72FF-BA68-E22B-2E41CABDEBC0}"/>
              </a:ext>
            </a:extLst>
          </p:cNvPr>
          <p:cNvGrpSpPr/>
          <p:nvPr/>
        </p:nvGrpSpPr>
        <p:grpSpPr>
          <a:xfrm>
            <a:off x="660400" y="1028700"/>
            <a:ext cx="10858500" cy="4983561"/>
            <a:chOff x="660400" y="1488504"/>
            <a:chExt cx="10858500" cy="4983561"/>
          </a:xfrm>
        </p:grpSpPr>
        <p:grpSp>
          <p:nvGrpSpPr>
            <p:cNvPr id="23" name="组合 22">
              <a:extLst>
                <a:ext uri="{FF2B5EF4-FFF2-40B4-BE49-F238E27FC236}">
                  <a16:creationId xmlns:a16="http://schemas.microsoft.com/office/drawing/2014/main" id="{C68A4CFD-3FA1-B867-D43F-EA34E3FB76E3}"/>
                </a:ext>
              </a:extLst>
            </p:cNvPr>
            <p:cNvGrpSpPr/>
            <p:nvPr/>
          </p:nvGrpSpPr>
          <p:grpSpPr>
            <a:xfrm>
              <a:off x="3855306" y="1488504"/>
              <a:ext cx="4667076" cy="4667076"/>
              <a:chOff x="3855306" y="1488504"/>
              <a:chExt cx="4667076" cy="4667076"/>
            </a:xfrm>
          </p:grpSpPr>
          <p:sp>
            <p:nvSpPr>
              <p:cNvPr id="123" name="任意多边形: 形状 122">
                <a:extLst>
                  <a:ext uri="{FF2B5EF4-FFF2-40B4-BE49-F238E27FC236}">
                    <a16:creationId xmlns:a16="http://schemas.microsoft.com/office/drawing/2014/main" id="{87AC6E8C-980D-A98B-6FDC-C1173A86345D}"/>
                  </a:ext>
                </a:extLst>
              </p:cNvPr>
              <p:cNvSpPr/>
              <p:nvPr/>
            </p:nvSpPr>
            <p:spPr>
              <a:xfrm>
                <a:off x="5389527" y="2956315"/>
                <a:ext cx="1443957" cy="924588"/>
              </a:xfrm>
              <a:custGeom>
                <a:avLst/>
                <a:gdLst>
                  <a:gd name="connsiteX0" fmla="*/ 1219581 w 1481518"/>
                  <a:gd name="connsiteY0" fmla="*/ 871578 h 948640"/>
                  <a:gd name="connsiteX1" fmla="*/ 1089184 w 1481518"/>
                  <a:gd name="connsiteY1" fmla="*/ 645740 h 948640"/>
                  <a:gd name="connsiteX2" fmla="*/ 1089184 w 1481518"/>
                  <a:gd name="connsiteY2" fmla="*/ 660028 h 948640"/>
                  <a:gd name="connsiteX3" fmla="*/ 1207198 w 1481518"/>
                  <a:gd name="connsiteY3" fmla="*/ 864434 h 948640"/>
                  <a:gd name="connsiteX4" fmla="*/ 1089184 w 1481518"/>
                  <a:gd name="connsiteY4" fmla="*/ 932538 h 948640"/>
                  <a:gd name="connsiteX5" fmla="*/ 92107 w 1481518"/>
                  <a:gd name="connsiteY5" fmla="*/ 356847 h 948640"/>
                  <a:gd name="connsiteX6" fmla="*/ 0 w 1481518"/>
                  <a:gd name="connsiteY6" fmla="*/ 347798 h 948640"/>
                  <a:gd name="connsiteX7" fmla="*/ 585692 w 1481518"/>
                  <a:gd name="connsiteY7" fmla="*/ 9565 h 948640"/>
                  <a:gd name="connsiteX8" fmla="*/ 588740 w 1481518"/>
                  <a:gd name="connsiteY8" fmla="*/ 7851 h 948640"/>
                  <a:gd name="connsiteX9" fmla="*/ 588931 w 1481518"/>
                  <a:gd name="connsiteY9" fmla="*/ 7756 h 948640"/>
                  <a:gd name="connsiteX10" fmla="*/ 588931 w 1481518"/>
                  <a:gd name="connsiteY10" fmla="*/ 7756 h 948640"/>
                  <a:gd name="connsiteX11" fmla="*/ 679323 w 1481518"/>
                  <a:gd name="connsiteY11" fmla="*/ 17757 h 948640"/>
                  <a:gd name="connsiteX12" fmla="*/ 1481519 w 1481518"/>
                  <a:gd name="connsiteY12" fmla="*/ 480862 h 948640"/>
                  <a:gd name="connsiteX13" fmla="*/ 1472279 w 1481518"/>
                  <a:gd name="connsiteY13" fmla="*/ 489816 h 948640"/>
                  <a:gd name="connsiteX14" fmla="*/ 1441895 w 1481518"/>
                  <a:gd name="connsiteY14" fmla="*/ 472290 h 948640"/>
                  <a:gd name="connsiteX15" fmla="*/ 1279589 w 1481518"/>
                  <a:gd name="connsiteY15" fmla="*/ 825096 h 948640"/>
                  <a:gd name="connsiteX16" fmla="*/ 1212437 w 1481518"/>
                  <a:gd name="connsiteY16" fmla="*/ 916726 h 948640"/>
                  <a:gd name="connsiteX17" fmla="*/ 1219581 w 1481518"/>
                  <a:gd name="connsiteY17" fmla="*/ 871578 h 9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81518" h="948640">
                    <a:moveTo>
                      <a:pt x="1219581" y="871578"/>
                    </a:moveTo>
                    <a:cubicBezTo>
                      <a:pt x="1219581" y="788520"/>
                      <a:pt x="1161098" y="687269"/>
                      <a:pt x="1089184" y="645740"/>
                    </a:cubicBezTo>
                    <a:lnTo>
                      <a:pt x="1089184" y="660028"/>
                    </a:lnTo>
                    <a:cubicBezTo>
                      <a:pt x="1154239" y="697556"/>
                      <a:pt x="1207198" y="789282"/>
                      <a:pt x="1207198" y="864434"/>
                    </a:cubicBezTo>
                    <a:cubicBezTo>
                      <a:pt x="1207198" y="939586"/>
                      <a:pt x="1154239" y="970162"/>
                      <a:pt x="1089184" y="932538"/>
                    </a:cubicBezTo>
                    <a:lnTo>
                      <a:pt x="92107" y="356847"/>
                    </a:lnTo>
                    <a:cubicBezTo>
                      <a:pt x="56197" y="336082"/>
                      <a:pt x="23622" y="334177"/>
                      <a:pt x="0" y="347798"/>
                    </a:cubicBezTo>
                    <a:lnTo>
                      <a:pt x="585692" y="9565"/>
                    </a:lnTo>
                    <a:cubicBezTo>
                      <a:pt x="586740" y="8994"/>
                      <a:pt x="587693" y="8327"/>
                      <a:pt x="588740" y="7851"/>
                    </a:cubicBezTo>
                    <a:lnTo>
                      <a:pt x="588931" y="7756"/>
                    </a:lnTo>
                    <a:lnTo>
                      <a:pt x="588931" y="7756"/>
                    </a:lnTo>
                    <a:cubicBezTo>
                      <a:pt x="612362" y="-4817"/>
                      <a:pt x="644271" y="-2531"/>
                      <a:pt x="679323" y="17757"/>
                    </a:cubicBezTo>
                    <a:lnTo>
                      <a:pt x="1481519" y="480862"/>
                    </a:lnTo>
                    <a:cubicBezTo>
                      <a:pt x="1478089" y="483434"/>
                      <a:pt x="1475137" y="486482"/>
                      <a:pt x="1472279" y="489816"/>
                    </a:cubicBezTo>
                    <a:lnTo>
                      <a:pt x="1441895" y="472290"/>
                    </a:lnTo>
                    <a:lnTo>
                      <a:pt x="1279589" y="825096"/>
                    </a:lnTo>
                    <a:lnTo>
                      <a:pt x="1212437" y="916726"/>
                    </a:lnTo>
                    <a:cubicBezTo>
                      <a:pt x="1217009" y="903868"/>
                      <a:pt x="1219581" y="888818"/>
                      <a:pt x="1219581" y="871578"/>
                    </a:cubicBezTo>
                    <a:close/>
                  </a:path>
                </a:pathLst>
              </a:custGeom>
              <a:gradFill>
                <a:gsLst>
                  <a:gs pos="0">
                    <a:schemeClr val="accent1">
                      <a:lumMod val="5000"/>
                      <a:lumOff val="95000"/>
                    </a:schemeClr>
                  </a:gs>
                  <a:gs pos="50000">
                    <a:schemeClr val="accent1">
                      <a:lumMod val="10000"/>
                      <a:lumOff val="90000"/>
                    </a:schemeClr>
                  </a:gs>
                  <a:gs pos="100000">
                    <a:schemeClr val="accent1">
                      <a:lumMod val="20000"/>
                      <a:lumOff val="80000"/>
                    </a:schemeClr>
                  </a:gs>
                </a:gsLst>
                <a:lin ang="0" scaled="1"/>
              </a:gradFill>
              <a:ln w="9525" cap="flat">
                <a:noFill/>
                <a:prstDash val="solid"/>
                <a:miter/>
              </a:ln>
            </p:spPr>
            <p:txBody>
              <a:bodyPr rtlCol="0" anchor="ctr"/>
              <a:lstStyle/>
              <a:p>
                <a:pPr>
                  <a:lnSpc>
                    <a:spcPct val="120000"/>
                  </a:lnSpc>
                </a:pPr>
                <a:endParaRPr lang="zh-CN" altLang="en-US" sz="2000">
                  <a:cs typeface="+mn-ea"/>
                  <a:sym typeface="+mn-lt"/>
                </a:endParaRPr>
              </a:p>
            </p:txBody>
          </p:sp>
          <p:cxnSp>
            <p:nvCxnSpPr>
              <p:cNvPr id="11" name="直接连接符 10">
                <a:extLst>
                  <a:ext uri="{FF2B5EF4-FFF2-40B4-BE49-F238E27FC236}">
                    <a16:creationId xmlns:a16="http://schemas.microsoft.com/office/drawing/2014/main" id="{E8054A02-6118-D689-E4A3-FE1446244B91}"/>
                  </a:ext>
                </a:extLst>
              </p:cNvPr>
              <p:cNvCxnSpPr>
                <a:cxnSpLocks/>
              </p:cNvCxnSpPr>
              <p:nvPr/>
            </p:nvCxnSpPr>
            <p:spPr>
              <a:xfrm>
                <a:off x="8400086" y="4193004"/>
                <a:ext cx="0" cy="172774"/>
              </a:xfrm>
              <a:prstGeom prst="line">
                <a:avLst/>
              </a:prstGeom>
              <a:ln w="38100" cap="rnd">
                <a:gradFill>
                  <a:gsLst>
                    <a:gs pos="0">
                      <a:schemeClr val="accent2"/>
                    </a:gs>
                    <a:gs pos="100000">
                      <a:schemeClr val="accent1"/>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977B8BF-F86C-D868-11DB-639713623B6F}"/>
                  </a:ext>
                </a:extLst>
              </p:cNvPr>
              <p:cNvCxnSpPr>
                <a:cxnSpLocks/>
              </p:cNvCxnSpPr>
              <p:nvPr/>
            </p:nvCxnSpPr>
            <p:spPr>
              <a:xfrm>
                <a:off x="3960339" y="3925376"/>
                <a:ext cx="0" cy="171124"/>
              </a:xfrm>
              <a:prstGeom prst="line">
                <a:avLst/>
              </a:prstGeom>
              <a:ln w="38100" cap="rnd">
                <a:gradFill>
                  <a:gsLst>
                    <a:gs pos="0">
                      <a:schemeClr val="accent2"/>
                    </a:gs>
                    <a:gs pos="100000">
                      <a:schemeClr val="accent1"/>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EB0E0F8F-91A9-5762-0F08-D448C7A790D1}"/>
                  </a:ext>
                </a:extLst>
              </p:cNvPr>
              <p:cNvSpPr/>
              <p:nvPr/>
            </p:nvSpPr>
            <p:spPr>
              <a:xfrm>
                <a:off x="4738092" y="2657372"/>
                <a:ext cx="2901504" cy="2901504"/>
              </a:xfrm>
              <a:prstGeom prst="rect">
                <a:avLst/>
              </a:prstGeom>
              <a:gradFill flip="none" rotWithShape="1">
                <a:gsLst>
                  <a:gs pos="82000">
                    <a:schemeClr val="accent2">
                      <a:alpha val="0"/>
                    </a:schemeClr>
                  </a:gs>
                  <a:gs pos="100000">
                    <a:schemeClr val="accent1">
                      <a:alpha val="33000"/>
                    </a:schemeClr>
                  </a:gs>
                </a:gsLst>
                <a:path path="shape">
                  <a:fillToRect l="50000" t="50000" r="50000" b="50000"/>
                </a:path>
                <a:tileRect/>
              </a:gradFill>
              <a:ln>
                <a:noFill/>
              </a:ln>
              <a:effectLst/>
              <a:scene3d>
                <a:camera prst="isometricTopUp"/>
                <a:lightRig rig="contrasting"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dirty="0">
                  <a:cs typeface="+mn-ea"/>
                  <a:sym typeface="+mn-lt"/>
                </a:endParaRPr>
              </a:p>
            </p:txBody>
          </p:sp>
          <p:sp>
            <p:nvSpPr>
              <p:cNvPr id="5" name="矩形 4">
                <a:extLst>
                  <a:ext uri="{FF2B5EF4-FFF2-40B4-BE49-F238E27FC236}">
                    <a16:creationId xmlns:a16="http://schemas.microsoft.com/office/drawing/2014/main" id="{37D24889-A460-2077-F400-45662EFDEF07}"/>
                  </a:ext>
                </a:extLst>
              </p:cNvPr>
              <p:cNvSpPr/>
              <p:nvPr/>
            </p:nvSpPr>
            <p:spPr>
              <a:xfrm>
                <a:off x="4738092" y="2400177"/>
                <a:ext cx="2901504" cy="2901504"/>
              </a:xfrm>
              <a:prstGeom prst="rect">
                <a:avLst/>
              </a:prstGeom>
              <a:gradFill flip="none" rotWithShape="1">
                <a:gsLst>
                  <a:gs pos="82000">
                    <a:schemeClr val="accent2">
                      <a:alpha val="0"/>
                    </a:schemeClr>
                  </a:gs>
                  <a:gs pos="100000">
                    <a:schemeClr val="accent1">
                      <a:alpha val="33000"/>
                    </a:schemeClr>
                  </a:gs>
                </a:gsLst>
                <a:path path="shape">
                  <a:fillToRect l="50000" t="50000" r="50000" b="50000"/>
                </a:path>
                <a:tileRect/>
              </a:gradFill>
              <a:ln>
                <a:noFill/>
              </a:ln>
              <a:effectLst/>
              <a:scene3d>
                <a:camera prst="isometricTopUp"/>
                <a:lightRig rig="contrasting"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dirty="0">
                  <a:cs typeface="+mn-ea"/>
                  <a:sym typeface="+mn-lt"/>
                </a:endParaRPr>
              </a:p>
            </p:txBody>
          </p:sp>
          <p:sp>
            <p:nvSpPr>
              <p:cNvPr id="6" name="矩形 5">
                <a:extLst>
                  <a:ext uri="{FF2B5EF4-FFF2-40B4-BE49-F238E27FC236}">
                    <a16:creationId xmlns:a16="http://schemas.microsoft.com/office/drawing/2014/main" id="{22D093C1-C076-1D90-90B3-DBAEE0241600}"/>
                  </a:ext>
                </a:extLst>
              </p:cNvPr>
              <p:cNvSpPr/>
              <p:nvPr/>
            </p:nvSpPr>
            <p:spPr>
              <a:xfrm>
                <a:off x="4578636" y="2015603"/>
                <a:ext cx="3177620" cy="3177620"/>
              </a:xfrm>
              <a:prstGeom prst="rect">
                <a:avLst/>
              </a:prstGeom>
              <a:noFill/>
              <a:ln>
                <a:gradFill>
                  <a:gsLst>
                    <a:gs pos="100000">
                      <a:schemeClr val="accent1">
                        <a:lumMod val="40000"/>
                        <a:lumOff val="60000"/>
                      </a:schemeClr>
                    </a:gs>
                    <a:gs pos="16000">
                      <a:schemeClr val="accent2">
                        <a:lumMod val="40000"/>
                        <a:lumOff val="60000"/>
                      </a:schemeClr>
                    </a:gs>
                  </a:gsLst>
                  <a:lin ang="2700000" scaled="0"/>
                </a:gradFill>
              </a:ln>
              <a:effectLst/>
              <a:scene3d>
                <a:camera prst="isometricTopUp"/>
                <a:lightRig rig="contrasting"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dirty="0">
                  <a:cs typeface="+mn-ea"/>
                  <a:sym typeface="+mn-lt"/>
                </a:endParaRPr>
              </a:p>
            </p:txBody>
          </p:sp>
          <p:sp>
            <p:nvSpPr>
              <p:cNvPr id="7" name="矩形 6">
                <a:extLst>
                  <a:ext uri="{FF2B5EF4-FFF2-40B4-BE49-F238E27FC236}">
                    <a16:creationId xmlns:a16="http://schemas.microsoft.com/office/drawing/2014/main" id="{468ACCF7-82F8-2271-199E-5A5BDB2966B5}"/>
                  </a:ext>
                </a:extLst>
              </p:cNvPr>
              <p:cNvSpPr/>
              <p:nvPr/>
            </p:nvSpPr>
            <p:spPr>
              <a:xfrm>
                <a:off x="4535905" y="2142981"/>
                <a:ext cx="3305877" cy="3305877"/>
              </a:xfrm>
              <a:prstGeom prst="rect">
                <a:avLst/>
              </a:prstGeom>
              <a:noFill/>
              <a:ln>
                <a:gradFill>
                  <a:gsLst>
                    <a:gs pos="100000">
                      <a:schemeClr val="accent1">
                        <a:lumMod val="40000"/>
                        <a:lumOff val="60000"/>
                      </a:schemeClr>
                    </a:gs>
                    <a:gs pos="43000">
                      <a:schemeClr val="accent2">
                        <a:lumMod val="40000"/>
                        <a:lumOff val="60000"/>
                        <a:alpha val="0"/>
                      </a:schemeClr>
                    </a:gs>
                  </a:gsLst>
                  <a:lin ang="8100000" scaled="0"/>
                </a:gradFill>
                <a:prstDash val="dash"/>
              </a:ln>
              <a:effectLst/>
              <a:scene3d>
                <a:camera prst="isometricTopUp"/>
                <a:lightRig rig="contrasting"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dirty="0">
                  <a:cs typeface="+mn-ea"/>
                  <a:sym typeface="+mn-lt"/>
                </a:endParaRPr>
              </a:p>
            </p:txBody>
          </p:sp>
          <p:sp>
            <p:nvSpPr>
              <p:cNvPr id="8" name="矩形 7">
                <a:extLst>
                  <a:ext uri="{FF2B5EF4-FFF2-40B4-BE49-F238E27FC236}">
                    <a16:creationId xmlns:a16="http://schemas.microsoft.com/office/drawing/2014/main" id="{D22D8858-5E3A-56E9-D235-0959A2205B07}"/>
                  </a:ext>
                </a:extLst>
              </p:cNvPr>
              <p:cNvSpPr/>
              <p:nvPr/>
            </p:nvSpPr>
            <p:spPr>
              <a:xfrm>
                <a:off x="4738092" y="2142981"/>
                <a:ext cx="2901504" cy="2901504"/>
              </a:xfrm>
              <a:prstGeom prst="rect">
                <a:avLst/>
              </a:prstGeom>
              <a:gradFill flip="none" rotWithShape="1">
                <a:gsLst>
                  <a:gs pos="0">
                    <a:schemeClr val="accent2">
                      <a:alpha val="60000"/>
                    </a:schemeClr>
                  </a:gs>
                  <a:gs pos="100000">
                    <a:schemeClr val="accent1">
                      <a:alpha val="40000"/>
                    </a:schemeClr>
                  </a:gs>
                </a:gsLst>
                <a:lin ang="2700000" scaled="1"/>
                <a:tileRect/>
              </a:gradFill>
              <a:ln>
                <a:noFill/>
              </a:ln>
              <a:effectLst/>
              <a:scene3d>
                <a:camera prst="isometricTopUp"/>
                <a:lightRig rig="contrasting"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dirty="0">
                  <a:cs typeface="+mn-ea"/>
                  <a:sym typeface="+mn-lt"/>
                </a:endParaRPr>
              </a:p>
            </p:txBody>
          </p:sp>
          <p:sp>
            <p:nvSpPr>
              <p:cNvPr id="9" name="矩形 8">
                <a:extLst>
                  <a:ext uri="{FF2B5EF4-FFF2-40B4-BE49-F238E27FC236}">
                    <a16:creationId xmlns:a16="http://schemas.microsoft.com/office/drawing/2014/main" id="{237160AA-0CC3-6763-16B2-C93D265190C8}"/>
                  </a:ext>
                </a:extLst>
              </p:cNvPr>
              <p:cNvSpPr/>
              <p:nvPr/>
            </p:nvSpPr>
            <p:spPr>
              <a:xfrm>
                <a:off x="3855306" y="1488504"/>
                <a:ext cx="4667076" cy="4667076"/>
              </a:xfrm>
              <a:prstGeom prst="rect">
                <a:avLst/>
              </a:prstGeom>
              <a:noFill/>
              <a:ln w="19050">
                <a:gradFill>
                  <a:gsLst>
                    <a:gs pos="100000">
                      <a:schemeClr val="accent1">
                        <a:lumMod val="40000"/>
                        <a:lumOff val="60000"/>
                      </a:schemeClr>
                    </a:gs>
                    <a:gs pos="5000">
                      <a:schemeClr val="accent2">
                        <a:lumMod val="40000"/>
                        <a:lumOff val="60000"/>
                        <a:alpha val="0"/>
                      </a:schemeClr>
                    </a:gs>
                    <a:gs pos="29000">
                      <a:schemeClr val="accent2">
                        <a:lumMod val="40000"/>
                        <a:lumOff val="60000"/>
                        <a:alpha val="45000"/>
                      </a:schemeClr>
                    </a:gs>
                  </a:gsLst>
                  <a:lin ang="8100000" scaled="0"/>
                </a:gradFill>
                <a:prstDash val="sysDash"/>
              </a:ln>
              <a:effectLst/>
              <a:scene3d>
                <a:camera prst="isometricTopUp"/>
                <a:lightRig rig="contrasting"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dirty="0">
                  <a:cs typeface="+mn-ea"/>
                  <a:sym typeface="+mn-lt"/>
                </a:endParaRPr>
              </a:p>
            </p:txBody>
          </p:sp>
          <p:sp>
            <p:nvSpPr>
              <p:cNvPr id="15" name="椭圆 14">
                <a:extLst>
                  <a:ext uri="{FF2B5EF4-FFF2-40B4-BE49-F238E27FC236}">
                    <a16:creationId xmlns:a16="http://schemas.microsoft.com/office/drawing/2014/main" id="{9137A6E0-32D3-6D7D-C552-C51731C4BFEE}"/>
                  </a:ext>
                </a:extLst>
              </p:cNvPr>
              <p:cNvSpPr/>
              <p:nvPr/>
            </p:nvSpPr>
            <p:spPr>
              <a:xfrm>
                <a:off x="4464794" y="3466131"/>
                <a:ext cx="708448" cy="343270"/>
              </a:xfrm>
              <a:prstGeom prst="ellipse">
                <a:avLst/>
              </a:prstGeom>
              <a:gradFill flip="none" rotWithShape="1">
                <a:gsLst>
                  <a:gs pos="0">
                    <a:schemeClr val="accent1">
                      <a:lumMod val="50000"/>
                      <a:alpha val="52000"/>
                    </a:schemeClr>
                  </a:gs>
                  <a:gs pos="91000">
                    <a:schemeClr val="accent1">
                      <a:lumMod val="0"/>
                      <a:lumOff val="100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16" name="椭圆 15">
                <a:extLst>
                  <a:ext uri="{FF2B5EF4-FFF2-40B4-BE49-F238E27FC236}">
                    <a16:creationId xmlns:a16="http://schemas.microsoft.com/office/drawing/2014/main" id="{1A8F8F05-E87D-A58B-2B3B-06F7B0A5B3F6}"/>
                  </a:ext>
                </a:extLst>
              </p:cNvPr>
              <p:cNvSpPr/>
              <p:nvPr/>
            </p:nvSpPr>
            <p:spPr>
              <a:xfrm>
                <a:off x="5827093" y="4247319"/>
                <a:ext cx="708448" cy="343270"/>
              </a:xfrm>
              <a:prstGeom prst="ellipse">
                <a:avLst/>
              </a:prstGeom>
              <a:gradFill flip="none" rotWithShape="1">
                <a:gsLst>
                  <a:gs pos="0">
                    <a:schemeClr val="accent1">
                      <a:lumMod val="50000"/>
                      <a:alpha val="52000"/>
                    </a:schemeClr>
                  </a:gs>
                  <a:gs pos="91000">
                    <a:schemeClr val="accent1">
                      <a:lumMod val="0"/>
                      <a:lumOff val="100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125" name="椭圆 124">
                <a:extLst>
                  <a:ext uri="{FF2B5EF4-FFF2-40B4-BE49-F238E27FC236}">
                    <a16:creationId xmlns:a16="http://schemas.microsoft.com/office/drawing/2014/main" id="{280FC2FD-407C-97E2-9595-5092FFBCB8EA}"/>
                  </a:ext>
                </a:extLst>
              </p:cNvPr>
              <p:cNvSpPr/>
              <p:nvPr/>
            </p:nvSpPr>
            <p:spPr>
              <a:xfrm>
                <a:off x="5835307" y="2673998"/>
                <a:ext cx="708448" cy="343270"/>
              </a:xfrm>
              <a:prstGeom prst="ellipse">
                <a:avLst/>
              </a:prstGeom>
              <a:gradFill flip="none" rotWithShape="1">
                <a:gsLst>
                  <a:gs pos="0">
                    <a:schemeClr val="accent1">
                      <a:lumMod val="50000"/>
                      <a:alpha val="52000"/>
                    </a:schemeClr>
                  </a:gs>
                  <a:gs pos="91000">
                    <a:schemeClr val="accent1">
                      <a:lumMod val="0"/>
                      <a:lumOff val="100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127" name="任意多边形: 形状 126">
                <a:extLst>
                  <a:ext uri="{FF2B5EF4-FFF2-40B4-BE49-F238E27FC236}">
                    <a16:creationId xmlns:a16="http://schemas.microsoft.com/office/drawing/2014/main" id="{E8121BC5-5ED6-C123-5089-C18303BAAA58}"/>
                  </a:ext>
                </a:extLst>
              </p:cNvPr>
              <p:cNvSpPr/>
              <p:nvPr/>
            </p:nvSpPr>
            <p:spPr>
              <a:xfrm>
                <a:off x="5968769" y="2657372"/>
                <a:ext cx="430272" cy="223619"/>
              </a:xfrm>
              <a:custGeom>
                <a:avLst/>
                <a:gdLst>
                  <a:gd name="connsiteX0" fmla="*/ 441425 w 441465"/>
                  <a:gd name="connsiteY0" fmla="*/ 100288 h 229436"/>
                  <a:gd name="connsiteX1" fmla="*/ 441425 w 441465"/>
                  <a:gd name="connsiteY1" fmla="*/ 100288 h 229436"/>
                  <a:gd name="connsiteX2" fmla="*/ 441425 w 441465"/>
                  <a:gd name="connsiteY2" fmla="*/ 34184 h 229436"/>
                  <a:gd name="connsiteX3" fmla="*/ 293216 w 441465"/>
                  <a:gd name="connsiteY3" fmla="*/ 34089 h 229436"/>
                  <a:gd name="connsiteX4" fmla="*/ 241972 w 441465"/>
                  <a:gd name="connsiteY4" fmla="*/ 4561 h 229436"/>
                  <a:gd name="connsiteX5" fmla="*/ 196157 w 441465"/>
                  <a:gd name="connsiteY5" fmla="*/ 6467 h 229436"/>
                  <a:gd name="connsiteX6" fmla="*/ 148341 w 441465"/>
                  <a:gd name="connsiteY6" fmla="*/ 34089 h 229436"/>
                  <a:gd name="connsiteX7" fmla="*/ 37 w 441465"/>
                  <a:gd name="connsiteY7" fmla="*/ 33994 h 229436"/>
                  <a:gd name="connsiteX8" fmla="*/ 37 w 441465"/>
                  <a:gd name="connsiteY8" fmla="*/ 102002 h 229436"/>
                  <a:gd name="connsiteX9" fmla="*/ 7943 w 441465"/>
                  <a:gd name="connsiteY9" fmla="*/ 114290 h 229436"/>
                  <a:gd name="connsiteX10" fmla="*/ 199490 w 441465"/>
                  <a:gd name="connsiteY10" fmla="*/ 224875 h 229436"/>
                  <a:gd name="connsiteX11" fmla="*/ 245306 w 441465"/>
                  <a:gd name="connsiteY11" fmla="*/ 222970 h 229436"/>
                  <a:gd name="connsiteX12" fmla="*/ 430186 w 441465"/>
                  <a:gd name="connsiteY12" fmla="*/ 116194 h 229436"/>
                  <a:gd name="connsiteX13" fmla="*/ 441425 w 441465"/>
                  <a:gd name="connsiteY13" fmla="*/ 100288 h 229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465" h="229436">
                    <a:moveTo>
                      <a:pt x="441425" y="100288"/>
                    </a:moveTo>
                    <a:lnTo>
                      <a:pt x="441425" y="100288"/>
                    </a:lnTo>
                    <a:lnTo>
                      <a:pt x="441425" y="34184"/>
                    </a:lnTo>
                    <a:lnTo>
                      <a:pt x="293216" y="34089"/>
                    </a:lnTo>
                    <a:lnTo>
                      <a:pt x="241972" y="4561"/>
                    </a:lnTo>
                    <a:cubicBezTo>
                      <a:pt x="230256" y="-2201"/>
                      <a:pt x="209682" y="-1344"/>
                      <a:pt x="196157" y="6467"/>
                    </a:cubicBezTo>
                    <a:lnTo>
                      <a:pt x="148341" y="34089"/>
                    </a:lnTo>
                    <a:lnTo>
                      <a:pt x="37" y="33994"/>
                    </a:lnTo>
                    <a:lnTo>
                      <a:pt x="37" y="102002"/>
                    </a:lnTo>
                    <a:cubicBezTo>
                      <a:pt x="-344" y="106574"/>
                      <a:pt x="2228" y="111051"/>
                      <a:pt x="7943" y="114290"/>
                    </a:cubicBezTo>
                    <a:lnTo>
                      <a:pt x="199490" y="224875"/>
                    </a:lnTo>
                    <a:cubicBezTo>
                      <a:pt x="211206" y="231637"/>
                      <a:pt x="231780" y="230780"/>
                      <a:pt x="245306" y="222970"/>
                    </a:cubicBezTo>
                    <a:lnTo>
                      <a:pt x="430186" y="116194"/>
                    </a:lnTo>
                    <a:cubicBezTo>
                      <a:pt x="438091" y="111623"/>
                      <a:pt x="441902" y="105717"/>
                      <a:pt x="441425" y="100288"/>
                    </a:cubicBezTo>
                    <a:close/>
                  </a:path>
                </a:pathLst>
              </a:custGeom>
              <a:solidFill>
                <a:schemeClr val="accent1">
                  <a:lumMod val="5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28" name="任意多边形: 形状 127">
                <a:extLst>
                  <a:ext uri="{FF2B5EF4-FFF2-40B4-BE49-F238E27FC236}">
                    <a16:creationId xmlns:a16="http://schemas.microsoft.com/office/drawing/2014/main" id="{D350AE4A-9BF6-55AB-5499-3A68D595BB27}"/>
                  </a:ext>
                </a:extLst>
              </p:cNvPr>
              <p:cNvSpPr/>
              <p:nvPr/>
            </p:nvSpPr>
            <p:spPr>
              <a:xfrm>
                <a:off x="5968861" y="2657362"/>
                <a:ext cx="215135" cy="223655"/>
              </a:xfrm>
              <a:custGeom>
                <a:avLst/>
                <a:gdLst>
                  <a:gd name="connsiteX0" fmla="*/ 493144 w 493144"/>
                  <a:gd name="connsiteY0" fmla="*/ 0 h 512674"/>
                  <a:gd name="connsiteX1" fmla="*/ 493144 w 493144"/>
                  <a:gd name="connsiteY1" fmla="*/ 512639 h 512674"/>
                  <a:gd name="connsiteX2" fmla="*/ 445689 w 493144"/>
                  <a:gd name="connsiteY2" fmla="*/ 502425 h 512674"/>
                  <a:gd name="connsiteX3" fmla="*/ 17921 w 493144"/>
                  <a:gd name="connsiteY3" fmla="*/ 255464 h 512674"/>
                  <a:gd name="connsiteX4" fmla="*/ 17746 w 493144"/>
                  <a:gd name="connsiteY4" fmla="*/ 255363 h 512674"/>
                  <a:gd name="connsiteX5" fmla="*/ 83 w 493144"/>
                  <a:gd name="connsiteY5" fmla="*/ 227912 h 512674"/>
                  <a:gd name="connsiteX6" fmla="*/ 83 w 493144"/>
                  <a:gd name="connsiteY6" fmla="*/ 227912 h 512674"/>
                  <a:gd name="connsiteX7" fmla="*/ 83 w 493144"/>
                  <a:gd name="connsiteY7" fmla="*/ 75970 h 512674"/>
                  <a:gd name="connsiteX8" fmla="*/ 83 w 493144"/>
                  <a:gd name="connsiteY8" fmla="*/ 75970 h 512674"/>
                  <a:gd name="connsiteX9" fmla="*/ 857 w 493144"/>
                  <a:gd name="connsiteY9" fmla="*/ 75970 h 512674"/>
                  <a:gd name="connsiteX10" fmla="*/ 37536 w 493144"/>
                  <a:gd name="connsiteY10" fmla="*/ 75970 h 512674"/>
                  <a:gd name="connsiteX11" fmla="*/ 37748 w 493144"/>
                  <a:gd name="connsiteY11" fmla="*/ 75970 h 512674"/>
                  <a:gd name="connsiteX12" fmla="*/ 37748 w 493144"/>
                  <a:gd name="connsiteY12" fmla="*/ 75994 h 512674"/>
                  <a:gd name="connsiteX13" fmla="*/ 331415 w 493144"/>
                  <a:gd name="connsiteY13" fmla="*/ 76182 h 512674"/>
                  <a:gd name="connsiteX14" fmla="*/ 438242 w 493144"/>
                  <a:gd name="connsiteY14" fmla="*/ 14471 h 512674"/>
                  <a:gd name="connsiteX15" fmla="*/ 493144 w 493144"/>
                  <a:gd name="connsiteY15" fmla="*/ 0 h 51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3144" h="512674">
                    <a:moveTo>
                      <a:pt x="493144" y="0"/>
                    </a:moveTo>
                    <a:lnTo>
                      <a:pt x="493144" y="512639"/>
                    </a:lnTo>
                    <a:cubicBezTo>
                      <a:pt x="475481" y="513066"/>
                      <a:pt x="458245" y="509661"/>
                      <a:pt x="445689" y="502425"/>
                    </a:cubicBezTo>
                    <a:lnTo>
                      <a:pt x="17921" y="255464"/>
                    </a:lnTo>
                    <a:lnTo>
                      <a:pt x="17746" y="255363"/>
                    </a:lnTo>
                    <a:cubicBezTo>
                      <a:pt x="4978" y="248129"/>
                      <a:pt x="-769" y="238127"/>
                      <a:pt x="83" y="227912"/>
                    </a:cubicBezTo>
                    <a:lnTo>
                      <a:pt x="83" y="227912"/>
                    </a:lnTo>
                    <a:lnTo>
                      <a:pt x="83" y="75970"/>
                    </a:lnTo>
                    <a:lnTo>
                      <a:pt x="83" y="75970"/>
                    </a:lnTo>
                    <a:lnTo>
                      <a:pt x="857" y="75970"/>
                    </a:lnTo>
                    <a:lnTo>
                      <a:pt x="37536" y="75970"/>
                    </a:lnTo>
                    <a:lnTo>
                      <a:pt x="37748" y="75970"/>
                    </a:lnTo>
                    <a:lnTo>
                      <a:pt x="37748" y="75994"/>
                    </a:lnTo>
                    <a:lnTo>
                      <a:pt x="331415" y="76182"/>
                    </a:lnTo>
                    <a:lnTo>
                      <a:pt x="438242" y="14471"/>
                    </a:lnTo>
                    <a:cubicBezTo>
                      <a:pt x="453989" y="5320"/>
                      <a:pt x="473993" y="425"/>
                      <a:pt x="493144" y="0"/>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129" name="任意多边形: 形状 128">
                <a:extLst>
                  <a:ext uri="{FF2B5EF4-FFF2-40B4-BE49-F238E27FC236}">
                    <a16:creationId xmlns:a16="http://schemas.microsoft.com/office/drawing/2014/main" id="{FA2B62AF-B534-5567-15A0-2E6D5DF2FC1B}"/>
                  </a:ext>
                </a:extLst>
              </p:cNvPr>
              <p:cNvSpPr/>
              <p:nvPr/>
            </p:nvSpPr>
            <p:spPr>
              <a:xfrm>
                <a:off x="6166079" y="2802277"/>
                <a:ext cx="35741" cy="78624"/>
              </a:xfrm>
              <a:custGeom>
                <a:avLst/>
                <a:gdLst>
                  <a:gd name="connsiteX0" fmla="*/ 0 w 36671"/>
                  <a:gd name="connsiteY0" fmla="*/ 77534 h 80669"/>
                  <a:gd name="connsiteX1" fmla="*/ 36671 w 36671"/>
                  <a:gd name="connsiteY1" fmla="*/ 77153 h 80669"/>
                  <a:gd name="connsiteX2" fmla="*/ 36671 w 36671"/>
                  <a:gd name="connsiteY2" fmla="*/ 0 h 80669"/>
                  <a:gd name="connsiteX3" fmla="*/ 0 w 36671"/>
                  <a:gd name="connsiteY3" fmla="*/ 0 h 80669"/>
                  <a:gd name="connsiteX4" fmla="*/ 0 w 36671"/>
                  <a:gd name="connsiteY4" fmla="*/ 77534 h 80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 h="80669">
                    <a:moveTo>
                      <a:pt x="0" y="77534"/>
                    </a:moveTo>
                    <a:cubicBezTo>
                      <a:pt x="10096" y="81915"/>
                      <a:pt x="24765" y="81629"/>
                      <a:pt x="36671" y="77153"/>
                    </a:cubicBezTo>
                    <a:lnTo>
                      <a:pt x="36671" y="0"/>
                    </a:lnTo>
                    <a:lnTo>
                      <a:pt x="0" y="0"/>
                    </a:lnTo>
                    <a:lnTo>
                      <a:pt x="0" y="77534"/>
                    </a:ln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30" name="任意多边形: 形状 129">
                <a:extLst>
                  <a:ext uri="{FF2B5EF4-FFF2-40B4-BE49-F238E27FC236}">
                    <a16:creationId xmlns:a16="http://schemas.microsoft.com/office/drawing/2014/main" id="{3B297411-7F3B-4B70-6AF0-50D2B2C6C791}"/>
                  </a:ext>
                </a:extLst>
              </p:cNvPr>
              <p:cNvSpPr/>
              <p:nvPr/>
            </p:nvSpPr>
            <p:spPr>
              <a:xfrm>
                <a:off x="5968793" y="2566486"/>
                <a:ext cx="430221" cy="248475"/>
              </a:xfrm>
              <a:custGeom>
                <a:avLst/>
                <a:gdLst>
                  <a:gd name="connsiteX0" fmla="*/ 199466 w 441413"/>
                  <a:gd name="connsiteY0" fmla="*/ 250307 h 254938"/>
                  <a:gd name="connsiteX1" fmla="*/ 7918 w 441413"/>
                  <a:gd name="connsiteY1" fmla="*/ 139721 h 254938"/>
                  <a:gd name="connsiteX2" fmla="*/ 11252 w 441413"/>
                  <a:gd name="connsiteY2" fmla="*/ 113242 h 254938"/>
                  <a:gd name="connsiteX3" fmla="*/ 196132 w 441413"/>
                  <a:gd name="connsiteY3" fmla="*/ 6466 h 254938"/>
                  <a:gd name="connsiteX4" fmla="*/ 241947 w 441413"/>
                  <a:gd name="connsiteY4" fmla="*/ 4562 h 254938"/>
                  <a:gd name="connsiteX5" fmla="*/ 433495 w 441413"/>
                  <a:gd name="connsiteY5" fmla="*/ 115147 h 254938"/>
                  <a:gd name="connsiteX6" fmla="*/ 430161 w 441413"/>
                  <a:gd name="connsiteY6" fmla="*/ 141626 h 254938"/>
                  <a:gd name="connsiteX7" fmla="*/ 245281 w 441413"/>
                  <a:gd name="connsiteY7" fmla="*/ 248401 h 254938"/>
                  <a:gd name="connsiteX8" fmla="*/ 199466 w 441413"/>
                  <a:gd name="connsiteY8" fmla="*/ 250307 h 254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413" h="254938">
                    <a:moveTo>
                      <a:pt x="199466" y="250307"/>
                    </a:moveTo>
                    <a:lnTo>
                      <a:pt x="7918" y="139721"/>
                    </a:lnTo>
                    <a:cubicBezTo>
                      <a:pt x="-3798" y="132958"/>
                      <a:pt x="-2369" y="121052"/>
                      <a:pt x="11252" y="113242"/>
                    </a:cubicBezTo>
                    <a:lnTo>
                      <a:pt x="196132" y="6466"/>
                    </a:lnTo>
                    <a:cubicBezTo>
                      <a:pt x="209658" y="-1344"/>
                      <a:pt x="230232" y="-2201"/>
                      <a:pt x="241947" y="4562"/>
                    </a:cubicBezTo>
                    <a:lnTo>
                      <a:pt x="433495" y="115147"/>
                    </a:lnTo>
                    <a:cubicBezTo>
                      <a:pt x="445211" y="121909"/>
                      <a:pt x="443782" y="133816"/>
                      <a:pt x="430161" y="141626"/>
                    </a:cubicBezTo>
                    <a:lnTo>
                      <a:pt x="245281" y="248401"/>
                    </a:lnTo>
                    <a:cubicBezTo>
                      <a:pt x="231755" y="256307"/>
                      <a:pt x="211277" y="257165"/>
                      <a:pt x="199466" y="250307"/>
                    </a:cubicBezTo>
                    <a:close/>
                  </a:path>
                </a:pathLst>
              </a:custGeom>
              <a:gradFill>
                <a:gsLst>
                  <a:gs pos="0">
                    <a:schemeClr val="accent1">
                      <a:lumMod val="5000"/>
                      <a:lumOff val="95000"/>
                    </a:schemeClr>
                  </a:gs>
                  <a:gs pos="50000">
                    <a:schemeClr val="accent1">
                      <a:lumMod val="15000"/>
                      <a:lumOff val="85000"/>
                    </a:schemeClr>
                  </a:gs>
                  <a:gs pos="100000">
                    <a:schemeClr val="accent1">
                      <a:lumMod val="20000"/>
                      <a:lumOff val="80000"/>
                    </a:schemeClr>
                  </a:gs>
                </a:gsLst>
                <a:lin ang="0" scaled="1"/>
              </a:gra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31" name="任意多边形: 形状 130">
                <a:extLst>
                  <a:ext uri="{FF2B5EF4-FFF2-40B4-BE49-F238E27FC236}">
                    <a16:creationId xmlns:a16="http://schemas.microsoft.com/office/drawing/2014/main" id="{F6CC81AF-F810-49EB-2A2C-5E9BF6C8DD62}"/>
                  </a:ext>
                </a:extLst>
              </p:cNvPr>
              <p:cNvSpPr/>
              <p:nvPr/>
            </p:nvSpPr>
            <p:spPr>
              <a:xfrm>
                <a:off x="5968852" y="2683820"/>
                <a:ext cx="430187" cy="131073"/>
              </a:xfrm>
              <a:custGeom>
                <a:avLst/>
                <a:gdLst>
                  <a:gd name="connsiteX0" fmla="*/ 430196 w 441378"/>
                  <a:gd name="connsiteY0" fmla="*/ 8287 h 134482"/>
                  <a:gd name="connsiteX1" fmla="*/ 245315 w 441378"/>
                  <a:gd name="connsiteY1" fmla="*/ 115062 h 134482"/>
                  <a:gd name="connsiteX2" fmla="*/ 199500 w 441378"/>
                  <a:gd name="connsiteY2" fmla="*/ 116967 h 134482"/>
                  <a:gd name="connsiteX3" fmla="*/ 7952 w 441378"/>
                  <a:gd name="connsiteY3" fmla="*/ 6382 h 134482"/>
                  <a:gd name="connsiteX4" fmla="*/ 2047 w 441378"/>
                  <a:gd name="connsiteY4" fmla="*/ 1143 h 134482"/>
                  <a:gd name="connsiteX5" fmla="*/ 7952 w 441378"/>
                  <a:gd name="connsiteY5" fmla="*/ 19336 h 134482"/>
                  <a:gd name="connsiteX6" fmla="*/ 199500 w 441378"/>
                  <a:gd name="connsiteY6" fmla="*/ 129921 h 134482"/>
                  <a:gd name="connsiteX7" fmla="*/ 245315 w 441378"/>
                  <a:gd name="connsiteY7" fmla="*/ 128016 h 134482"/>
                  <a:gd name="connsiteX8" fmla="*/ 430196 w 441378"/>
                  <a:gd name="connsiteY8" fmla="*/ 21241 h 134482"/>
                  <a:gd name="connsiteX9" fmla="*/ 439340 w 441378"/>
                  <a:gd name="connsiteY9" fmla="*/ 0 h 134482"/>
                  <a:gd name="connsiteX10" fmla="*/ 430196 w 441378"/>
                  <a:gd name="connsiteY10" fmla="*/ 8287 h 134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378" h="134482">
                    <a:moveTo>
                      <a:pt x="430196" y="8287"/>
                    </a:moveTo>
                    <a:lnTo>
                      <a:pt x="245315" y="115062"/>
                    </a:lnTo>
                    <a:cubicBezTo>
                      <a:pt x="231790" y="122872"/>
                      <a:pt x="211216" y="123730"/>
                      <a:pt x="199500" y="116967"/>
                    </a:cubicBezTo>
                    <a:lnTo>
                      <a:pt x="7952" y="6382"/>
                    </a:lnTo>
                    <a:cubicBezTo>
                      <a:pt x="5285" y="4858"/>
                      <a:pt x="3380" y="3048"/>
                      <a:pt x="2047" y="1143"/>
                    </a:cubicBezTo>
                    <a:cubicBezTo>
                      <a:pt x="-1954" y="7620"/>
                      <a:pt x="-144" y="14668"/>
                      <a:pt x="7952" y="19336"/>
                    </a:cubicBezTo>
                    <a:lnTo>
                      <a:pt x="199500" y="129921"/>
                    </a:lnTo>
                    <a:cubicBezTo>
                      <a:pt x="211216" y="136684"/>
                      <a:pt x="231790" y="135826"/>
                      <a:pt x="245315" y="128016"/>
                    </a:cubicBezTo>
                    <a:lnTo>
                      <a:pt x="430196" y="21241"/>
                    </a:lnTo>
                    <a:cubicBezTo>
                      <a:pt x="440768" y="15145"/>
                      <a:pt x="443911" y="6667"/>
                      <a:pt x="439340" y="0"/>
                    </a:cubicBezTo>
                    <a:cubicBezTo>
                      <a:pt x="437530" y="2953"/>
                      <a:pt x="434482" y="5810"/>
                      <a:pt x="430196" y="8287"/>
                    </a:cubicBez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37" name="任意多边形: 形状 136">
                <a:extLst>
                  <a:ext uri="{FF2B5EF4-FFF2-40B4-BE49-F238E27FC236}">
                    <a16:creationId xmlns:a16="http://schemas.microsoft.com/office/drawing/2014/main" id="{2AF24772-B9ED-1F12-B8D7-41B14D3994A5}"/>
                  </a:ext>
                </a:extLst>
              </p:cNvPr>
              <p:cNvSpPr/>
              <p:nvPr/>
            </p:nvSpPr>
            <p:spPr>
              <a:xfrm>
                <a:off x="6315358" y="2766708"/>
                <a:ext cx="15039" cy="19523"/>
              </a:xfrm>
              <a:custGeom>
                <a:avLst/>
                <a:gdLst>
                  <a:gd name="connsiteX0" fmla="*/ 15431 w 15430"/>
                  <a:gd name="connsiteY0" fmla="*/ 5539 h 20031"/>
                  <a:gd name="connsiteX1" fmla="*/ 7716 w 15430"/>
                  <a:gd name="connsiteY1" fmla="*/ 18969 h 20031"/>
                  <a:gd name="connsiteX2" fmla="*/ 0 w 15430"/>
                  <a:gd name="connsiteY2" fmla="*/ 14492 h 20031"/>
                  <a:gd name="connsiteX3" fmla="*/ 7716 w 15430"/>
                  <a:gd name="connsiteY3" fmla="*/ 1062 h 20031"/>
                  <a:gd name="connsiteX4" fmla="*/ 15431 w 15430"/>
                  <a:gd name="connsiteY4" fmla="*/ 5539 h 20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20031">
                    <a:moveTo>
                      <a:pt x="15431" y="5539"/>
                    </a:moveTo>
                    <a:cubicBezTo>
                      <a:pt x="15431" y="10492"/>
                      <a:pt x="12002" y="16493"/>
                      <a:pt x="7716" y="18969"/>
                    </a:cubicBezTo>
                    <a:cubicBezTo>
                      <a:pt x="3429" y="21446"/>
                      <a:pt x="0" y="19445"/>
                      <a:pt x="0" y="14492"/>
                    </a:cubicBezTo>
                    <a:cubicBezTo>
                      <a:pt x="0" y="9540"/>
                      <a:pt x="3429" y="3539"/>
                      <a:pt x="7716" y="1062"/>
                    </a:cubicBezTo>
                    <a:cubicBezTo>
                      <a:pt x="11906" y="-1414"/>
                      <a:pt x="15431" y="586"/>
                      <a:pt x="15431" y="5539"/>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38" name="任意多边形: 形状 137">
                <a:extLst>
                  <a:ext uri="{FF2B5EF4-FFF2-40B4-BE49-F238E27FC236}">
                    <a16:creationId xmlns:a16="http://schemas.microsoft.com/office/drawing/2014/main" id="{0BCF71FA-D5A4-E658-356E-4B419C7844A4}"/>
                  </a:ext>
                </a:extLst>
              </p:cNvPr>
              <p:cNvSpPr/>
              <p:nvPr/>
            </p:nvSpPr>
            <p:spPr>
              <a:xfrm>
                <a:off x="6339588" y="2752747"/>
                <a:ext cx="15039" cy="19466"/>
              </a:xfrm>
              <a:custGeom>
                <a:avLst/>
                <a:gdLst>
                  <a:gd name="connsiteX0" fmla="*/ 15430 w 15430"/>
                  <a:gd name="connsiteY0" fmla="*/ 5480 h 19972"/>
                  <a:gd name="connsiteX1" fmla="*/ 7715 w 15430"/>
                  <a:gd name="connsiteY1" fmla="*/ 18910 h 19972"/>
                  <a:gd name="connsiteX2" fmla="*/ 0 w 15430"/>
                  <a:gd name="connsiteY2" fmla="*/ 14434 h 19972"/>
                  <a:gd name="connsiteX3" fmla="*/ 7715 w 15430"/>
                  <a:gd name="connsiteY3" fmla="*/ 1004 h 19972"/>
                  <a:gd name="connsiteX4" fmla="*/ 15430 w 15430"/>
                  <a:gd name="connsiteY4" fmla="*/ 5480 h 19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19972">
                    <a:moveTo>
                      <a:pt x="15430" y="5480"/>
                    </a:moveTo>
                    <a:cubicBezTo>
                      <a:pt x="15430" y="10433"/>
                      <a:pt x="12002" y="16434"/>
                      <a:pt x="7715" y="18910"/>
                    </a:cubicBezTo>
                    <a:cubicBezTo>
                      <a:pt x="3429" y="21387"/>
                      <a:pt x="0" y="19387"/>
                      <a:pt x="0" y="14434"/>
                    </a:cubicBezTo>
                    <a:cubicBezTo>
                      <a:pt x="0" y="9481"/>
                      <a:pt x="3429" y="3480"/>
                      <a:pt x="7715" y="1004"/>
                    </a:cubicBezTo>
                    <a:cubicBezTo>
                      <a:pt x="12002" y="-1378"/>
                      <a:pt x="15430" y="623"/>
                      <a:pt x="15430" y="5480"/>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39" name="任意多边形: 形状 138">
                <a:extLst>
                  <a:ext uri="{FF2B5EF4-FFF2-40B4-BE49-F238E27FC236}">
                    <a16:creationId xmlns:a16="http://schemas.microsoft.com/office/drawing/2014/main" id="{CF858378-3602-EBE6-06A5-F410B27B9091}"/>
                  </a:ext>
                </a:extLst>
              </p:cNvPr>
              <p:cNvSpPr/>
              <p:nvPr/>
            </p:nvSpPr>
            <p:spPr>
              <a:xfrm>
                <a:off x="6363817" y="2738765"/>
                <a:ext cx="15039" cy="19523"/>
              </a:xfrm>
              <a:custGeom>
                <a:avLst/>
                <a:gdLst>
                  <a:gd name="connsiteX0" fmla="*/ 15431 w 15430"/>
                  <a:gd name="connsiteY0" fmla="*/ 5539 h 20031"/>
                  <a:gd name="connsiteX1" fmla="*/ 7715 w 15430"/>
                  <a:gd name="connsiteY1" fmla="*/ 18969 h 20031"/>
                  <a:gd name="connsiteX2" fmla="*/ 0 w 15430"/>
                  <a:gd name="connsiteY2" fmla="*/ 14492 h 20031"/>
                  <a:gd name="connsiteX3" fmla="*/ 7715 w 15430"/>
                  <a:gd name="connsiteY3" fmla="*/ 1062 h 20031"/>
                  <a:gd name="connsiteX4" fmla="*/ 15431 w 15430"/>
                  <a:gd name="connsiteY4" fmla="*/ 5539 h 20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20031">
                    <a:moveTo>
                      <a:pt x="15431" y="5539"/>
                    </a:moveTo>
                    <a:cubicBezTo>
                      <a:pt x="15431" y="10492"/>
                      <a:pt x="12002" y="16493"/>
                      <a:pt x="7715" y="18969"/>
                    </a:cubicBezTo>
                    <a:cubicBezTo>
                      <a:pt x="3429" y="21446"/>
                      <a:pt x="0" y="19446"/>
                      <a:pt x="0" y="14492"/>
                    </a:cubicBezTo>
                    <a:cubicBezTo>
                      <a:pt x="0" y="9539"/>
                      <a:pt x="3429" y="3539"/>
                      <a:pt x="7715" y="1062"/>
                    </a:cubicBezTo>
                    <a:cubicBezTo>
                      <a:pt x="12002" y="-1414"/>
                      <a:pt x="15431" y="586"/>
                      <a:pt x="15431" y="5539"/>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34" name="任意多边形: 形状 133">
                <a:extLst>
                  <a:ext uri="{FF2B5EF4-FFF2-40B4-BE49-F238E27FC236}">
                    <a16:creationId xmlns:a16="http://schemas.microsoft.com/office/drawing/2014/main" id="{EE213596-3601-FA89-E8CA-3B8956C7E50A}"/>
                  </a:ext>
                </a:extLst>
              </p:cNvPr>
              <p:cNvSpPr/>
              <p:nvPr/>
            </p:nvSpPr>
            <p:spPr>
              <a:xfrm>
                <a:off x="6083245" y="2629503"/>
                <a:ext cx="201409" cy="116269"/>
              </a:xfrm>
              <a:custGeom>
                <a:avLst/>
                <a:gdLst>
                  <a:gd name="connsiteX0" fmla="*/ 93371 w 206648"/>
                  <a:gd name="connsiteY0" fmla="*/ 117166 h 119294"/>
                  <a:gd name="connsiteX1" fmla="*/ 3741 w 206648"/>
                  <a:gd name="connsiteY1" fmla="*/ 65446 h 119294"/>
                  <a:gd name="connsiteX2" fmla="*/ 5265 w 206648"/>
                  <a:gd name="connsiteY2" fmla="*/ 53063 h 119294"/>
                  <a:gd name="connsiteX3" fmla="*/ 91847 w 206648"/>
                  <a:gd name="connsiteY3" fmla="*/ 3057 h 119294"/>
                  <a:gd name="connsiteX4" fmla="*/ 113278 w 206648"/>
                  <a:gd name="connsiteY4" fmla="*/ 2199 h 119294"/>
                  <a:gd name="connsiteX5" fmla="*/ 202908 w 206648"/>
                  <a:gd name="connsiteY5" fmla="*/ 53920 h 119294"/>
                  <a:gd name="connsiteX6" fmla="*/ 201384 w 206648"/>
                  <a:gd name="connsiteY6" fmla="*/ 66303 h 119294"/>
                  <a:gd name="connsiteX7" fmla="*/ 114802 w 206648"/>
                  <a:gd name="connsiteY7" fmla="*/ 116309 h 119294"/>
                  <a:gd name="connsiteX8" fmla="*/ 93371 w 206648"/>
                  <a:gd name="connsiteY8" fmla="*/ 117166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648" h="119294">
                    <a:moveTo>
                      <a:pt x="93371" y="117166"/>
                    </a:moveTo>
                    <a:lnTo>
                      <a:pt x="3741" y="65446"/>
                    </a:lnTo>
                    <a:cubicBezTo>
                      <a:pt x="-1784" y="62302"/>
                      <a:pt x="-1117" y="56682"/>
                      <a:pt x="5265" y="53063"/>
                    </a:cubicBezTo>
                    <a:lnTo>
                      <a:pt x="91847" y="3057"/>
                    </a:lnTo>
                    <a:cubicBezTo>
                      <a:pt x="98229" y="-658"/>
                      <a:pt x="107849" y="-1039"/>
                      <a:pt x="113278" y="2199"/>
                    </a:cubicBezTo>
                    <a:lnTo>
                      <a:pt x="202908" y="53920"/>
                    </a:lnTo>
                    <a:cubicBezTo>
                      <a:pt x="208433" y="57064"/>
                      <a:pt x="207766" y="62683"/>
                      <a:pt x="201384" y="66303"/>
                    </a:cubicBezTo>
                    <a:lnTo>
                      <a:pt x="114802" y="116309"/>
                    </a:lnTo>
                    <a:cubicBezTo>
                      <a:pt x="108516" y="119929"/>
                      <a:pt x="98895" y="120310"/>
                      <a:pt x="93371" y="117166"/>
                    </a:cubicBezTo>
                    <a:close/>
                  </a:path>
                </a:pathLst>
              </a:custGeom>
              <a:solidFill>
                <a:schemeClr val="accent1">
                  <a:lumMod val="60000"/>
                  <a:lumOff val="4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35" name="任意多边形: 形状 134">
                <a:extLst>
                  <a:ext uri="{FF2B5EF4-FFF2-40B4-BE49-F238E27FC236}">
                    <a16:creationId xmlns:a16="http://schemas.microsoft.com/office/drawing/2014/main" id="{2E1ABDE8-7B42-ED2A-D351-521E4D8AC07D}"/>
                  </a:ext>
                </a:extLst>
              </p:cNvPr>
              <p:cNvSpPr/>
              <p:nvPr/>
            </p:nvSpPr>
            <p:spPr>
              <a:xfrm>
                <a:off x="6170032" y="2685650"/>
                <a:ext cx="27836" cy="16076"/>
              </a:xfrm>
              <a:custGeom>
                <a:avLst/>
                <a:gdLst>
                  <a:gd name="connsiteX0" fmla="*/ 12899 w 28560"/>
                  <a:gd name="connsiteY0" fmla="*/ 16220 h 16494"/>
                  <a:gd name="connsiteX1" fmla="*/ 517 w 28560"/>
                  <a:gd name="connsiteY1" fmla="*/ 9076 h 16494"/>
                  <a:gd name="connsiteX2" fmla="*/ 707 w 28560"/>
                  <a:gd name="connsiteY2" fmla="*/ 7361 h 16494"/>
                  <a:gd name="connsiteX3" fmla="*/ 12709 w 28560"/>
                  <a:gd name="connsiteY3" fmla="*/ 408 h 16494"/>
                  <a:gd name="connsiteX4" fmla="*/ 15662 w 28560"/>
                  <a:gd name="connsiteY4" fmla="*/ 313 h 16494"/>
                  <a:gd name="connsiteX5" fmla="*/ 28044 w 28560"/>
                  <a:gd name="connsiteY5" fmla="*/ 7457 h 16494"/>
                  <a:gd name="connsiteX6" fmla="*/ 27853 w 28560"/>
                  <a:gd name="connsiteY6" fmla="*/ 9171 h 16494"/>
                  <a:gd name="connsiteX7" fmla="*/ 15852 w 28560"/>
                  <a:gd name="connsiteY7" fmla="*/ 16125 h 16494"/>
                  <a:gd name="connsiteX8" fmla="*/ 12899 w 28560"/>
                  <a:gd name="connsiteY8" fmla="*/ 16220 h 1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60" h="16494">
                    <a:moveTo>
                      <a:pt x="12899" y="16220"/>
                    </a:moveTo>
                    <a:lnTo>
                      <a:pt x="517" y="9076"/>
                    </a:lnTo>
                    <a:cubicBezTo>
                      <a:pt x="-245" y="8600"/>
                      <a:pt x="-150" y="7838"/>
                      <a:pt x="707" y="7361"/>
                    </a:cubicBezTo>
                    <a:lnTo>
                      <a:pt x="12709" y="408"/>
                    </a:lnTo>
                    <a:cubicBezTo>
                      <a:pt x="13566" y="-68"/>
                      <a:pt x="14899" y="-163"/>
                      <a:pt x="15662" y="313"/>
                    </a:cubicBezTo>
                    <a:lnTo>
                      <a:pt x="28044" y="7457"/>
                    </a:lnTo>
                    <a:cubicBezTo>
                      <a:pt x="28806" y="7933"/>
                      <a:pt x="28711" y="8695"/>
                      <a:pt x="27853" y="9171"/>
                    </a:cubicBezTo>
                    <a:lnTo>
                      <a:pt x="15852" y="16125"/>
                    </a:lnTo>
                    <a:cubicBezTo>
                      <a:pt x="14995" y="16601"/>
                      <a:pt x="13661" y="16601"/>
                      <a:pt x="12899" y="16220"/>
                    </a:cubicBezTo>
                    <a:close/>
                  </a:path>
                </a:pathLst>
              </a:custGeom>
              <a:solidFill>
                <a:srgbClr val="D4EC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36" name="任意多边形: 形状 135">
                <a:extLst>
                  <a:ext uri="{FF2B5EF4-FFF2-40B4-BE49-F238E27FC236}">
                    <a16:creationId xmlns:a16="http://schemas.microsoft.com/office/drawing/2014/main" id="{9AB968A5-1D8F-1927-02FE-251FB083AEA0}"/>
                  </a:ext>
                </a:extLst>
              </p:cNvPr>
              <p:cNvSpPr/>
              <p:nvPr/>
            </p:nvSpPr>
            <p:spPr>
              <a:xfrm>
                <a:off x="6083285" y="2629572"/>
                <a:ext cx="201371" cy="63809"/>
              </a:xfrm>
              <a:custGeom>
                <a:avLst/>
                <a:gdLst>
                  <a:gd name="connsiteX0" fmla="*/ 3700 w 206609"/>
                  <a:gd name="connsiteY0" fmla="*/ 65279 h 65469"/>
                  <a:gd name="connsiteX1" fmla="*/ 3985 w 206609"/>
                  <a:gd name="connsiteY1" fmla="*/ 65470 h 65469"/>
                  <a:gd name="connsiteX2" fmla="*/ 5319 w 206609"/>
                  <a:gd name="connsiteY2" fmla="*/ 64612 h 65469"/>
                  <a:gd name="connsiteX3" fmla="*/ 91901 w 206609"/>
                  <a:gd name="connsiteY3" fmla="*/ 14606 h 65469"/>
                  <a:gd name="connsiteX4" fmla="*/ 113333 w 206609"/>
                  <a:gd name="connsiteY4" fmla="*/ 13749 h 65469"/>
                  <a:gd name="connsiteX5" fmla="*/ 202677 w 206609"/>
                  <a:gd name="connsiteY5" fmla="*/ 65375 h 65469"/>
                  <a:gd name="connsiteX6" fmla="*/ 202963 w 206609"/>
                  <a:gd name="connsiteY6" fmla="*/ 53849 h 65469"/>
                  <a:gd name="connsiteX7" fmla="*/ 113333 w 206609"/>
                  <a:gd name="connsiteY7" fmla="*/ 2129 h 65469"/>
                  <a:gd name="connsiteX8" fmla="*/ 91901 w 206609"/>
                  <a:gd name="connsiteY8" fmla="*/ 2986 h 65469"/>
                  <a:gd name="connsiteX9" fmla="*/ 5319 w 206609"/>
                  <a:gd name="connsiteY9" fmla="*/ 52992 h 65469"/>
                  <a:gd name="connsiteX10" fmla="*/ 3700 w 206609"/>
                  <a:gd name="connsiteY10" fmla="*/ 65279 h 6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609" h="65469">
                    <a:moveTo>
                      <a:pt x="3700" y="65279"/>
                    </a:moveTo>
                    <a:lnTo>
                      <a:pt x="3985" y="65470"/>
                    </a:lnTo>
                    <a:cubicBezTo>
                      <a:pt x="4367" y="65184"/>
                      <a:pt x="4747" y="64898"/>
                      <a:pt x="5319" y="64612"/>
                    </a:cubicBezTo>
                    <a:lnTo>
                      <a:pt x="91901" y="14606"/>
                    </a:lnTo>
                    <a:cubicBezTo>
                      <a:pt x="98283" y="10892"/>
                      <a:pt x="107903" y="10511"/>
                      <a:pt x="113333" y="13749"/>
                    </a:cubicBezTo>
                    <a:lnTo>
                      <a:pt x="202677" y="65375"/>
                    </a:lnTo>
                    <a:cubicBezTo>
                      <a:pt x="207725" y="61755"/>
                      <a:pt x="208011" y="56802"/>
                      <a:pt x="202963" y="53849"/>
                    </a:cubicBezTo>
                    <a:lnTo>
                      <a:pt x="113333" y="2129"/>
                    </a:lnTo>
                    <a:cubicBezTo>
                      <a:pt x="107808" y="-1015"/>
                      <a:pt x="98188" y="-634"/>
                      <a:pt x="91901" y="2986"/>
                    </a:cubicBezTo>
                    <a:lnTo>
                      <a:pt x="5319" y="52992"/>
                    </a:lnTo>
                    <a:cubicBezTo>
                      <a:pt x="-1063" y="56612"/>
                      <a:pt x="-1825" y="62136"/>
                      <a:pt x="3700" y="65279"/>
                    </a:cubicBezTo>
                    <a:close/>
                  </a:path>
                </a:pathLst>
              </a:custGeom>
              <a:solidFill>
                <a:schemeClr val="accent1">
                  <a:lumMod val="75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8" name="椭圆 17">
                <a:extLst>
                  <a:ext uri="{FF2B5EF4-FFF2-40B4-BE49-F238E27FC236}">
                    <a16:creationId xmlns:a16="http://schemas.microsoft.com/office/drawing/2014/main" id="{0575385D-6106-0AE8-2451-8903848BFAE8}"/>
                  </a:ext>
                </a:extLst>
              </p:cNvPr>
              <p:cNvSpPr/>
              <p:nvPr/>
            </p:nvSpPr>
            <p:spPr>
              <a:xfrm>
                <a:off x="4964209" y="3003548"/>
                <a:ext cx="2818274" cy="1365560"/>
              </a:xfrm>
              <a:prstGeom prst="ellipse">
                <a:avLst/>
              </a:prstGeom>
              <a:gradFill flip="none" rotWithShape="1">
                <a:gsLst>
                  <a:gs pos="0">
                    <a:schemeClr val="accent1">
                      <a:lumMod val="50000"/>
                      <a:alpha val="55000"/>
                    </a:schemeClr>
                  </a:gs>
                  <a:gs pos="91000">
                    <a:schemeClr val="accent1">
                      <a:lumMod val="0"/>
                      <a:lumOff val="100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19" name="任意多边形: 形状 18">
                <a:extLst>
                  <a:ext uri="{FF2B5EF4-FFF2-40B4-BE49-F238E27FC236}">
                    <a16:creationId xmlns:a16="http://schemas.microsoft.com/office/drawing/2014/main" id="{3E530F12-5A96-EE3D-1EB9-999CC9EACBED}"/>
                  </a:ext>
                </a:extLst>
              </p:cNvPr>
              <p:cNvSpPr/>
              <p:nvPr/>
            </p:nvSpPr>
            <p:spPr>
              <a:xfrm>
                <a:off x="7173352" y="3291303"/>
                <a:ext cx="250283" cy="157355"/>
              </a:xfrm>
              <a:custGeom>
                <a:avLst/>
                <a:gdLst>
                  <a:gd name="connsiteX0" fmla="*/ 241173 w 256794"/>
                  <a:gd name="connsiteY0" fmla="*/ 161449 h 161448"/>
                  <a:gd name="connsiteX1" fmla="*/ 233363 w 256794"/>
                  <a:gd name="connsiteY1" fmla="*/ 159353 h 161448"/>
                  <a:gd name="connsiteX2" fmla="*/ 7811 w 256794"/>
                  <a:gd name="connsiteY2" fmla="*/ 29147 h 161448"/>
                  <a:gd name="connsiteX3" fmla="*/ 2096 w 256794"/>
                  <a:gd name="connsiteY3" fmla="*/ 7811 h 161448"/>
                  <a:gd name="connsiteX4" fmla="*/ 23432 w 256794"/>
                  <a:gd name="connsiteY4" fmla="*/ 2096 h 161448"/>
                  <a:gd name="connsiteX5" fmla="*/ 248984 w 256794"/>
                  <a:gd name="connsiteY5" fmla="*/ 132302 h 161448"/>
                  <a:gd name="connsiteX6" fmla="*/ 254699 w 256794"/>
                  <a:gd name="connsiteY6" fmla="*/ 153638 h 161448"/>
                  <a:gd name="connsiteX7" fmla="*/ 241173 w 256794"/>
                  <a:gd name="connsiteY7" fmla="*/ 161449 h 16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794" h="161448">
                    <a:moveTo>
                      <a:pt x="241173" y="161449"/>
                    </a:moveTo>
                    <a:cubicBezTo>
                      <a:pt x="238506" y="161449"/>
                      <a:pt x="235839" y="160782"/>
                      <a:pt x="233363" y="159353"/>
                    </a:cubicBezTo>
                    <a:lnTo>
                      <a:pt x="7811" y="29147"/>
                    </a:lnTo>
                    <a:cubicBezTo>
                      <a:pt x="286" y="24860"/>
                      <a:pt x="-2191" y="15240"/>
                      <a:pt x="2096" y="7811"/>
                    </a:cubicBezTo>
                    <a:cubicBezTo>
                      <a:pt x="6382" y="286"/>
                      <a:pt x="16002" y="-2191"/>
                      <a:pt x="23432" y="2096"/>
                    </a:cubicBezTo>
                    <a:lnTo>
                      <a:pt x="248984" y="132302"/>
                    </a:lnTo>
                    <a:cubicBezTo>
                      <a:pt x="256508" y="136589"/>
                      <a:pt x="258985" y="146209"/>
                      <a:pt x="254699" y="153638"/>
                    </a:cubicBezTo>
                    <a:cubicBezTo>
                      <a:pt x="251841" y="158687"/>
                      <a:pt x="246603" y="161449"/>
                      <a:pt x="241173" y="161449"/>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20" name="任意多边形: 形状 19">
                <a:extLst>
                  <a:ext uri="{FF2B5EF4-FFF2-40B4-BE49-F238E27FC236}">
                    <a16:creationId xmlns:a16="http://schemas.microsoft.com/office/drawing/2014/main" id="{70FB4B66-FFC5-3A12-4454-060387640A55}"/>
                  </a:ext>
                </a:extLst>
              </p:cNvPr>
              <p:cNvSpPr/>
              <p:nvPr/>
            </p:nvSpPr>
            <p:spPr>
              <a:xfrm>
                <a:off x="6721802" y="3030622"/>
                <a:ext cx="256225" cy="160791"/>
              </a:xfrm>
              <a:custGeom>
                <a:avLst/>
                <a:gdLst>
                  <a:gd name="connsiteX0" fmla="*/ 247269 w 262890"/>
                  <a:gd name="connsiteY0" fmla="*/ 164973 h 164973"/>
                  <a:gd name="connsiteX1" fmla="*/ 239459 w 262890"/>
                  <a:gd name="connsiteY1" fmla="*/ 162878 h 164973"/>
                  <a:gd name="connsiteX2" fmla="*/ 7811 w 262890"/>
                  <a:gd name="connsiteY2" fmla="*/ 29147 h 164973"/>
                  <a:gd name="connsiteX3" fmla="*/ 2095 w 262890"/>
                  <a:gd name="connsiteY3" fmla="*/ 7811 h 164973"/>
                  <a:gd name="connsiteX4" fmla="*/ 23432 w 262890"/>
                  <a:gd name="connsiteY4" fmla="*/ 2096 h 164973"/>
                  <a:gd name="connsiteX5" fmla="*/ 255080 w 262890"/>
                  <a:gd name="connsiteY5" fmla="*/ 135827 h 164973"/>
                  <a:gd name="connsiteX6" fmla="*/ 260795 w 262890"/>
                  <a:gd name="connsiteY6" fmla="*/ 157163 h 164973"/>
                  <a:gd name="connsiteX7" fmla="*/ 247269 w 262890"/>
                  <a:gd name="connsiteY7" fmla="*/ 164973 h 164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890" h="164973">
                    <a:moveTo>
                      <a:pt x="247269" y="164973"/>
                    </a:moveTo>
                    <a:cubicBezTo>
                      <a:pt x="244602" y="164973"/>
                      <a:pt x="241935" y="164306"/>
                      <a:pt x="239459" y="162878"/>
                    </a:cubicBezTo>
                    <a:lnTo>
                      <a:pt x="7811" y="29147"/>
                    </a:lnTo>
                    <a:cubicBezTo>
                      <a:pt x="286" y="24860"/>
                      <a:pt x="-2191" y="15240"/>
                      <a:pt x="2095" y="7811"/>
                    </a:cubicBezTo>
                    <a:cubicBezTo>
                      <a:pt x="6382" y="286"/>
                      <a:pt x="16002" y="-2191"/>
                      <a:pt x="23432" y="2096"/>
                    </a:cubicBezTo>
                    <a:lnTo>
                      <a:pt x="255080" y="135827"/>
                    </a:lnTo>
                    <a:cubicBezTo>
                      <a:pt x="262604" y="140113"/>
                      <a:pt x="265081" y="149733"/>
                      <a:pt x="260795" y="157163"/>
                    </a:cubicBezTo>
                    <a:cubicBezTo>
                      <a:pt x="257937" y="162116"/>
                      <a:pt x="252603" y="164973"/>
                      <a:pt x="247269" y="164973"/>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21" name="任意多边形: 形状 20">
                <a:extLst>
                  <a:ext uri="{FF2B5EF4-FFF2-40B4-BE49-F238E27FC236}">
                    <a16:creationId xmlns:a16="http://schemas.microsoft.com/office/drawing/2014/main" id="{F078954F-4557-EEE1-92CF-FABFCF4C5142}"/>
                  </a:ext>
                </a:extLst>
              </p:cNvPr>
              <p:cNvSpPr/>
              <p:nvPr/>
            </p:nvSpPr>
            <p:spPr>
              <a:xfrm>
                <a:off x="6276194" y="2773283"/>
                <a:ext cx="250283" cy="157355"/>
              </a:xfrm>
              <a:custGeom>
                <a:avLst/>
                <a:gdLst>
                  <a:gd name="connsiteX0" fmla="*/ 241173 w 256794"/>
                  <a:gd name="connsiteY0" fmla="*/ 161449 h 161448"/>
                  <a:gd name="connsiteX1" fmla="*/ 233363 w 256794"/>
                  <a:gd name="connsiteY1" fmla="*/ 159353 h 161448"/>
                  <a:gd name="connsiteX2" fmla="*/ 7811 w 256794"/>
                  <a:gd name="connsiteY2" fmla="*/ 29147 h 161448"/>
                  <a:gd name="connsiteX3" fmla="*/ 2095 w 256794"/>
                  <a:gd name="connsiteY3" fmla="*/ 7811 h 161448"/>
                  <a:gd name="connsiteX4" fmla="*/ 23432 w 256794"/>
                  <a:gd name="connsiteY4" fmla="*/ 2096 h 161448"/>
                  <a:gd name="connsiteX5" fmla="*/ 248984 w 256794"/>
                  <a:gd name="connsiteY5" fmla="*/ 132302 h 161448"/>
                  <a:gd name="connsiteX6" fmla="*/ 254699 w 256794"/>
                  <a:gd name="connsiteY6" fmla="*/ 153638 h 161448"/>
                  <a:gd name="connsiteX7" fmla="*/ 241173 w 256794"/>
                  <a:gd name="connsiteY7" fmla="*/ 161449 h 16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794" h="161448">
                    <a:moveTo>
                      <a:pt x="241173" y="161449"/>
                    </a:moveTo>
                    <a:cubicBezTo>
                      <a:pt x="238506" y="161449"/>
                      <a:pt x="235839" y="160782"/>
                      <a:pt x="233363" y="159353"/>
                    </a:cubicBezTo>
                    <a:lnTo>
                      <a:pt x="7811" y="29147"/>
                    </a:lnTo>
                    <a:cubicBezTo>
                      <a:pt x="286" y="24860"/>
                      <a:pt x="-2191" y="15240"/>
                      <a:pt x="2095" y="7811"/>
                    </a:cubicBezTo>
                    <a:cubicBezTo>
                      <a:pt x="6382" y="286"/>
                      <a:pt x="16002" y="-2191"/>
                      <a:pt x="23432" y="2096"/>
                    </a:cubicBezTo>
                    <a:lnTo>
                      <a:pt x="248984" y="132302"/>
                    </a:lnTo>
                    <a:cubicBezTo>
                      <a:pt x="256508" y="136589"/>
                      <a:pt x="258985" y="146209"/>
                      <a:pt x="254699" y="153638"/>
                    </a:cubicBezTo>
                    <a:cubicBezTo>
                      <a:pt x="251746" y="158687"/>
                      <a:pt x="246507" y="161449"/>
                      <a:pt x="241173" y="161449"/>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12" name="任意多边形: 形状 111">
                <a:extLst>
                  <a:ext uri="{FF2B5EF4-FFF2-40B4-BE49-F238E27FC236}">
                    <a16:creationId xmlns:a16="http://schemas.microsoft.com/office/drawing/2014/main" id="{5D67BAFF-ECFF-2931-5F9C-ECEB70DF0835}"/>
                  </a:ext>
                </a:extLst>
              </p:cNvPr>
              <p:cNvSpPr/>
              <p:nvPr/>
            </p:nvSpPr>
            <p:spPr>
              <a:xfrm>
                <a:off x="5357592" y="3266981"/>
                <a:ext cx="694035" cy="330678"/>
              </a:xfrm>
              <a:custGeom>
                <a:avLst/>
                <a:gdLst>
                  <a:gd name="connsiteX0" fmla="*/ 124777 w 712089"/>
                  <a:gd name="connsiteY0" fmla="*/ 339281 h 339280"/>
                  <a:gd name="connsiteX1" fmla="*/ 712089 w 712089"/>
                  <a:gd name="connsiteY1" fmla="*/ 0 h 339280"/>
                  <a:gd name="connsiteX2" fmla="*/ 50101 w 712089"/>
                  <a:gd name="connsiteY2" fmla="*/ 31242 h 339280"/>
                  <a:gd name="connsiteX3" fmla="*/ 8954 w 712089"/>
                  <a:gd name="connsiteY3" fmla="*/ 70580 h 339280"/>
                  <a:gd name="connsiteX4" fmla="*/ 0 w 712089"/>
                  <a:gd name="connsiteY4" fmla="*/ 129540 h 339280"/>
                  <a:gd name="connsiteX5" fmla="*/ 6572 w 712089"/>
                  <a:gd name="connsiteY5" fmla="*/ 169640 h 339280"/>
                  <a:gd name="connsiteX6" fmla="*/ 26289 w 712089"/>
                  <a:gd name="connsiteY6" fmla="*/ 218313 h 339280"/>
                  <a:gd name="connsiteX7" fmla="*/ 45910 w 712089"/>
                  <a:gd name="connsiteY7" fmla="*/ 256508 h 339280"/>
                  <a:gd name="connsiteX8" fmla="*/ 68008 w 712089"/>
                  <a:gd name="connsiteY8" fmla="*/ 285083 h 33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2089" h="339280">
                    <a:moveTo>
                      <a:pt x="124777" y="339281"/>
                    </a:moveTo>
                    <a:lnTo>
                      <a:pt x="712089" y="0"/>
                    </a:lnTo>
                    <a:lnTo>
                      <a:pt x="50101" y="31242"/>
                    </a:lnTo>
                    <a:lnTo>
                      <a:pt x="8954" y="70580"/>
                    </a:lnTo>
                    <a:lnTo>
                      <a:pt x="0" y="129540"/>
                    </a:lnTo>
                    <a:lnTo>
                      <a:pt x="6572" y="169640"/>
                    </a:lnTo>
                    <a:lnTo>
                      <a:pt x="26289" y="218313"/>
                    </a:lnTo>
                    <a:lnTo>
                      <a:pt x="45910" y="256508"/>
                    </a:lnTo>
                    <a:lnTo>
                      <a:pt x="68008" y="285083"/>
                    </a:lnTo>
                    <a:close/>
                  </a:path>
                </a:pathLst>
              </a:custGeom>
              <a:gradFill>
                <a:gsLst>
                  <a:gs pos="0">
                    <a:schemeClr val="accent1">
                      <a:lumMod val="40000"/>
                      <a:lumOff val="60000"/>
                    </a:schemeClr>
                  </a:gs>
                  <a:gs pos="50000">
                    <a:schemeClr val="accent1"/>
                  </a:gs>
                  <a:gs pos="100000">
                    <a:schemeClr val="accent1">
                      <a:lumMod val="60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113" name="任意多边形: 形状 112">
                <a:extLst>
                  <a:ext uri="{FF2B5EF4-FFF2-40B4-BE49-F238E27FC236}">
                    <a16:creationId xmlns:a16="http://schemas.microsoft.com/office/drawing/2014/main" id="{A90AFEC9-FCD2-507D-367B-9B15979FF8CC}"/>
                  </a:ext>
                </a:extLst>
              </p:cNvPr>
              <p:cNvSpPr/>
              <p:nvPr/>
            </p:nvSpPr>
            <p:spPr>
              <a:xfrm>
                <a:off x="5389341" y="2956130"/>
                <a:ext cx="1444143" cy="934516"/>
              </a:xfrm>
              <a:custGeom>
                <a:avLst/>
                <a:gdLst>
                  <a:gd name="connsiteX0" fmla="*/ 585883 w 1481709"/>
                  <a:gd name="connsiteY0" fmla="*/ 9661 h 958826"/>
                  <a:gd name="connsiteX1" fmla="*/ 588931 w 1481709"/>
                  <a:gd name="connsiteY1" fmla="*/ 7851 h 958826"/>
                  <a:gd name="connsiteX2" fmla="*/ 589121 w 1481709"/>
                  <a:gd name="connsiteY2" fmla="*/ 7756 h 958826"/>
                  <a:gd name="connsiteX3" fmla="*/ 589121 w 1481709"/>
                  <a:gd name="connsiteY3" fmla="*/ 7756 h 958826"/>
                  <a:gd name="connsiteX4" fmla="*/ 679514 w 1481709"/>
                  <a:gd name="connsiteY4" fmla="*/ 17757 h 958826"/>
                  <a:gd name="connsiteX5" fmla="*/ 1481709 w 1481709"/>
                  <a:gd name="connsiteY5" fmla="*/ 480862 h 958826"/>
                  <a:gd name="connsiteX6" fmla="*/ 1472470 w 1481709"/>
                  <a:gd name="connsiteY6" fmla="*/ 489816 h 958826"/>
                  <a:gd name="connsiteX7" fmla="*/ 1442085 w 1481709"/>
                  <a:gd name="connsiteY7" fmla="*/ 472290 h 958826"/>
                  <a:gd name="connsiteX8" fmla="*/ 1279779 w 1481709"/>
                  <a:gd name="connsiteY8" fmla="*/ 825096 h 958826"/>
                  <a:gd name="connsiteX9" fmla="*/ 1195768 w 1481709"/>
                  <a:gd name="connsiteY9" fmla="*/ 939777 h 958826"/>
                  <a:gd name="connsiteX10" fmla="*/ 1140905 w 1481709"/>
                  <a:gd name="connsiteY10" fmla="*/ 958827 h 958826"/>
                  <a:gd name="connsiteX11" fmla="*/ 1085945 w 1481709"/>
                  <a:gd name="connsiteY11" fmla="*/ 937300 h 958826"/>
                  <a:gd name="connsiteX12" fmla="*/ 819150 w 1481709"/>
                  <a:gd name="connsiteY12" fmla="*/ 785662 h 958826"/>
                  <a:gd name="connsiteX13" fmla="*/ 290227 w 1481709"/>
                  <a:gd name="connsiteY13" fmla="*/ 483244 h 958826"/>
                  <a:gd name="connsiteX14" fmla="*/ 96203 w 1481709"/>
                  <a:gd name="connsiteY14" fmla="*/ 366753 h 958826"/>
                  <a:gd name="connsiteX15" fmla="*/ 45529 w 1481709"/>
                  <a:gd name="connsiteY15" fmla="*/ 350656 h 958826"/>
                  <a:gd name="connsiteX16" fmla="*/ 0 w 1481709"/>
                  <a:gd name="connsiteY16" fmla="*/ 347989 h 958826"/>
                  <a:gd name="connsiteX17" fmla="*/ 585883 w 1481709"/>
                  <a:gd name="connsiteY17" fmla="*/ 9661 h 95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81709" h="958826">
                    <a:moveTo>
                      <a:pt x="585883" y="9661"/>
                    </a:moveTo>
                    <a:cubicBezTo>
                      <a:pt x="586930" y="9089"/>
                      <a:pt x="587883" y="8422"/>
                      <a:pt x="588931" y="7851"/>
                    </a:cubicBezTo>
                    <a:lnTo>
                      <a:pt x="589121" y="7756"/>
                    </a:lnTo>
                    <a:lnTo>
                      <a:pt x="589121" y="7756"/>
                    </a:lnTo>
                    <a:cubicBezTo>
                      <a:pt x="612553" y="-4817"/>
                      <a:pt x="644461" y="-2531"/>
                      <a:pt x="679514" y="17757"/>
                    </a:cubicBezTo>
                    <a:lnTo>
                      <a:pt x="1481709" y="480862"/>
                    </a:lnTo>
                    <a:cubicBezTo>
                      <a:pt x="1478280" y="483434"/>
                      <a:pt x="1475327" y="486482"/>
                      <a:pt x="1472470" y="489816"/>
                    </a:cubicBezTo>
                    <a:lnTo>
                      <a:pt x="1442085" y="472290"/>
                    </a:lnTo>
                    <a:lnTo>
                      <a:pt x="1279779" y="825096"/>
                    </a:lnTo>
                    <a:lnTo>
                      <a:pt x="1195768" y="939777"/>
                    </a:lnTo>
                    <a:lnTo>
                      <a:pt x="1140905" y="958827"/>
                    </a:lnTo>
                    <a:lnTo>
                      <a:pt x="1085945" y="937300"/>
                    </a:lnTo>
                    <a:lnTo>
                      <a:pt x="819150" y="785662"/>
                    </a:lnTo>
                    <a:lnTo>
                      <a:pt x="290227" y="483244"/>
                    </a:lnTo>
                    <a:lnTo>
                      <a:pt x="96203" y="366753"/>
                    </a:lnTo>
                    <a:lnTo>
                      <a:pt x="45529" y="350656"/>
                    </a:lnTo>
                    <a:lnTo>
                      <a:pt x="0" y="347989"/>
                    </a:lnTo>
                    <a:lnTo>
                      <a:pt x="585883" y="9661"/>
                    </a:lnTo>
                    <a:close/>
                  </a:path>
                </a:pathLst>
              </a:custGeom>
              <a:solidFill>
                <a:schemeClr val="accent1">
                  <a:lumMod val="20000"/>
                  <a:lumOff val="8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24" name="任意多边形: 形状 123">
                <a:extLst>
                  <a:ext uri="{FF2B5EF4-FFF2-40B4-BE49-F238E27FC236}">
                    <a16:creationId xmlns:a16="http://schemas.microsoft.com/office/drawing/2014/main" id="{8F495354-F1AC-5C64-D05B-44650788063A}"/>
                  </a:ext>
                </a:extLst>
              </p:cNvPr>
              <p:cNvSpPr/>
              <p:nvPr/>
            </p:nvSpPr>
            <p:spPr>
              <a:xfrm>
                <a:off x="5389248" y="3295295"/>
                <a:ext cx="185" cy="93"/>
              </a:xfrm>
              <a:custGeom>
                <a:avLst/>
                <a:gdLst>
                  <a:gd name="connsiteX0" fmla="*/ 95 w 190"/>
                  <a:gd name="connsiteY0" fmla="*/ 95 h 95"/>
                  <a:gd name="connsiteX1" fmla="*/ 0 w 190"/>
                  <a:gd name="connsiteY1" fmla="*/ 95 h 95"/>
                  <a:gd name="connsiteX2" fmla="*/ 190 w 190"/>
                  <a:gd name="connsiteY2" fmla="*/ 0 h 95"/>
                </a:gdLst>
                <a:ahLst/>
                <a:cxnLst>
                  <a:cxn ang="0">
                    <a:pos x="connsiteX0" y="connsiteY0"/>
                  </a:cxn>
                  <a:cxn ang="0">
                    <a:pos x="connsiteX1" y="connsiteY1"/>
                  </a:cxn>
                  <a:cxn ang="0">
                    <a:pos x="connsiteX2" y="connsiteY2"/>
                  </a:cxn>
                </a:cxnLst>
                <a:rect l="l" t="t" r="r" b="b"/>
                <a:pathLst>
                  <a:path w="190" h="95">
                    <a:moveTo>
                      <a:pt x="95" y="95"/>
                    </a:moveTo>
                    <a:lnTo>
                      <a:pt x="0" y="95"/>
                    </a:lnTo>
                    <a:lnTo>
                      <a:pt x="190" y="0"/>
                    </a:lnTo>
                    <a:close/>
                  </a:path>
                </a:pathLst>
              </a:custGeom>
              <a:solidFill>
                <a:srgbClr val="D4EC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20" name="任意多边形: 形状 119">
                <a:extLst>
                  <a:ext uri="{FF2B5EF4-FFF2-40B4-BE49-F238E27FC236}">
                    <a16:creationId xmlns:a16="http://schemas.microsoft.com/office/drawing/2014/main" id="{FAF141B3-38FE-C84F-D08C-BBD52595FB16}"/>
                  </a:ext>
                </a:extLst>
              </p:cNvPr>
              <p:cNvSpPr/>
              <p:nvPr/>
            </p:nvSpPr>
            <p:spPr>
              <a:xfrm>
                <a:off x="6539289" y="3675827"/>
                <a:ext cx="38897" cy="126255"/>
              </a:xfrm>
              <a:custGeom>
                <a:avLst/>
                <a:gdLst>
                  <a:gd name="connsiteX0" fmla="*/ 39910 w 39909"/>
                  <a:gd name="connsiteY0" fmla="*/ 125349 h 129539"/>
                  <a:gd name="connsiteX1" fmla="*/ 39719 w 39909"/>
                  <a:gd name="connsiteY1" fmla="*/ 129540 h 129539"/>
                  <a:gd name="connsiteX2" fmla="*/ 0 w 39909"/>
                  <a:gd name="connsiteY2" fmla="*/ 2096 h 129539"/>
                  <a:gd name="connsiteX3" fmla="*/ 3334 w 39909"/>
                  <a:gd name="connsiteY3" fmla="*/ 0 h 129539"/>
                  <a:gd name="connsiteX4" fmla="*/ 39910 w 39909"/>
                  <a:gd name="connsiteY4" fmla="*/ 125349 h 129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09" h="129539">
                    <a:moveTo>
                      <a:pt x="39910" y="125349"/>
                    </a:moveTo>
                    <a:cubicBezTo>
                      <a:pt x="39910" y="126778"/>
                      <a:pt x="39814" y="128111"/>
                      <a:pt x="39719" y="129540"/>
                    </a:cubicBezTo>
                    <a:cubicBezTo>
                      <a:pt x="38862" y="88106"/>
                      <a:pt x="23813" y="42481"/>
                      <a:pt x="0" y="2096"/>
                    </a:cubicBezTo>
                    <a:cubicBezTo>
                      <a:pt x="1143" y="1429"/>
                      <a:pt x="2191" y="667"/>
                      <a:pt x="3334" y="0"/>
                    </a:cubicBezTo>
                    <a:cubicBezTo>
                      <a:pt x="25908" y="40196"/>
                      <a:pt x="39910" y="84963"/>
                      <a:pt x="39910" y="125349"/>
                    </a:cubicBez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21" name="任意多边形: 形状 120">
                <a:extLst>
                  <a:ext uri="{FF2B5EF4-FFF2-40B4-BE49-F238E27FC236}">
                    <a16:creationId xmlns:a16="http://schemas.microsoft.com/office/drawing/2014/main" id="{FE87FFD9-706E-921A-8575-FE61C730D98D}"/>
                  </a:ext>
                </a:extLst>
              </p:cNvPr>
              <p:cNvSpPr/>
              <p:nvPr/>
            </p:nvSpPr>
            <p:spPr>
              <a:xfrm>
                <a:off x="5389433" y="3279114"/>
                <a:ext cx="1176592" cy="601790"/>
              </a:xfrm>
              <a:custGeom>
                <a:avLst/>
                <a:gdLst>
                  <a:gd name="connsiteX0" fmla="*/ 92107 w 1207198"/>
                  <a:gd name="connsiteY0" fmla="*/ 17745 h 617444"/>
                  <a:gd name="connsiteX1" fmla="*/ 1089184 w 1207198"/>
                  <a:gd name="connsiteY1" fmla="*/ 593436 h 617444"/>
                  <a:gd name="connsiteX2" fmla="*/ 1207103 w 1207198"/>
                  <a:gd name="connsiteY2" fmla="*/ 530476 h 617444"/>
                  <a:gd name="connsiteX3" fmla="*/ 1207198 w 1207198"/>
                  <a:gd name="connsiteY3" fmla="*/ 533238 h 617444"/>
                  <a:gd name="connsiteX4" fmla="*/ 1089184 w 1207198"/>
                  <a:gd name="connsiteY4" fmla="*/ 601342 h 617444"/>
                  <a:gd name="connsiteX5" fmla="*/ 92107 w 1207198"/>
                  <a:gd name="connsiteY5" fmla="*/ 25651 h 617444"/>
                  <a:gd name="connsiteX6" fmla="*/ 0 w 1207198"/>
                  <a:gd name="connsiteY6" fmla="*/ 16602 h 617444"/>
                  <a:gd name="connsiteX7" fmla="*/ 28385 w 1207198"/>
                  <a:gd name="connsiteY7" fmla="*/ 219 h 617444"/>
                  <a:gd name="connsiteX8" fmla="*/ 92107 w 1207198"/>
                  <a:gd name="connsiteY8" fmla="*/ 17745 h 61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7198" h="617444">
                    <a:moveTo>
                      <a:pt x="92107" y="17745"/>
                    </a:moveTo>
                    <a:lnTo>
                      <a:pt x="1089184" y="593436"/>
                    </a:lnTo>
                    <a:cubicBezTo>
                      <a:pt x="1152716" y="630107"/>
                      <a:pt x="1204627" y="601818"/>
                      <a:pt x="1207103" y="530476"/>
                    </a:cubicBezTo>
                    <a:cubicBezTo>
                      <a:pt x="1207103" y="531333"/>
                      <a:pt x="1207198" y="532286"/>
                      <a:pt x="1207198" y="533238"/>
                    </a:cubicBezTo>
                    <a:cubicBezTo>
                      <a:pt x="1207198" y="608390"/>
                      <a:pt x="1154239" y="638966"/>
                      <a:pt x="1089184" y="601342"/>
                    </a:cubicBezTo>
                    <a:lnTo>
                      <a:pt x="92107" y="25651"/>
                    </a:lnTo>
                    <a:cubicBezTo>
                      <a:pt x="56198" y="4886"/>
                      <a:pt x="23622" y="2981"/>
                      <a:pt x="0" y="16602"/>
                    </a:cubicBezTo>
                    <a:lnTo>
                      <a:pt x="28385" y="219"/>
                    </a:lnTo>
                    <a:cubicBezTo>
                      <a:pt x="47244" y="-1210"/>
                      <a:pt x="68961" y="4315"/>
                      <a:pt x="92107" y="17745"/>
                    </a:cubicBez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22" name="任意多边形: 形状 121">
                <a:extLst>
                  <a:ext uri="{FF2B5EF4-FFF2-40B4-BE49-F238E27FC236}">
                    <a16:creationId xmlns:a16="http://schemas.microsoft.com/office/drawing/2014/main" id="{2F11A9FD-3851-022B-93CC-F06C6525316E}"/>
                  </a:ext>
                </a:extLst>
              </p:cNvPr>
              <p:cNvSpPr/>
              <p:nvPr/>
            </p:nvSpPr>
            <p:spPr>
              <a:xfrm>
                <a:off x="6571132" y="3408740"/>
                <a:ext cx="262259" cy="440874"/>
              </a:xfrm>
              <a:custGeom>
                <a:avLst/>
                <a:gdLst>
                  <a:gd name="connsiteX0" fmla="*/ 67151 w 269081"/>
                  <a:gd name="connsiteY0" fmla="*/ 352806 h 452342"/>
                  <a:gd name="connsiteX1" fmla="*/ 229457 w 269081"/>
                  <a:gd name="connsiteY1" fmla="*/ 0 h 452342"/>
                  <a:gd name="connsiteX2" fmla="*/ 259842 w 269081"/>
                  <a:gd name="connsiteY2" fmla="*/ 17526 h 452342"/>
                  <a:gd name="connsiteX3" fmla="*/ 263652 w 269081"/>
                  <a:gd name="connsiteY3" fmla="*/ 13335 h 452342"/>
                  <a:gd name="connsiteX4" fmla="*/ 269081 w 269081"/>
                  <a:gd name="connsiteY4" fmla="*/ 16478 h 452342"/>
                  <a:gd name="connsiteX5" fmla="*/ 259842 w 269081"/>
                  <a:gd name="connsiteY5" fmla="*/ 25432 h 452342"/>
                  <a:gd name="connsiteX6" fmla="*/ 229457 w 269081"/>
                  <a:gd name="connsiteY6" fmla="*/ 7906 h 452342"/>
                  <a:gd name="connsiteX7" fmla="*/ 67151 w 269081"/>
                  <a:gd name="connsiteY7" fmla="*/ 360712 h 452342"/>
                  <a:gd name="connsiteX8" fmla="*/ 0 w 269081"/>
                  <a:gd name="connsiteY8" fmla="*/ 452342 h 452342"/>
                  <a:gd name="connsiteX9" fmla="*/ 3715 w 269081"/>
                  <a:gd name="connsiteY9" fmla="*/ 439388 h 452342"/>
                  <a:gd name="connsiteX10" fmla="*/ 67151 w 269081"/>
                  <a:gd name="connsiteY10" fmla="*/ 352806 h 452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9081" h="452342">
                    <a:moveTo>
                      <a:pt x="67151" y="352806"/>
                    </a:moveTo>
                    <a:lnTo>
                      <a:pt x="229457" y="0"/>
                    </a:lnTo>
                    <a:lnTo>
                      <a:pt x="259842" y="17526"/>
                    </a:lnTo>
                    <a:cubicBezTo>
                      <a:pt x="261080" y="16097"/>
                      <a:pt x="262319" y="14669"/>
                      <a:pt x="263652" y="13335"/>
                    </a:cubicBezTo>
                    <a:lnTo>
                      <a:pt x="269081" y="16478"/>
                    </a:lnTo>
                    <a:cubicBezTo>
                      <a:pt x="265652" y="19050"/>
                      <a:pt x="262699" y="22098"/>
                      <a:pt x="259842" y="25432"/>
                    </a:cubicBezTo>
                    <a:lnTo>
                      <a:pt x="229457" y="7906"/>
                    </a:lnTo>
                    <a:lnTo>
                      <a:pt x="67151" y="360712"/>
                    </a:lnTo>
                    <a:lnTo>
                      <a:pt x="0" y="452342"/>
                    </a:lnTo>
                    <a:cubicBezTo>
                      <a:pt x="1524" y="448246"/>
                      <a:pt x="2667" y="443865"/>
                      <a:pt x="3715" y="439388"/>
                    </a:cubicBezTo>
                    <a:lnTo>
                      <a:pt x="67151" y="352806"/>
                    </a:ln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19" name="任意多边形: 形状 118">
                <a:extLst>
                  <a:ext uri="{FF2B5EF4-FFF2-40B4-BE49-F238E27FC236}">
                    <a16:creationId xmlns:a16="http://schemas.microsoft.com/office/drawing/2014/main" id="{FF94412E-B857-48EE-6783-C8A032BEB2E3}"/>
                  </a:ext>
                </a:extLst>
              </p:cNvPr>
              <p:cNvSpPr/>
              <p:nvPr/>
            </p:nvSpPr>
            <p:spPr>
              <a:xfrm>
                <a:off x="5389248" y="3287590"/>
                <a:ext cx="185" cy="9284"/>
              </a:xfrm>
              <a:custGeom>
                <a:avLst/>
                <a:gdLst>
                  <a:gd name="connsiteX0" fmla="*/ 95 w 190"/>
                  <a:gd name="connsiteY0" fmla="*/ 0 h 9525"/>
                  <a:gd name="connsiteX1" fmla="*/ 0 w 190"/>
                  <a:gd name="connsiteY1" fmla="*/ 0 h 9525"/>
                  <a:gd name="connsiteX2" fmla="*/ 190 w 190"/>
                  <a:gd name="connsiteY2" fmla="*/ 0 h 9525"/>
                </a:gdLst>
                <a:ahLst/>
                <a:cxnLst>
                  <a:cxn ang="0">
                    <a:pos x="connsiteX0" y="connsiteY0"/>
                  </a:cxn>
                  <a:cxn ang="0">
                    <a:pos x="connsiteX1" y="connsiteY1"/>
                  </a:cxn>
                  <a:cxn ang="0">
                    <a:pos x="connsiteX2" y="connsiteY2"/>
                  </a:cxn>
                </a:cxnLst>
                <a:rect l="l" t="t" r="r" b="b"/>
                <a:pathLst>
                  <a:path w="190" h="9525">
                    <a:moveTo>
                      <a:pt x="95" y="0"/>
                    </a:moveTo>
                    <a:lnTo>
                      <a:pt x="0" y="0"/>
                    </a:lnTo>
                    <a:lnTo>
                      <a:pt x="190" y="0"/>
                    </a:lnTo>
                    <a:close/>
                  </a:path>
                </a:pathLst>
              </a:custGeom>
              <a:solidFill>
                <a:srgbClr val="D4EC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16" name="任意多边形: 形状 115">
                <a:extLst>
                  <a:ext uri="{FF2B5EF4-FFF2-40B4-BE49-F238E27FC236}">
                    <a16:creationId xmlns:a16="http://schemas.microsoft.com/office/drawing/2014/main" id="{3EA8E07C-9476-EA9C-2B83-013AC77DE7FE}"/>
                  </a:ext>
                </a:extLst>
              </p:cNvPr>
              <p:cNvSpPr/>
              <p:nvPr/>
            </p:nvSpPr>
            <p:spPr>
              <a:xfrm>
                <a:off x="6451003" y="3255005"/>
                <a:ext cx="699512" cy="632949"/>
              </a:xfrm>
              <a:custGeom>
                <a:avLst/>
                <a:gdLst>
                  <a:gd name="connsiteX0" fmla="*/ 587312 w 717708"/>
                  <a:gd name="connsiteY0" fmla="*/ 0 h 649414"/>
                  <a:gd name="connsiteX1" fmla="*/ 587312 w 717708"/>
                  <a:gd name="connsiteY1" fmla="*/ 0 h 649414"/>
                  <a:gd name="connsiteX2" fmla="*/ 717709 w 717708"/>
                  <a:gd name="connsiteY2" fmla="*/ 225838 h 649414"/>
                  <a:gd name="connsiteX3" fmla="*/ 681799 w 717708"/>
                  <a:gd name="connsiteY3" fmla="*/ 308705 h 649414"/>
                  <a:gd name="connsiteX4" fmla="*/ 681799 w 717708"/>
                  <a:gd name="connsiteY4" fmla="*/ 308705 h 649414"/>
                  <a:gd name="connsiteX5" fmla="*/ 681419 w 717708"/>
                  <a:gd name="connsiteY5" fmla="*/ 308896 h 649414"/>
                  <a:gd name="connsiteX6" fmla="*/ 677418 w 717708"/>
                  <a:gd name="connsiteY6" fmla="*/ 311277 h 649414"/>
                  <a:gd name="connsiteX7" fmla="*/ 92297 w 717708"/>
                  <a:gd name="connsiteY7" fmla="*/ 649414 h 649414"/>
                  <a:gd name="connsiteX8" fmla="*/ 128111 w 717708"/>
                  <a:gd name="connsiteY8" fmla="*/ 584645 h 649414"/>
                  <a:gd name="connsiteX9" fmla="*/ 123920 w 717708"/>
                  <a:gd name="connsiteY9" fmla="*/ 519970 h 649414"/>
                  <a:gd name="connsiteX10" fmla="*/ 112586 w 717708"/>
                  <a:gd name="connsiteY10" fmla="*/ 483584 h 649414"/>
                  <a:gd name="connsiteX11" fmla="*/ 95345 w 717708"/>
                  <a:gd name="connsiteY11" fmla="*/ 444817 h 649414"/>
                  <a:gd name="connsiteX12" fmla="*/ 80105 w 717708"/>
                  <a:gd name="connsiteY12" fmla="*/ 417671 h 649414"/>
                  <a:gd name="connsiteX13" fmla="*/ 58960 w 717708"/>
                  <a:gd name="connsiteY13" fmla="*/ 390811 h 649414"/>
                  <a:gd name="connsiteX14" fmla="*/ 39243 w 717708"/>
                  <a:gd name="connsiteY14" fmla="*/ 370237 h 649414"/>
                  <a:gd name="connsiteX15" fmla="*/ 17812 w 717708"/>
                  <a:gd name="connsiteY15" fmla="*/ 356521 h 649414"/>
                  <a:gd name="connsiteX16" fmla="*/ 0 w 717708"/>
                  <a:gd name="connsiteY16" fmla="*/ 339090 h 649414"/>
                  <a:gd name="connsiteX17" fmla="*/ 587312 w 717708"/>
                  <a:gd name="connsiteY17" fmla="*/ 0 h 64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17708" h="649414">
                    <a:moveTo>
                      <a:pt x="587312" y="0"/>
                    </a:moveTo>
                    <a:lnTo>
                      <a:pt x="587312" y="0"/>
                    </a:lnTo>
                    <a:cubicBezTo>
                      <a:pt x="659225" y="41529"/>
                      <a:pt x="717709" y="142875"/>
                      <a:pt x="717709" y="225838"/>
                    </a:cubicBezTo>
                    <a:cubicBezTo>
                      <a:pt x="717709" y="265938"/>
                      <a:pt x="704088" y="294513"/>
                      <a:pt x="681799" y="308705"/>
                    </a:cubicBezTo>
                    <a:lnTo>
                      <a:pt x="681799" y="308705"/>
                    </a:lnTo>
                    <a:lnTo>
                      <a:pt x="681419" y="308896"/>
                    </a:lnTo>
                    <a:cubicBezTo>
                      <a:pt x="680085" y="309753"/>
                      <a:pt x="678752" y="310515"/>
                      <a:pt x="677418" y="311277"/>
                    </a:cubicBezTo>
                    <a:lnTo>
                      <a:pt x="92297" y="649414"/>
                    </a:lnTo>
                    <a:lnTo>
                      <a:pt x="128111" y="584645"/>
                    </a:lnTo>
                    <a:lnTo>
                      <a:pt x="123920" y="519970"/>
                    </a:lnTo>
                    <a:lnTo>
                      <a:pt x="112586" y="483584"/>
                    </a:lnTo>
                    <a:lnTo>
                      <a:pt x="95345" y="444817"/>
                    </a:lnTo>
                    <a:cubicBezTo>
                      <a:pt x="95345" y="444817"/>
                      <a:pt x="81058" y="418338"/>
                      <a:pt x="80105" y="417671"/>
                    </a:cubicBezTo>
                    <a:cubicBezTo>
                      <a:pt x="79248" y="417100"/>
                      <a:pt x="58960" y="390811"/>
                      <a:pt x="58960" y="390811"/>
                    </a:cubicBezTo>
                    <a:lnTo>
                      <a:pt x="39243" y="370237"/>
                    </a:lnTo>
                    <a:lnTo>
                      <a:pt x="17812" y="356521"/>
                    </a:lnTo>
                    <a:lnTo>
                      <a:pt x="0" y="339090"/>
                    </a:lnTo>
                    <a:lnTo>
                      <a:pt x="587312" y="0"/>
                    </a:lnTo>
                    <a:close/>
                  </a:path>
                </a:pathLst>
              </a:custGeom>
              <a:gradFill>
                <a:gsLst>
                  <a:gs pos="0">
                    <a:schemeClr val="accent1">
                      <a:lumMod val="40000"/>
                      <a:lumOff val="60000"/>
                    </a:schemeClr>
                  </a:gs>
                  <a:gs pos="50000">
                    <a:schemeClr val="accent1"/>
                  </a:gs>
                  <a:gs pos="100000">
                    <a:schemeClr val="accent1">
                      <a:lumMod val="60000"/>
                    </a:schemeClr>
                  </a:gs>
                </a:gsLst>
                <a:lin ang="0" scaled="1"/>
              </a:gra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17" name="任意多边形: 形状 116">
                <a:extLst>
                  <a:ext uri="{FF2B5EF4-FFF2-40B4-BE49-F238E27FC236}">
                    <a16:creationId xmlns:a16="http://schemas.microsoft.com/office/drawing/2014/main" id="{015FDEEB-BAA7-7706-C872-AE2ED7CFD943}"/>
                  </a:ext>
                </a:extLst>
              </p:cNvPr>
              <p:cNvSpPr/>
              <p:nvPr/>
            </p:nvSpPr>
            <p:spPr>
              <a:xfrm>
                <a:off x="5352114" y="3286898"/>
                <a:ext cx="1225980" cy="609639"/>
              </a:xfrm>
              <a:custGeom>
                <a:avLst/>
                <a:gdLst>
                  <a:gd name="connsiteX0" fmla="*/ 130397 w 1257871"/>
                  <a:gd name="connsiteY0" fmla="*/ 318845 h 625498"/>
                  <a:gd name="connsiteX1" fmla="*/ 130397 w 1257871"/>
                  <a:gd name="connsiteY1" fmla="*/ 304558 h 625498"/>
                  <a:gd name="connsiteX2" fmla="*/ 12382 w 1257871"/>
                  <a:gd name="connsiteY2" fmla="*/ 100151 h 625498"/>
                  <a:gd name="connsiteX3" fmla="*/ 130397 w 1257871"/>
                  <a:gd name="connsiteY3" fmla="*/ 32048 h 625498"/>
                  <a:gd name="connsiteX4" fmla="*/ 1127474 w 1257871"/>
                  <a:gd name="connsiteY4" fmla="*/ 607739 h 625498"/>
                  <a:gd name="connsiteX5" fmla="*/ 1257872 w 1257871"/>
                  <a:gd name="connsiteY5" fmla="*/ 532491 h 625498"/>
                  <a:gd name="connsiteX6" fmla="*/ 1127474 w 1257871"/>
                  <a:gd name="connsiteY6" fmla="*/ 306653 h 625498"/>
                  <a:gd name="connsiteX7" fmla="*/ 1127474 w 1257871"/>
                  <a:gd name="connsiteY7" fmla="*/ 320941 h 625498"/>
                  <a:gd name="connsiteX8" fmla="*/ 1245489 w 1257871"/>
                  <a:gd name="connsiteY8" fmla="*/ 525347 h 625498"/>
                  <a:gd name="connsiteX9" fmla="*/ 1127474 w 1257871"/>
                  <a:gd name="connsiteY9" fmla="*/ 593451 h 625498"/>
                  <a:gd name="connsiteX10" fmla="*/ 130397 w 1257871"/>
                  <a:gd name="connsiteY10" fmla="*/ 17760 h 625498"/>
                  <a:gd name="connsiteX11" fmla="*/ 0 w 1257871"/>
                  <a:gd name="connsiteY11" fmla="*/ 93008 h 625498"/>
                  <a:gd name="connsiteX12" fmla="*/ 130397 w 1257871"/>
                  <a:gd name="connsiteY12" fmla="*/ 318845 h 62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7871" h="625498">
                    <a:moveTo>
                      <a:pt x="130397" y="318845"/>
                    </a:moveTo>
                    <a:lnTo>
                      <a:pt x="130397" y="304558"/>
                    </a:lnTo>
                    <a:cubicBezTo>
                      <a:pt x="65342" y="267029"/>
                      <a:pt x="12382" y="175304"/>
                      <a:pt x="12382" y="100151"/>
                    </a:cubicBezTo>
                    <a:cubicBezTo>
                      <a:pt x="12382" y="24999"/>
                      <a:pt x="65342" y="-5576"/>
                      <a:pt x="130397" y="32048"/>
                    </a:cubicBezTo>
                    <a:lnTo>
                      <a:pt x="1127474" y="607739"/>
                    </a:lnTo>
                    <a:cubicBezTo>
                      <a:pt x="1199388" y="649268"/>
                      <a:pt x="1257872" y="615454"/>
                      <a:pt x="1257872" y="532491"/>
                    </a:cubicBezTo>
                    <a:cubicBezTo>
                      <a:pt x="1257872" y="449433"/>
                      <a:pt x="1199388" y="348182"/>
                      <a:pt x="1127474" y="306653"/>
                    </a:cubicBezTo>
                    <a:lnTo>
                      <a:pt x="1127474" y="320941"/>
                    </a:lnTo>
                    <a:cubicBezTo>
                      <a:pt x="1192530" y="358469"/>
                      <a:pt x="1245489" y="450195"/>
                      <a:pt x="1245489" y="525347"/>
                    </a:cubicBezTo>
                    <a:cubicBezTo>
                      <a:pt x="1245489" y="600500"/>
                      <a:pt x="1192530" y="631075"/>
                      <a:pt x="1127474" y="593451"/>
                    </a:cubicBezTo>
                    <a:lnTo>
                      <a:pt x="130397" y="17760"/>
                    </a:lnTo>
                    <a:cubicBezTo>
                      <a:pt x="58483" y="-23769"/>
                      <a:pt x="0" y="10045"/>
                      <a:pt x="0" y="93008"/>
                    </a:cubicBezTo>
                    <a:cubicBezTo>
                      <a:pt x="0" y="175970"/>
                      <a:pt x="58579" y="277316"/>
                      <a:pt x="130397" y="318845"/>
                    </a:cubicBezTo>
                    <a:close/>
                  </a:path>
                </a:pathLst>
              </a:custGeom>
              <a:solidFill>
                <a:schemeClr val="accent1">
                  <a:lumMod val="5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08" name="任意多边形: 形状 107">
                <a:extLst>
                  <a:ext uri="{FF2B5EF4-FFF2-40B4-BE49-F238E27FC236}">
                    <a16:creationId xmlns:a16="http://schemas.microsoft.com/office/drawing/2014/main" id="{335AE952-6951-19C3-AA18-E4CDE1095AE4}"/>
                  </a:ext>
                </a:extLst>
              </p:cNvPr>
              <p:cNvSpPr/>
              <p:nvPr/>
            </p:nvSpPr>
            <p:spPr>
              <a:xfrm>
                <a:off x="5936325" y="3251292"/>
                <a:ext cx="448857" cy="261516"/>
              </a:xfrm>
              <a:custGeom>
                <a:avLst/>
                <a:gdLst>
                  <a:gd name="connsiteX0" fmla="*/ 460534 w 460533"/>
                  <a:gd name="connsiteY0" fmla="*/ 258604 h 268319"/>
                  <a:gd name="connsiteX1" fmla="*/ 17050 w 460533"/>
                  <a:gd name="connsiteY1" fmla="*/ 0 h 268319"/>
                  <a:gd name="connsiteX2" fmla="*/ 0 w 460533"/>
                  <a:gd name="connsiteY2" fmla="*/ 9715 h 268319"/>
                  <a:gd name="connsiteX3" fmla="*/ 443484 w 460533"/>
                  <a:gd name="connsiteY3" fmla="*/ 268319 h 268319"/>
                </a:gdLst>
                <a:ahLst/>
                <a:cxnLst>
                  <a:cxn ang="0">
                    <a:pos x="connsiteX0" y="connsiteY0"/>
                  </a:cxn>
                  <a:cxn ang="0">
                    <a:pos x="connsiteX1" y="connsiteY1"/>
                  </a:cxn>
                  <a:cxn ang="0">
                    <a:pos x="connsiteX2" y="connsiteY2"/>
                  </a:cxn>
                  <a:cxn ang="0">
                    <a:pos x="connsiteX3" y="connsiteY3"/>
                  </a:cxn>
                </a:cxnLst>
                <a:rect l="l" t="t" r="r" b="b"/>
                <a:pathLst>
                  <a:path w="460533" h="268319">
                    <a:moveTo>
                      <a:pt x="460534" y="258604"/>
                    </a:moveTo>
                    <a:lnTo>
                      <a:pt x="17050" y="0"/>
                    </a:lnTo>
                    <a:lnTo>
                      <a:pt x="0" y="9715"/>
                    </a:lnTo>
                    <a:lnTo>
                      <a:pt x="443484" y="268319"/>
                    </a:lnTo>
                    <a:close/>
                  </a:path>
                </a:pathLst>
              </a:custGeom>
              <a:solidFill>
                <a:schemeClr val="accent1">
                  <a:lumMod val="60000"/>
                  <a:lumOff val="4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09" name="任意多边形: 形状 108">
                <a:extLst>
                  <a:ext uri="{FF2B5EF4-FFF2-40B4-BE49-F238E27FC236}">
                    <a16:creationId xmlns:a16="http://schemas.microsoft.com/office/drawing/2014/main" id="{F8B8FFBF-2237-1A9D-6837-5FE89B6512CD}"/>
                  </a:ext>
                </a:extLst>
              </p:cNvPr>
              <p:cNvSpPr/>
              <p:nvPr/>
            </p:nvSpPr>
            <p:spPr>
              <a:xfrm>
                <a:off x="6008923" y="3209794"/>
                <a:ext cx="368926" cy="214913"/>
              </a:xfrm>
              <a:custGeom>
                <a:avLst/>
                <a:gdLst>
                  <a:gd name="connsiteX0" fmla="*/ 378523 w 378523"/>
                  <a:gd name="connsiteY0" fmla="*/ 210788 h 220503"/>
                  <a:gd name="connsiteX1" fmla="*/ 17050 w 378523"/>
                  <a:gd name="connsiteY1" fmla="*/ 0 h 220503"/>
                  <a:gd name="connsiteX2" fmla="*/ 0 w 378523"/>
                  <a:gd name="connsiteY2" fmla="*/ 9715 h 220503"/>
                  <a:gd name="connsiteX3" fmla="*/ 361474 w 378523"/>
                  <a:gd name="connsiteY3" fmla="*/ 220504 h 220503"/>
                </a:gdLst>
                <a:ahLst/>
                <a:cxnLst>
                  <a:cxn ang="0">
                    <a:pos x="connsiteX0" y="connsiteY0"/>
                  </a:cxn>
                  <a:cxn ang="0">
                    <a:pos x="connsiteX1" y="connsiteY1"/>
                  </a:cxn>
                  <a:cxn ang="0">
                    <a:pos x="connsiteX2" y="connsiteY2"/>
                  </a:cxn>
                  <a:cxn ang="0">
                    <a:pos x="connsiteX3" y="connsiteY3"/>
                  </a:cxn>
                </a:cxnLst>
                <a:rect l="l" t="t" r="r" b="b"/>
                <a:pathLst>
                  <a:path w="378523" h="220503">
                    <a:moveTo>
                      <a:pt x="378523" y="210788"/>
                    </a:moveTo>
                    <a:lnTo>
                      <a:pt x="17050" y="0"/>
                    </a:lnTo>
                    <a:lnTo>
                      <a:pt x="0" y="9715"/>
                    </a:lnTo>
                    <a:lnTo>
                      <a:pt x="361474" y="220504"/>
                    </a:lnTo>
                    <a:close/>
                  </a:path>
                </a:pathLst>
              </a:custGeom>
              <a:solidFill>
                <a:schemeClr val="accent1">
                  <a:lumMod val="60000"/>
                  <a:lumOff val="4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10" name="任意多边形: 形状 109">
                <a:extLst>
                  <a:ext uri="{FF2B5EF4-FFF2-40B4-BE49-F238E27FC236}">
                    <a16:creationId xmlns:a16="http://schemas.microsoft.com/office/drawing/2014/main" id="{1075EB90-6A8A-CE56-5C68-64A3E00CCA4D}"/>
                  </a:ext>
                </a:extLst>
              </p:cNvPr>
              <p:cNvSpPr/>
              <p:nvPr/>
            </p:nvSpPr>
            <p:spPr>
              <a:xfrm>
                <a:off x="5972624" y="3230496"/>
                <a:ext cx="343954" cy="200430"/>
              </a:xfrm>
              <a:custGeom>
                <a:avLst/>
                <a:gdLst>
                  <a:gd name="connsiteX0" fmla="*/ 352901 w 352901"/>
                  <a:gd name="connsiteY0" fmla="*/ 195834 h 205644"/>
                  <a:gd name="connsiteX1" fmla="*/ 17050 w 352901"/>
                  <a:gd name="connsiteY1" fmla="*/ 0 h 205644"/>
                  <a:gd name="connsiteX2" fmla="*/ 0 w 352901"/>
                  <a:gd name="connsiteY2" fmla="*/ 9811 h 205644"/>
                  <a:gd name="connsiteX3" fmla="*/ 335852 w 352901"/>
                  <a:gd name="connsiteY3" fmla="*/ 205645 h 205644"/>
                </a:gdLst>
                <a:ahLst/>
                <a:cxnLst>
                  <a:cxn ang="0">
                    <a:pos x="connsiteX0" y="connsiteY0"/>
                  </a:cxn>
                  <a:cxn ang="0">
                    <a:pos x="connsiteX1" y="connsiteY1"/>
                  </a:cxn>
                  <a:cxn ang="0">
                    <a:pos x="connsiteX2" y="connsiteY2"/>
                  </a:cxn>
                  <a:cxn ang="0">
                    <a:pos x="connsiteX3" y="connsiteY3"/>
                  </a:cxn>
                </a:cxnLst>
                <a:rect l="l" t="t" r="r" b="b"/>
                <a:pathLst>
                  <a:path w="352901" h="205644">
                    <a:moveTo>
                      <a:pt x="352901" y="195834"/>
                    </a:moveTo>
                    <a:lnTo>
                      <a:pt x="17050" y="0"/>
                    </a:lnTo>
                    <a:lnTo>
                      <a:pt x="0" y="9811"/>
                    </a:lnTo>
                    <a:lnTo>
                      <a:pt x="335852" y="205645"/>
                    </a:lnTo>
                    <a:close/>
                  </a:path>
                </a:pathLst>
              </a:custGeom>
              <a:solidFill>
                <a:schemeClr val="accent1">
                  <a:lumMod val="60000"/>
                  <a:lumOff val="4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11" name="任意多边形: 形状 110">
                <a:extLst>
                  <a:ext uri="{FF2B5EF4-FFF2-40B4-BE49-F238E27FC236}">
                    <a16:creationId xmlns:a16="http://schemas.microsoft.com/office/drawing/2014/main" id="{670B1AD1-950E-F26F-1491-8DB7D00F8DFB}"/>
                  </a:ext>
                </a:extLst>
              </p:cNvPr>
              <p:cNvSpPr/>
              <p:nvPr/>
            </p:nvSpPr>
            <p:spPr>
              <a:xfrm>
                <a:off x="6324933" y="3435940"/>
                <a:ext cx="96548" cy="56165"/>
              </a:xfrm>
              <a:custGeom>
                <a:avLst/>
                <a:gdLst>
                  <a:gd name="connsiteX0" fmla="*/ 99060 w 99059"/>
                  <a:gd name="connsiteY0" fmla="*/ 47815 h 57626"/>
                  <a:gd name="connsiteX1" fmla="*/ 17050 w 99059"/>
                  <a:gd name="connsiteY1" fmla="*/ 0 h 57626"/>
                  <a:gd name="connsiteX2" fmla="*/ 0 w 99059"/>
                  <a:gd name="connsiteY2" fmla="*/ 9715 h 57626"/>
                  <a:gd name="connsiteX3" fmla="*/ 82010 w 99059"/>
                  <a:gd name="connsiteY3" fmla="*/ 57626 h 57626"/>
                </a:gdLst>
                <a:ahLst/>
                <a:cxnLst>
                  <a:cxn ang="0">
                    <a:pos x="connsiteX0" y="connsiteY0"/>
                  </a:cxn>
                  <a:cxn ang="0">
                    <a:pos x="connsiteX1" y="connsiteY1"/>
                  </a:cxn>
                  <a:cxn ang="0">
                    <a:pos x="connsiteX2" y="connsiteY2"/>
                  </a:cxn>
                  <a:cxn ang="0">
                    <a:pos x="connsiteX3" y="connsiteY3"/>
                  </a:cxn>
                </a:cxnLst>
                <a:rect l="l" t="t" r="r" b="b"/>
                <a:pathLst>
                  <a:path w="99059" h="57626">
                    <a:moveTo>
                      <a:pt x="99060" y="47815"/>
                    </a:moveTo>
                    <a:lnTo>
                      <a:pt x="17050" y="0"/>
                    </a:lnTo>
                    <a:lnTo>
                      <a:pt x="0" y="9715"/>
                    </a:lnTo>
                    <a:lnTo>
                      <a:pt x="82010" y="57626"/>
                    </a:lnTo>
                    <a:close/>
                  </a:path>
                </a:pathLst>
              </a:custGeom>
              <a:solidFill>
                <a:schemeClr val="accent1">
                  <a:lumMod val="60000"/>
                  <a:lumOff val="4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105" name="任意多边形: 形状 104">
                <a:extLst>
                  <a:ext uri="{FF2B5EF4-FFF2-40B4-BE49-F238E27FC236}">
                    <a16:creationId xmlns:a16="http://schemas.microsoft.com/office/drawing/2014/main" id="{0310E8B4-443E-747A-E508-C9B10A5FB34A}"/>
                  </a:ext>
                </a:extLst>
              </p:cNvPr>
              <p:cNvSpPr/>
              <p:nvPr/>
            </p:nvSpPr>
            <p:spPr>
              <a:xfrm>
                <a:off x="6298680" y="4082836"/>
                <a:ext cx="250243" cy="157334"/>
              </a:xfrm>
              <a:custGeom>
                <a:avLst/>
                <a:gdLst>
                  <a:gd name="connsiteX0" fmla="*/ 15600 w 256752"/>
                  <a:gd name="connsiteY0" fmla="*/ 161428 h 161427"/>
                  <a:gd name="connsiteX1" fmla="*/ 2075 w 256752"/>
                  <a:gd name="connsiteY1" fmla="*/ 153617 h 161427"/>
                  <a:gd name="connsiteX2" fmla="*/ 7790 w 256752"/>
                  <a:gd name="connsiteY2" fmla="*/ 132282 h 161427"/>
                  <a:gd name="connsiteX3" fmla="*/ 233342 w 256752"/>
                  <a:gd name="connsiteY3" fmla="*/ 2075 h 161427"/>
                  <a:gd name="connsiteX4" fmla="*/ 254678 w 256752"/>
                  <a:gd name="connsiteY4" fmla="*/ 7790 h 161427"/>
                  <a:gd name="connsiteX5" fmla="*/ 248963 w 256752"/>
                  <a:gd name="connsiteY5" fmla="*/ 29126 h 161427"/>
                  <a:gd name="connsiteX6" fmla="*/ 23411 w 256752"/>
                  <a:gd name="connsiteY6" fmla="*/ 159332 h 161427"/>
                  <a:gd name="connsiteX7" fmla="*/ 15600 w 256752"/>
                  <a:gd name="connsiteY7" fmla="*/ 161428 h 161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752" h="161427">
                    <a:moveTo>
                      <a:pt x="15600" y="161428"/>
                    </a:moveTo>
                    <a:cubicBezTo>
                      <a:pt x="10171" y="161428"/>
                      <a:pt x="4932" y="158666"/>
                      <a:pt x="2075" y="153617"/>
                    </a:cubicBezTo>
                    <a:cubicBezTo>
                      <a:pt x="-2212" y="146093"/>
                      <a:pt x="360" y="136568"/>
                      <a:pt x="7790" y="132282"/>
                    </a:cubicBezTo>
                    <a:lnTo>
                      <a:pt x="233342" y="2075"/>
                    </a:lnTo>
                    <a:cubicBezTo>
                      <a:pt x="240771" y="-2211"/>
                      <a:pt x="250392" y="360"/>
                      <a:pt x="254678" y="7790"/>
                    </a:cubicBezTo>
                    <a:cubicBezTo>
                      <a:pt x="258964" y="15315"/>
                      <a:pt x="256392" y="24840"/>
                      <a:pt x="248963" y="29126"/>
                    </a:cubicBezTo>
                    <a:lnTo>
                      <a:pt x="23411" y="159332"/>
                    </a:lnTo>
                    <a:cubicBezTo>
                      <a:pt x="20934" y="160761"/>
                      <a:pt x="18267" y="161428"/>
                      <a:pt x="15600" y="161428"/>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106" name="任意多边形: 形状 105">
                <a:extLst>
                  <a:ext uri="{FF2B5EF4-FFF2-40B4-BE49-F238E27FC236}">
                    <a16:creationId xmlns:a16="http://schemas.microsoft.com/office/drawing/2014/main" id="{BC2ECBAA-DD1B-E600-CEE6-83E2B50FAAFA}"/>
                  </a:ext>
                </a:extLst>
              </p:cNvPr>
              <p:cNvSpPr/>
              <p:nvPr/>
            </p:nvSpPr>
            <p:spPr>
              <a:xfrm>
                <a:off x="6744289" y="3822041"/>
                <a:ext cx="256184" cy="160790"/>
              </a:xfrm>
              <a:custGeom>
                <a:avLst/>
                <a:gdLst>
                  <a:gd name="connsiteX0" fmla="*/ 15600 w 262848"/>
                  <a:gd name="connsiteY0" fmla="*/ 164973 h 164973"/>
                  <a:gd name="connsiteX1" fmla="*/ 2075 w 262848"/>
                  <a:gd name="connsiteY1" fmla="*/ 157163 h 164973"/>
                  <a:gd name="connsiteX2" fmla="*/ 7790 w 262848"/>
                  <a:gd name="connsiteY2" fmla="*/ 135827 h 164973"/>
                  <a:gd name="connsiteX3" fmla="*/ 239438 w 262848"/>
                  <a:gd name="connsiteY3" fmla="*/ 2096 h 164973"/>
                  <a:gd name="connsiteX4" fmla="*/ 260774 w 262848"/>
                  <a:gd name="connsiteY4" fmla="*/ 7811 h 164973"/>
                  <a:gd name="connsiteX5" fmla="*/ 255059 w 262848"/>
                  <a:gd name="connsiteY5" fmla="*/ 29147 h 164973"/>
                  <a:gd name="connsiteX6" fmla="*/ 23411 w 262848"/>
                  <a:gd name="connsiteY6" fmla="*/ 162878 h 164973"/>
                  <a:gd name="connsiteX7" fmla="*/ 15600 w 262848"/>
                  <a:gd name="connsiteY7" fmla="*/ 164973 h 164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848" h="164973">
                    <a:moveTo>
                      <a:pt x="15600" y="164973"/>
                    </a:moveTo>
                    <a:cubicBezTo>
                      <a:pt x="10171" y="164973"/>
                      <a:pt x="4932" y="162211"/>
                      <a:pt x="2075" y="157163"/>
                    </a:cubicBezTo>
                    <a:cubicBezTo>
                      <a:pt x="-2212" y="149638"/>
                      <a:pt x="360" y="140113"/>
                      <a:pt x="7790" y="135827"/>
                    </a:cubicBezTo>
                    <a:lnTo>
                      <a:pt x="239438" y="2096"/>
                    </a:lnTo>
                    <a:cubicBezTo>
                      <a:pt x="246867" y="-2191"/>
                      <a:pt x="256488" y="286"/>
                      <a:pt x="260774" y="7811"/>
                    </a:cubicBezTo>
                    <a:cubicBezTo>
                      <a:pt x="265060" y="15335"/>
                      <a:pt x="262488" y="24860"/>
                      <a:pt x="255059" y="29147"/>
                    </a:cubicBezTo>
                    <a:lnTo>
                      <a:pt x="23411" y="162878"/>
                    </a:lnTo>
                    <a:cubicBezTo>
                      <a:pt x="20934" y="164306"/>
                      <a:pt x="18267" y="164973"/>
                      <a:pt x="15600" y="164973"/>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107" name="任意多边形: 形状 106">
                <a:extLst>
                  <a:ext uri="{FF2B5EF4-FFF2-40B4-BE49-F238E27FC236}">
                    <a16:creationId xmlns:a16="http://schemas.microsoft.com/office/drawing/2014/main" id="{58B05D9D-0EB9-435B-6C1E-ED62D01E6EFC}"/>
                  </a:ext>
                </a:extLst>
              </p:cNvPr>
              <p:cNvSpPr/>
              <p:nvPr/>
            </p:nvSpPr>
            <p:spPr>
              <a:xfrm>
                <a:off x="7195838" y="3564795"/>
                <a:ext cx="250243" cy="157355"/>
              </a:xfrm>
              <a:custGeom>
                <a:avLst/>
                <a:gdLst>
                  <a:gd name="connsiteX0" fmla="*/ 15600 w 256752"/>
                  <a:gd name="connsiteY0" fmla="*/ 161449 h 161448"/>
                  <a:gd name="connsiteX1" fmla="*/ 2075 w 256752"/>
                  <a:gd name="connsiteY1" fmla="*/ 153638 h 161448"/>
                  <a:gd name="connsiteX2" fmla="*/ 7790 w 256752"/>
                  <a:gd name="connsiteY2" fmla="*/ 132302 h 161448"/>
                  <a:gd name="connsiteX3" fmla="*/ 233342 w 256752"/>
                  <a:gd name="connsiteY3" fmla="*/ 2096 h 161448"/>
                  <a:gd name="connsiteX4" fmla="*/ 254678 w 256752"/>
                  <a:gd name="connsiteY4" fmla="*/ 7811 h 161448"/>
                  <a:gd name="connsiteX5" fmla="*/ 248963 w 256752"/>
                  <a:gd name="connsiteY5" fmla="*/ 29147 h 161448"/>
                  <a:gd name="connsiteX6" fmla="*/ 23411 w 256752"/>
                  <a:gd name="connsiteY6" fmla="*/ 159353 h 161448"/>
                  <a:gd name="connsiteX7" fmla="*/ 15600 w 256752"/>
                  <a:gd name="connsiteY7" fmla="*/ 161449 h 16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752" h="161448">
                    <a:moveTo>
                      <a:pt x="15600" y="161449"/>
                    </a:moveTo>
                    <a:cubicBezTo>
                      <a:pt x="10171" y="161449"/>
                      <a:pt x="4932" y="158687"/>
                      <a:pt x="2075" y="153638"/>
                    </a:cubicBezTo>
                    <a:cubicBezTo>
                      <a:pt x="-2211" y="146114"/>
                      <a:pt x="360" y="136589"/>
                      <a:pt x="7790" y="132302"/>
                    </a:cubicBezTo>
                    <a:lnTo>
                      <a:pt x="233342" y="2096"/>
                    </a:lnTo>
                    <a:cubicBezTo>
                      <a:pt x="240771" y="-2191"/>
                      <a:pt x="250391" y="286"/>
                      <a:pt x="254678" y="7811"/>
                    </a:cubicBezTo>
                    <a:cubicBezTo>
                      <a:pt x="258964" y="15335"/>
                      <a:pt x="256392" y="24860"/>
                      <a:pt x="248963" y="29147"/>
                    </a:cubicBezTo>
                    <a:lnTo>
                      <a:pt x="23411" y="159353"/>
                    </a:lnTo>
                    <a:cubicBezTo>
                      <a:pt x="20934" y="160782"/>
                      <a:pt x="18267" y="161449"/>
                      <a:pt x="15600" y="161449"/>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102" name="任意多边形: 形状 101">
                <a:extLst>
                  <a:ext uri="{FF2B5EF4-FFF2-40B4-BE49-F238E27FC236}">
                    <a16:creationId xmlns:a16="http://schemas.microsoft.com/office/drawing/2014/main" id="{BC325669-4C00-8FF4-300E-78047794DF42}"/>
                  </a:ext>
                </a:extLst>
              </p:cNvPr>
              <p:cNvSpPr/>
              <p:nvPr/>
            </p:nvSpPr>
            <p:spPr>
              <a:xfrm>
                <a:off x="4933819" y="3291324"/>
                <a:ext cx="250243" cy="157335"/>
              </a:xfrm>
              <a:custGeom>
                <a:avLst/>
                <a:gdLst>
                  <a:gd name="connsiteX0" fmla="*/ 15600 w 256752"/>
                  <a:gd name="connsiteY0" fmla="*/ 161428 h 161428"/>
                  <a:gd name="connsiteX1" fmla="*/ 2075 w 256752"/>
                  <a:gd name="connsiteY1" fmla="*/ 153618 h 161428"/>
                  <a:gd name="connsiteX2" fmla="*/ 7790 w 256752"/>
                  <a:gd name="connsiteY2" fmla="*/ 132282 h 161428"/>
                  <a:gd name="connsiteX3" fmla="*/ 233342 w 256752"/>
                  <a:gd name="connsiteY3" fmla="*/ 2075 h 161428"/>
                  <a:gd name="connsiteX4" fmla="*/ 254678 w 256752"/>
                  <a:gd name="connsiteY4" fmla="*/ 7790 h 161428"/>
                  <a:gd name="connsiteX5" fmla="*/ 248963 w 256752"/>
                  <a:gd name="connsiteY5" fmla="*/ 29126 h 161428"/>
                  <a:gd name="connsiteX6" fmla="*/ 23411 w 256752"/>
                  <a:gd name="connsiteY6" fmla="*/ 159333 h 161428"/>
                  <a:gd name="connsiteX7" fmla="*/ 15600 w 256752"/>
                  <a:gd name="connsiteY7" fmla="*/ 161428 h 16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752" h="161428">
                    <a:moveTo>
                      <a:pt x="15600" y="161428"/>
                    </a:moveTo>
                    <a:cubicBezTo>
                      <a:pt x="10171" y="161428"/>
                      <a:pt x="4932" y="158666"/>
                      <a:pt x="2075" y="153618"/>
                    </a:cubicBezTo>
                    <a:cubicBezTo>
                      <a:pt x="-2211" y="146093"/>
                      <a:pt x="360" y="136568"/>
                      <a:pt x="7790" y="132282"/>
                    </a:cubicBezTo>
                    <a:lnTo>
                      <a:pt x="233342" y="2075"/>
                    </a:lnTo>
                    <a:cubicBezTo>
                      <a:pt x="240867" y="-2211"/>
                      <a:pt x="250392" y="360"/>
                      <a:pt x="254678" y="7790"/>
                    </a:cubicBezTo>
                    <a:cubicBezTo>
                      <a:pt x="258964" y="15315"/>
                      <a:pt x="256392" y="24840"/>
                      <a:pt x="248963" y="29126"/>
                    </a:cubicBezTo>
                    <a:lnTo>
                      <a:pt x="23411" y="159333"/>
                    </a:lnTo>
                    <a:cubicBezTo>
                      <a:pt x="20934" y="160761"/>
                      <a:pt x="18172" y="161428"/>
                      <a:pt x="15600" y="161428"/>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103" name="任意多边形: 形状 102">
                <a:extLst>
                  <a:ext uri="{FF2B5EF4-FFF2-40B4-BE49-F238E27FC236}">
                    <a16:creationId xmlns:a16="http://schemas.microsoft.com/office/drawing/2014/main" id="{5FB02D7E-9709-F142-F44A-260EA3C79856}"/>
                  </a:ext>
                </a:extLst>
              </p:cNvPr>
              <p:cNvSpPr/>
              <p:nvPr/>
            </p:nvSpPr>
            <p:spPr>
              <a:xfrm>
                <a:off x="5379428" y="3030622"/>
                <a:ext cx="256184" cy="160790"/>
              </a:xfrm>
              <a:custGeom>
                <a:avLst/>
                <a:gdLst>
                  <a:gd name="connsiteX0" fmla="*/ 15600 w 262848"/>
                  <a:gd name="connsiteY0" fmla="*/ 164973 h 164973"/>
                  <a:gd name="connsiteX1" fmla="*/ 2075 w 262848"/>
                  <a:gd name="connsiteY1" fmla="*/ 157163 h 164973"/>
                  <a:gd name="connsiteX2" fmla="*/ 7790 w 262848"/>
                  <a:gd name="connsiteY2" fmla="*/ 135827 h 164973"/>
                  <a:gd name="connsiteX3" fmla="*/ 239438 w 262848"/>
                  <a:gd name="connsiteY3" fmla="*/ 2096 h 164973"/>
                  <a:gd name="connsiteX4" fmla="*/ 260774 w 262848"/>
                  <a:gd name="connsiteY4" fmla="*/ 7811 h 164973"/>
                  <a:gd name="connsiteX5" fmla="*/ 255059 w 262848"/>
                  <a:gd name="connsiteY5" fmla="*/ 29147 h 164973"/>
                  <a:gd name="connsiteX6" fmla="*/ 23411 w 262848"/>
                  <a:gd name="connsiteY6" fmla="*/ 162878 h 164973"/>
                  <a:gd name="connsiteX7" fmla="*/ 15600 w 262848"/>
                  <a:gd name="connsiteY7" fmla="*/ 164973 h 164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848" h="164973">
                    <a:moveTo>
                      <a:pt x="15600" y="164973"/>
                    </a:moveTo>
                    <a:cubicBezTo>
                      <a:pt x="10171" y="164973"/>
                      <a:pt x="4932" y="162211"/>
                      <a:pt x="2075" y="157163"/>
                    </a:cubicBezTo>
                    <a:cubicBezTo>
                      <a:pt x="-2211" y="149638"/>
                      <a:pt x="360" y="140113"/>
                      <a:pt x="7790" y="135827"/>
                    </a:cubicBezTo>
                    <a:lnTo>
                      <a:pt x="239438" y="2096"/>
                    </a:lnTo>
                    <a:cubicBezTo>
                      <a:pt x="246867" y="-2191"/>
                      <a:pt x="256488" y="286"/>
                      <a:pt x="260774" y="7811"/>
                    </a:cubicBezTo>
                    <a:cubicBezTo>
                      <a:pt x="265060" y="15335"/>
                      <a:pt x="262488" y="24860"/>
                      <a:pt x="255059" y="29147"/>
                    </a:cubicBezTo>
                    <a:lnTo>
                      <a:pt x="23411" y="162878"/>
                    </a:lnTo>
                    <a:cubicBezTo>
                      <a:pt x="20934" y="164306"/>
                      <a:pt x="18267" y="164973"/>
                      <a:pt x="15600" y="164973"/>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104" name="任意多边形: 形状 103">
                <a:extLst>
                  <a:ext uri="{FF2B5EF4-FFF2-40B4-BE49-F238E27FC236}">
                    <a16:creationId xmlns:a16="http://schemas.microsoft.com/office/drawing/2014/main" id="{A6A35A17-D568-8B6A-64CE-E841D9A2CA7F}"/>
                  </a:ext>
                </a:extLst>
              </p:cNvPr>
              <p:cNvSpPr/>
              <p:nvPr/>
            </p:nvSpPr>
            <p:spPr>
              <a:xfrm>
                <a:off x="5830977" y="2773283"/>
                <a:ext cx="250243" cy="157355"/>
              </a:xfrm>
              <a:custGeom>
                <a:avLst/>
                <a:gdLst>
                  <a:gd name="connsiteX0" fmla="*/ 15600 w 256752"/>
                  <a:gd name="connsiteY0" fmla="*/ 161449 h 161448"/>
                  <a:gd name="connsiteX1" fmla="*/ 2075 w 256752"/>
                  <a:gd name="connsiteY1" fmla="*/ 153638 h 161448"/>
                  <a:gd name="connsiteX2" fmla="*/ 7790 w 256752"/>
                  <a:gd name="connsiteY2" fmla="*/ 132302 h 161448"/>
                  <a:gd name="connsiteX3" fmla="*/ 233342 w 256752"/>
                  <a:gd name="connsiteY3" fmla="*/ 2096 h 161448"/>
                  <a:gd name="connsiteX4" fmla="*/ 254678 w 256752"/>
                  <a:gd name="connsiteY4" fmla="*/ 7811 h 161448"/>
                  <a:gd name="connsiteX5" fmla="*/ 248963 w 256752"/>
                  <a:gd name="connsiteY5" fmla="*/ 29147 h 161448"/>
                  <a:gd name="connsiteX6" fmla="*/ 23411 w 256752"/>
                  <a:gd name="connsiteY6" fmla="*/ 159353 h 161448"/>
                  <a:gd name="connsiteX7" fmla="*/ 15600 w 256752"/>
                  <a:gd name="connsiteY7" fmla="*/ 161449 h 16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752" h="161448">
                    <a:moveTo>
                      <a:pt x="15600" y="161449"/>
                    </a:moveTo>
                    <a:cubicBezTo>
                      <a:pt x="10171" y="161449"/>
                      <a:pt x="4932" y="158687"/>
                      <a:pt x="2075" y="153638"/>
                    </a:cubicBezTo>
                    <a:cubicBezTo>
                      <a:pt x="-2211" y="146114"/>
                      <a:pt x="360" y="136589"/>
                      <a:pt x="7790" y="132302"/>
                    </a:cubicBezTo>
                    <a:lnTo>
                      <a:pt x="233342" y="2096"/>
                    </a:lnTo>
                    <a:cubicBezTo>
                      <a:pt x="240771" y="-2191"/>
                      <a:pt x="250392" y="286"/>
                      <a:pt x="254678" y="7811"/>
                    </a:cubicBezTo>
                    <a:cubicBezTo>
                      <a:pt x="258964" y="15335"/>
                      <a:pt x="256392" y="24860"/>
                      <a:pt x="248963" y="29147"/>
                    </a:cubicBezTo>
                    <a:lnTo>
                      <a:pt x="23411" y="159353"/>
                    </a:lnTo>
                    <a:cubicBezTo>
                      <a:pt x="20934" y="160782"/>
                      <a:pt x="18267" y="161449"/>
                      <a:pt x="15600" y="161449"/>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99" name="任意多边形: 形状 98">
                <a:extLst>
                  <a:ext uri="{FF2B5EF4-FFF2-40B4-BE49-F238E27FC236}">
                    <a16:creationId xmlns:a16="http://schemas.microsoft.com/office/drawing/2014/main" id="{0766C2A3-2611-2581-6C48-181C157108E0}"/>
                  </a:ext>
                </a:extLst>
              </p:cNvPr>
              <p:cNvSpPr/>
              <p:nvPr/>
            </p:nvSpPr>
            <p:spPr>
              <a:xfrm>
                <a:off x="5807378" y="4093863"/>
                <a:ext cx="250283" cy="157355"/>
              </a:xfrm>
              <a:custGeom>
                <a:avLst/>
                <a:gdLst>
                  <a:gd name="connsiteX0" fmla="*/ 241173 w 256794"/>
                  <a:gd name="connsiteY0" fmla="*/ 161449 h 161448"/>
                  <a:gd name="connsiteX1" fmla="*/ 233363 w 256794"/>
                  <a:gd name="connsiteY1" fmla="*/ 159353 h 161448"/>
                  <a:gd name="connsiteX2" fmla="*/ 7811 w 256794"/>
                  <a:gd name="connsiteY2" fmla="*/ 29147 h 161448"/>
                  <a:gd name="connsiteX3" fmla="*/ 2096 w 256794"/>
                  <a:gd name="connsiteY3" fmla="*/ 7811 h 161448"/>
                  <a:gd name="connsiteX4" fmla="*/ 23432 w 256794"/>
                  <a:gd name="connsiteY4" fmla="*/ 2095 h 161448"/>
                  <a:gd name="connsiteX5" fmla="*/ 248984 w 256794"/>
                  <a:gd name="connsiteY5" fmla="*/ 132302 h 161448"/>
                  <a:gd name="connsiteX6" fmla="*/ 254699 w 256794"/>
                  <a:gd name="connsiteY6" fmla="*/ 153638 h 161448"/>
                  <a:gd name="connsiteX7" fmla="*/ 241173 w 256794"/>
                  <a:gd name="connsiteY7" fmla="*/ 161449 h 16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794" h="161448">
                    <a:moveTo>
                      <a:pt x="241173" y="161449"/>
                    </a:moveTo>
                    <a:cubicBezTo>
                      <a:pt x="238506" y="161449"/>
                      <a:pt x="235839" y="160782"/>
                      <a:pt x="233363" y="159353"/>
                    </a:cubicBezTo>
                    <a:lnTo>
                      <a:pt x="7811" y="29147"/>
                    </a:lnTo>
                    <a:cubicBezTo>
                      <a:pt x="286" y="24860"/>
                      <a:pt x="-2191" y="15240"/>
                      <a:pt x="2096" y="7811"/>
                    </a:cubicBezTo>
                    <a:cubicBezTo>
                      <a:pt x="6382" y="286"/>
                      <a:pt x="16002" y="-2191"/>
                      <a:pt x="23432" y="2095"/>
                    </a:cubicBezTo>
                    <a:lnTo>
                      <a:pt x="248984" y="132302"/>
                    </a:lnTo>
                    <a:cubicBezTo>
                      <a:pt x="256508" y="136589"/>
                      <a:pt x="258985" y="146209"/>
                      <a:pt x="254699" y="153638"/>
                    </a:cubicBezTo>
                    <a:cubicBezTo>
                      <a:pt x="251841" y="158687"/>
                      <a:pt x="246602" y="161449"/>
                      <a:pt x="241173" y="161449"/>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100" name="任意多边形: 形状 99">
                <a:extLst>
                  <a:ext uri="{FF2B5EF4-FFF2-40B4-BE49-F238E27FC236}">
                    <a16:creationId xmlns:a16="http://schemas.microsoft.com/office/drawing/2014/main" id="{6B7A4BBE-B535-F872-2356-D7890372EA04}"/>
                  </a:ext>
                </a:extLst>
              </p:cNvPr>
              <p:cNvSpPr/>
              <p:nvPr/>
            </p:nvSpPr>
            <p:spPr>
              <a:xfrm>
                <a:off x="5355847" y="3833202"/>
                <a:ext cx="256204" cy="160770"/>
              </a:xfrm>
              <a:custGeom>
                <a:avLst/>
                <a:gdLst>
                  <a:gd name="connsiteX0" fmla="*/ 247248 w 262869"/>
                  <a:gd name="connsiteY0" fmla="*/ 164952 h 164952"/>
                  <a:gd name="connsiteX1" fmla="*/ 239438 w 262869"/>
                  <a:gd name="connsiteY1" fmla="*/ 162857 h 164952"/>
                  <a:gd name="connsiteX2" fmla="*/ 7790 w 262869"/>
                  <a:gd name="connsiteY2" fmla="*/ 29126 h 164952"/>
                  <a:gd name="connsiteX3" fmla="*/ 2075 w 262869"/>
                  <a:gd name="connsiteY3" fmla="*/ 7790 h 164952"/>
                  <a:gd name="connsiteX4" fmla="*/ 23411 w 262869"/>
                  <a:gd name="connsiteY4" fmla="*/ 2075 h 164952"/>
                  <a:gd name="connsiteX5" fmla="*/ 255059 w 262869"/>
                  <a:gd name="connsiteY5" fmla="*/ 135806 h 164952"/>
                  <a:gd name="connsiteX6" fmla="*/ 260774 w 262869"/>
                  <a:gd name="connsiteY6" fmla="*/ 157142 h 164952"/>
                  <a:gd name="connsiteX7" fmla="*/ 247248 w 262869"/>
                  <a:gd name="connsiteY7" fmla="*/ 164952 h 16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869" h="164952">
                    <a:moveTo>
                      <a:pt x="247248" y="164952"/>
                    </a:moveTo>
                    <a:cubicBezTo>
                      <a:pt x="244581" y="164952"/>
                      <a:pt x="241914" y="164286"/>
                      <a:pt x="239438" y="162857"/>
                    </a:cubicBezTo>
                    <a:lnTo>
                      <a:pt x="7790" y="29126"/>
                    </a:lnTo>
                    <a:cubicBezTo>
                      <a:pt x="360" y="24840"/>
                      <a:pt x="-2211" y="15219"/>
                      <a:pt x="2075" y="7790"/>
                    </a:cubicBezTo>
                    <a:cubicBezTo>
                      <a:pt x="6361" y="360"/>
                      <a:pt x="15981" y="-2212"/>
                      <a:pt x="23411" y="2075"/>
                    </a:cubicBezTo>
                    <a:lnTo>
                      <a:pt x="255059" y="135806"/>
                    </a:lnTo>
                    <a:cubicBezTo>
                      <a:pt x="262584" y="140092"/>
                      <a:pt x="265060" y="149712"/>
                      <a:pt x="260774" y="157142"/>
                    </a:cubicBezTo>
                    <a:cubicBezTo>
                      <a:pt x="257821" y="162095"/>
                      <a:pt x="252582" y="164952"/>
                      <a:pt x="247248" y="164952"/>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101" name="任意多边形: 形状 100">
                <a:extLst>
                  <a:ext uri="{FF2B5EF4-FFF2-40B4-BE49-F238E27FC236}">
                    <a16:creationId xmlns:a16="http://schemas.microsoft.com/office/drawing/2014/main" id="{00FF3D69-87E4-8AF3-56A9-6899F677EAFA}"/>
                  </a:ext>
                </a:extLst>
              </p:cNvPr>
              <p:cNvSpPr/>
              <p:nvPr/>
            </p:nvSpPr>
            <p:spPr>
              <a:xfrm>
                <a:off x="4910146" y="3575863"/>
                <a:ext cx="250243" cy="157335"/>
              </a:xfrm>
              <a:custGeom>
                <a:avLst/>
                <a:gdLst>
                  <a:gd name="connsiteX0" fmla="*/ 241152 w 256752"/>
                  <a:gd name="connsiteY0" fmla="*/ 161428 h 161428"/>
                  <a:gd name="connsiteX1" fmla="*/ 233342 w 256752"/>
                  <a:gd name="connsiteY1" fmla="*/ 159332 h 161428"/>
                  <a:gd name="connsiteX2" fmla="*/ 7790 w 256752"/>
                  <a:gd name="connsiteY2" fmla="*/ 29126 h 161428"/>
                  <a:gd name="connsiteX3" fmla="*/ 2075 w 256752"/>
                  <a:gd name="connsiteY3" fmla="*/ 7790 h 161428"/>
                  <a:gd name="connsiteX4" fmla="*/ 23411 w 256752"/>
                  <a:gd name="connsiteY4" fmla="*/ 2075 h 161428"/>
                  <a:gd name="connsiteX5" fmla="*/ 248963 w 256752"/>
                  <a:gd name="connsiteY5" fmla="*/ 132282 h 161428"/>
                  <a:gd name="connsiteX6" fmla="*/ 254678 w 256752"/>
                  <a:gd name="connsiteY6" fmla="*/ 153618 h 161428"/>
                  <a:gd name="connsiteX7" fmla="*/ 241152 w 256752"/>
                  <a:gd name="connsiteY7" fmla="*/ 161428 h 16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752" h="161428">
                    <a:moveTo>
                      <a:pt x="241152" y="161428"/>
                    </a:moveTo>
                    <a:cubicBezTo>
                      <a:pt x="238485" y="161428"/>
                      <a:pt x="235818" y="160761"/>
                      <a:pt x="233342" y="159332"/>
                    </a:cubicBezTo>
                    <a:lnTo>
                      <a:pt x="7790" y="29126"/>
                    </a:lnTo>
                    <a:cubicBezTo>
                      <a:pt x="360" y="24840"/>
                      <a:pt x="-2211" y="15219"/>
                      <a:pt x="2075" y="7790"/>
                    </a:cubicBezTo>
                    <a:cubicBezTo>
                      <a:pt x="6361" y="360"/>
                      <a:pt x="15981" y="-2211"/>
                      <a:pt x="23411" y="2075"/>
                    </a:cubicBezTo>
                    <a:lnTo>
                      <a:pt x="248963" y="132282"/>
                    </a:lnTo>
                    <a:cubicBezTo>
                      <a:pt x="256392" y="136568"/>
                      <a:pt x="258964" y="146188"/>
                      <a:pt x="254678" y="153618"/>
                    </a:cubicBezTo>
                    <a:cubicBezTo>
                      <a:pt x="251820" y="158666"/>
                      <a:pt x="246582" y="161428"/>
                      <a:pt x="241152" y="161428"/>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86" name="任意多边形: 形状 85">
                <a:extLst>
                  <a:ext uri="{FF2B5EF4-FFF2-40B4-BE49-F238E27FC236}">
                    <a16:creationId xmlns:a16="http://schemas.microsoft.com/office/drawing/2014/main" id="{36F40CDE-F478-C6F5-6D85-1F2DD2BCF786}"/>
                  </a:ext>
                </a:extLst>
              </p:cNvPr>
              <p:cNvSpPr/>
              <p:nvPr/>
            </p:nvSpPr>
            <p:spPr>
              <a:xfrm>
                <a:off x="5966182" y="4220871"/>
                <a:ext cx="430272" cy="223619"/>
              </a:xfrm>
              <a:custGeom>
                <a:avLst/>
                <a:gdLst>
                  <a:gd name="connsiteX0" fmla="*/ 441425 w 441465"/>
                  <a:gd name="connsiteY0" fmla="*/ 100288 h 229436"/>
                  <a:gd name="connsiteX1" fmla="*/ 441425 w 441465"/>
                  <a:gd name="connsiteY1" fmla="*/ 100288 h 229436"/>
                  <a:gd name="connsiteX2" fmla="*/ 441425 w 441465"/>
                  <a:gd name="connsiteY2" fmla="*/ 34184 h 229436"/>
                  <a:gd name="connsiteX3" fmla="*/ 293216 w 441465"/>
                  <a:gd name="connsiteY3" fmla="*/ 34089 h 229436"/>
                  <a:gd name="connsiteX4" fmla="*/ 241972 w 441465"/>
                  <a:gd name="connsiteY4" fmla="*/ 4561 h 229436"/>
                  <a:gd name="connsiteX5" fmla="*/ 196157 w 441465"/>
                  <a:gd name="connsiteY5" fmla="*/ 6467 h 229436"/>
                  <a:gd name="connsiteX6" fmla="*/ 148341 w 441465"/>
                  <a:gd name="connsiteY6" fmla="*/ 34089 h 229436"/>
                  <a:gd name="connsiteX7" fmla="*/ 37 w 441465"/>
                  <a:gd name="connsiteY7" fmla="*/ 33994 h 229436"/>
                  <a:gd name="connsiteX8" fmla="*/ 37 w 441465"/>
                  <a:gd name="connsiteY8" fmla="*/ 102002 h 229436"/>
                  <a:gd name="connsiteX9" fmla="*/ 7943 w 441465"/>
                  <a:gd name="connsiteY9" fmla="*/ 114290 h 229436"/>
                  <a:gd name="connsiteX10" fmla="*/ 199490 w 441465"/>
                  <a:gd name="connsiteY10" fmla="*/ 224875 h 229436"/>
                  <a:gd name="connsiteX11" fmla="*/ 245306 w 441465"/>
                  <a:gd name="connsiteY11" fmla="*/ 222970 h 229436"/>
                  <a:gd name="connsiteX12" fmla="*/ 430186 w 441465"/>
                  <a:gd name="connsiteY12" fmla="*/ 116194 h 229436"/>
                  <a:gd name="connsiteX13" fmla="*/ 441425 w 441465"/>
                  <a:gd name="connsiteY13" fmla="*/ 100288 h 229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465" h="229436">
                    <a:moveTo>
                      <a:pt x="441425" y="100288"/>
                    </a:moveTo>
                    <a:lnTo>
                      <a:pt x="441425" y="100288"/>
                    </a:lnTo>
                    <a:lnTo>
                      <a:pt x="441425" y="34184"/>
                    </a:lnTo>
                    <a:lnTo>
                      <a:pt x="293216" y="34089"/>
                    </a:lnTo>
                    <a:lnTo>
                      <a:pt x="241972" y="4561"/>
                    </a:lnTo>
                    <a:cubicBezTo>
                      <a:pt x="230256" y="-2201"/>
                      <a:pt x="209682" y="-1344"/>
                      <a:pt x="196157" y="6467"/>
                    </a:cubicBezTo>
                    <a:lnTo>
                      <a:pt x="148341" y="34089"/>
                    </a:lnTo>
                    <a:lnTo>
                      <a:pt x="37" y="33994"/>
                    </a:lnTo>
                    <a:lnTo>
                      <a:pt x="37" y="102002"/>
                    </a:lnTo>
                    <a:cubicBezTo>
                      <a:pt x="-344" y="106574"/>
                      <a:pt x="2228" y="111051"/>
                      <a:pt x="7943" y="114290"/>
                    </a:cubicBezTo>
                    <a:lnTo>
                      <a:pt x="199490" y="224875"/>
                    </a:lnTo>
                    <a:cubicBezTo>
                      <a:pt x="211206" y="231637"/>
                      <a:pt x="231780" y="230780"/>
                      <a:pt x="245306" y="222970"/>
                    </a:cubicBezTo>
                    <a:lnTo>
                      <a:pt x="430186" y="116194"/>
                    </a:lnTo>
                    <a:cubicBezTo>
                      <a:pt x="438091" y="111623"/>
                      <a:pt x="441902" y="105717"/>
                      <a:pt x="441425" y="100288"/>
                    </a:cubicBezTo>
                    <a:close/>
                  </a:path>
                </a:pathLst>
              </a:custGeom>
              <a:solidFill>
                <a:schemeClr val="accent1">
                  <a:lumMod val="5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87" name="任意多边形: 形状 86">
                <a:extLst>
                  <a:ext uri="{FF2B5EF4-FFF2-40B4-BE49-F238E27FC236}">
                    <a16:creationId xmlns:a16="http://schemas.microsoft.com/office/drawing/2014/main" id="{8544A60F-1B25-459D-74BE-156D50CCE9EB}"/>
                  </a:ext>
                </a:extLst>
              </p:cNvPr>
              <p:cNvSpPr/>
              <p:nvPr/>
            </p:nvSpPr>
            <p:spPr>
              <a:xfrm>
                <a:off x="5966274" y="4220861"/>
                <a:ext cx="215135" cy="223655"/>
              </a:xfrm>
              <a:custGeom>
                <a:avLst/>
                <a:gdLst>
                  <a:gd name="connsiteX0" fmla="*/ 493144 w 493144"/>
                  <a:gd name="connsiteY0" fmla="*/ 0 h 512674"/>
                  <a:gd name="connsiteX1" fmla="*/ 493144 w 493144"/>
                  <a:gd name="connsiteY1" fmla="*/ 512639 h 512674"/>
                  <a:gd name="connsiteX2" fmla="*/ 445689 w 493144"/>
                  <a:gd name="connsiteY2" fmla="*/ 502425 h 512674"/>
                  <a:gd name="connsiteX3" fmla="*/ 17921 w 493144"/>
                  <a:gd name="connsiteY3" fmla="*/ 255464 h 512674"/>
                  <a:gd name="connsiteX4" fmla="*/ 17746 w 493144"/>
                  <a:gd name="connsiteY4" fmla="*/ 255363 h 512674"/>
                  <a:gd name="connsiteX5" fmla="*/ 83 w 493144"/>
                  <a:gd name="connsiteY5" fmla="*/ 227912 h 512674"/>
                  <a:gd name="connsiteX6" fmla="*/ 83 w 493144"/>
                  <a:gd name="connsiteY6" fmla="*/ 227912 h 512674"/>
                  <a:gd name="connsiteX7" fmla="*/ 83 w 493144"/>
                  <a:gd name="connsiteY7" fmla="*/ 75970 h 512674"/>
                  <a:gd name="connsiteX8" fmla="*/ 83 w 493144"/>
                  <a:gd name="connsiteY8" fmla="*/ 75970 h 512674"/>
                  <a:gd name="connsiteX9" fmla="*/ 857 w 493144"/>
                  <a:gd name="connsiteY9" fmla="*/ 75970 h 512674"/>
                  <a:gd name="connsiteX10" fmla="*/ 37536 w 493144"/>
                  <a:gd name="connsiteY10" fmla="*/ 75970 h 512674"/>
                  <a:gd name="connsiteX11" fmla="*/ 37748 w 493144"/>
                  <a:gd name="connsiteY11" fmla="*/ 75970 h 512674"/>
                  <a:gd name="connsiteX12" fmla="*/ 37748 w 493144"/>
                  <a:gd name="connsiteY12" fmla="*/ 75994 h 512674"/>
                  <a:gd name="connsiteX13" fmla="*/ 331415 w 493144"/>
                  <a:gd name="connsiteY13" fmla="*/ 76182 h 512674"/>
                  <a:gd name="connsiteX14" fmla="*/ 438242 w 493144"/>
                  <a:gd name="connsiteY14" fmla="*/ 14471 h 512674"/>
                  <a:gd name="connsiteX15" fmla="*/ 493144 w 493144"/>
                  <a:gd name="connsiteY15" fmla="*/ 0 h 51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3144" h="512674">
                    <a:moveTo>
                      <a:pt x="493144" y="0"/>
                    </a:moveTo>
                    <a:lnTo>
                      <a:pt x="493144" y="512639"/>
                    </a:lnTo>
                    <a:cubicBezTo>
                      <a:pt x="475481" y="513066"/>
                      <a:pt x="458245" y="509661"/>
                      <a:pt x="445689" y="502425"/>
                    </a:cubicBezTo>
                    <a:lnTo>
                      <a:pt x="17921" y="255464"/>
                    </a:lnTo>
                    <a:lnTo>
                      <a:pt x="17746" y="255363"/>
                    </a:lnTo>
                    <a:cubicBezTo>
                      <a:pt x="4978" y="248129"/>
                      <a:pt x="-769" y="238127"/>
                      <a:pt x="83" y="227912"/>
                    </a:cubicBezTo>
                    <a:lnTo>
                      <a:pt x="83" y="227912"/>
                    </a:lnTo>
                    <a:lnTo>
                      <a:pt x="83" y="75970"/>
                    </a:lnTo>
                    <a:lnTo>
                      <a:pt x="83" y="75970"/>
                    </a:lnTo>
                    <a:lnTo>
                      <a:pt x="857" y="75970"/>
                    </a:lnTo>
                    <a:lnTo>
                      <a:pt x="37536" y="75970"/>
                    </a:lnTo>
                    <a:lnTo>
                      <a:pt x="37748" y="75970"/>
                    </a:lnTo>
                    <a:lnTo>
                      <a:pt x="37748" y="75994"/>
                    </a:lnTo>
                    <a:lnTo>
                      <a:pt x="331415" y="76182"/>
                    </a:lnTo>
                    <a:lnTo>
                      <a:pt x="438242" y="14471"/>
                    </a:lnTo>
                    <a:cubicBezTo>
                      <a:pt x="453989" y="5320"/>
                      <a:pt x="473993" y="425"/>
                      <a:pt x="493144" y="0"/>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88" name="任意多边形: 形状 87">
                <a:extLst>
                  <a:ext uri="{FF2B5EF4-FFF2-40B4-BE49-F238E27FC236}">
                    <a16:creationId xmlns:a16="http://schemas.microsoft.com/office/drawing/2014/main" id="{11DC9B3B-6C36-1E8C-D962-0E364ECB92DF}"/>
                  </a:ext>
                </a:extLst>
              </p:cNvPr>
              <p:cNvSpPr/>
              <p:nvPr/>
            </p:nvSpPr>
            <p:spPr>
              <a:xfrm>
                <a:off x="6163492" y="4365776"/>
                <a:ext cx="35741" cy="78624"/>
              </a:xfrm>
              <a:custGeom>
                <a:avLst/>
                <a:gdLst>
                  <a:gd name="connsiteX0" fmla="*/ 0 w 36671"/>
                  <a:gd name="connsiteY0" fmla="*/ 77534 h 80669"/>
                  <a:gd name="connsiteX1" fmla="*/ 36671 w 36671"/>
                  <a:gd name="connsiteY1" fmla="*/ 77153 h 80669"/>
                  <a:gd name="connsiteX2" fmla="*/ 36671 w 36671"/>
                  <a:gd name="connsiteY2" fmla="*/ 0 h 80669"/>
                  <a:gd name="connsiteX3" fmla="*/ 0 w 36671"/>
                  <a:gd name="connsiteY3" fmla="*/ 0 h 80669"/>
                  <a:gd name="connsiteX4" fmla="*/ 0 w 36671"/>
                  <a:gd name="connsiteY4" fmla="*/ 77534 h 80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 h="80669">
                    <a:moveTo>
                      <a:pt x="0" y="77534"/>
                    </a:moveTo>
                    <a:cubicBezTo>
                      <a:pt x="10096" y="81915"/>
                      <a:pt x="24765" y="81629"/>
                      <a:pt x="36671" y="77153"/>
                    </a:cubicBezTo>
                    <a:lnTo>
                      <a:pt x="36671" y="0"/>
                    </a:lnTo>
                    <a:lnTo>
                      <a:pt x="0" y="0"/>
                    </a:lnTo>
                    <a:lnTo>
                      <a:pt x="0" y="77534"/>
                    </a:ln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89" name="任意多边形: 形状 88">
                <a:extLst>
                  <a:ext uri="{FF2B5EF4-FFF2-40B4-BE49-F238E27FC236}">
                    <a16:creationId xmlns:a16="http://schemas.microsoft.com/office/drawing/2014/main" id="{6CD4861C-7CE6-4832-664E-12A0CD3D76A3}"/>
                  </a:ext>
                </a:extLst>
              </p:cNvPr>
              <p:cNvSpPr/>
              <p:nvPr/>
            </p:nvSpPr>
            <p:spPr>
              <a:xfrm>
                <a:off x="5966206" y="4129985"/>
                <a:ext cx="430221" cy="248475"/>
              </a:xfrm>
              <a:custGeom>
                <a:avLst/>
                <a:gdLst>
                  <a:gd name="connsiteX0" fmla="*/ 199466 w 441413"/>
                  <a:gd name="connsiteY0" fmla="*/ 250307 h 254938"/>
                  <a:gd name="connsiteX1" fmla="*/ 7918 w 441413"/>
                  <a:gd name="connsiteY1" fmla="*/ 139721 h 254938"/>
                  <a:gd name="connsiteX2" fmla="*/ 11252 w 441413"/>
                  <a:gd name="connsiteY2" fmla="*/ 113242 h 254938"/>
                  <a:gd name="connsiteX3" fmla="*/ 196132 w 441413"/>
                  <a:gd name="connsiteY3" fmla="*/ 6466 h 254938"/>
                  <a:gd name="connsiteX4" fmla="*/ 241947 w 441413"/>
                  <a:gd name="connsiteY4" fmla="*/ 4562 h 254938"/>
                  <a:gd name="connsiteX5" fmla="*/ 433495 w 441413"/>
                  <a:gd name="connsiteY5" fmla="*/ 115147 h 254938"/>
                  <a:gd name="connsiteX6" fmla="*/ 430161 w 441413"/>
                  <a:gd name="connsiteY6" fmla="*/ 141626 h 254938"/>
                  <a:gd name="connsiteX7" fmla="*/ 245281 w 441413"/>
                  <a:gd name="connsiteY7" fmla="*/ 248401 h 254938"/>
                  <a:gd name="connsiteX8" fmla="*/ 199466 w 441413"/>
                  <a:gd name="connsiteY8" fmla="*/ 250307 h 254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413" h="254938">
                    <a:moveTo>
                      <a:pt x="199466" y="250307"/>
                    </a:moveTo>
                    <a:lnTo>
                      <a:pt x="7918" y="139721"/>
                    </a:lnTo>
                    <a:cubicBezTo>
                      <a:pt x="-3798" y="132958"/>
                      <a:pt x="-2369" y="121052"/>
                      <a:pt x="11252" y="113242"/>
                    </a:cubicBezTo>
                    <a:lnTo>
                      <a:pt x="196132" y="6466"/>
                    </a:lnTo>
                    <a:cubicBezTo>
                      <a:pt x="209658" y="-1344"/>
                      <a:pt x="230232" y="-2201"/>
                      <a:pt x="241947" y="4562"/>
                    </a:cubicBezTo>
                    <a:lnTo>
                      <a:pt x="433495" y="115147"/>
                    </a:lnTo>
                    <a:cubicBezTo>
                      <a:pt x="445211" y="121909"/>
                      <a:pt x="443782" y="133816"/>
                      <a:pt x="430161" y="141626"/>
                    </a:cubicBezTo>
                    <a:lnTo>
                      <a:pt x="245281" y="248401"/>
                    </a:lnTo>
                    <a:cubicBezTo>
                      <a:pt x="231755" y="256307"/>
                      <a:pt x="211277" y="257165"/>
                      <a:pt x="199466" y="250307"/>
                    </a:cubicBezTo>
                    <a:close/>
                  </a:path>
                </a:pathLst>
              </a:custGeom>
              <a:gradFill>
                <a:gsLst>
                  <a:gs pos="0">
                    <a:schemeClr val="accent1">
                      <a:lumMod val="5000"/>
                      <a:lumOff val="95000"/>
                    </a:schemeClr>
                  </a:gs>
                  <a:gs pos="50000">
                    <a:schemeClr val="accent1">
                      <a:lumMod val="15000"/>
                      <a:lumOff val="85000"/>
                    </a:schemeClr>
                  </a:gs>
                  <a:gs pos="100000">
                    <a:schemeClr val="accent1">
                      <a:lumMod val="20000"/>
                      <a:lumOff val="80000"/>
                    </a:schemeClr>
                  </a:gs>
                </a:gsLst>
                <a:lin ang="0" scaled="1"/>
              </a:gra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90" name="任意多边形: 形状 89">
                <a:extLst>
                  <a:ext uri="{FF2B5EF4-FFF2-40B4-BE49-F238E27FC236}">
                    <a16:creationId xmlns:a16="http://schemas.microsoft.com/office/drawing/2014/main" id="{8667C018-CB85-B677-324C-1873166003F2}"/>
                  </a:ext>
                </a:extLst>
              </p:cNvPr>
              <p:cNvSpPr/>
              <p:nvPr/>
            </p:nvSpPr>
            <p:spPr>
              <a:xfrm>
                <a:off x="5966265" y="4247319"/>
                <a:ext cx="430187" cy="131073"/>
              </a:xfrm>
              <a:custGeom>
                <a:avLst/>
                <a:gdLst>
                  <a:gd name="connsiteX0" fmla="*/ 430196 w 441378"/>
                  <a:gd name="connsiteY0" fmla="*/ 8287 h 134482"/>
                  <a:gd name="connsiteX1" fmla="*/ 245315 w 441378"/>
                  <a:gd name="connsiteY1" fmla="*/ 115062 h 134482"/>
                  <a:gd name="connsiteX2" fmla="*/ 199500 w 441378"/>
                  <a:gd name="connsiteY2" fmla="*/ 116967 h 134482"/>
                  <a:gd name="connsiteX3" fmla="*/ 7952 w 441378"/>
                  <a:gd name="connsiteY3" fmla="*/ 6382 h 134482"/>
                  <a:gd name="connsiteX4" fmla="*/ 2047 w 441378"/>
                  <a:gd name="connsiteY4" fmla="*/ 1143 h 134482"/>
                  <a:gd name="connsiteX5" fmla="*/ 7952 w 441378"/>
                  <a:gd name="connsiteY5" fmla="*/ 19336 h 134482"/>
                  <a:gd name="connsiteX6" fmla="*/ 199500 w 441378"/>
                  <a:gd name="connsiteY6" fmla="*/ 129921 h 134482"/>
                  <a:gd name="connsiteX7" fmla="*/ 245315 w 441378"/>
                  <a:gd name="connsiteY7" fmla="*/ 128016 h 134482"/>
                  <a:gd name="connsiteX8" fmla="*/ 430196 w 441378"/>
                  <a:gd name="connsiteY8" fmla="*/ 21241 h 134482"/>
                  <a:gd name="connsiteX9" fmla="*/ 439340 w 441378"/>
                  <a:gd name="connsiteY9" fmla="*/ 0 h 134482"/>
                  <a:gd name="connsiteX10" fmla="*/ 430196 w 441378"/>
                  <a:gd name="connsiteY10" fmla="*/ 8287 h 134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378" h="134482">
                    <a:moveTo>
                      <a:pt x="430196" y="8287"/>
                    </a:moveTo>
                    <a:lnTo>
                      <a:pt x="245315" y="115062"/>
                    </a:lnTo>
                    <a:cubicBezTo>
                      <a:pt x="231790" y="122872"/>
                      <a:pt x="211216" y="123730"/>
                      <a:pt x="199500" y="116967"/>
                    </a:cubicBezTo>
                    <a:lnTo>
                      <a:pt x="7952" y="6382"/>
                    </a:lnTo>
                    <a:cubicBezTo>
                      <a:pt x="5285" y="4858"/>
                      <a:pt x="3380" y="3048"/>
                      <a:pt x="2047" y="1143"/>
                    </a:cubicBezTo>
                    <a:cubicBezTo>
                      <a:pt x="-1954" y="7620"/>
                      <a:pt x="-144" y="14668"/>
                      <a:pt x="7952" y="19336"/>
                    </a:cubicBezTo>
                    <a:lnTo>
                      <a:pt x="199500" y="129921"/>
                    </a:lnTo>
                    <a:cubicBezTo>
                      <a:pt x="211216" y="136684"/>
                      <a:pt x="231790" y="135826"/>
                      <a:pt x="245315" y="128016"/>
                    </a:cubicBezTo>
                    <a:lnTo>
                      <a:pt x="430196" y="21241"/>
                    </a:lnTo>
                    <a:cubicBezTo>
                      <a:pt x="440768" y="15145"/>
                      <a:pt x="443911" y="6667"/>
                      <a:pt x="439340" y="0"/>
                    </a:cubicBezTo>
                    <a:cubicBezTo>
                      <a:pt x="437530" y="2953"/>
                      <a:pt x="434482" y="5810"/>
                      <a:pt x="430196" y="8287"/>
                    </a:cubicBez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96" name="任意多边形: 形状 95">
                <a:extLst>
                  <a:ext uri="{FF2B5EF4-FFF2-40B4-BE49-F238E27FC236}">
                    <a16:creationId xmlns:a16="http://schemas.microsoft.com/office/drawing/2014/main" id="{6ED8FAC6-AFA3-6D32-F925-CE7A7EBB3C1D}"/>
                  </a:ext>
                </a:extLst>
              </p:cNvPr>
              <p:cNvSpPr/>
              <p:nvPr/>
            </p:nvSpPr>
            <p:spPr>
              <a:xfrm>
                <a:off x="6312771" y="4330207"/>
                <a:ext cx="15039" cy="19523"/>
              </a:xfrm>
              <a:custGeom>
                <a:avLst/>
                <a:gdLst>
                  <a:gd name="connsiteX0" fmla="*/ 15431 w 15430"/>
                  <a:gd name="connsiteY0" fmla="*/ 5539 h 20031"/>
                  <a:gd name="connsiteX1" fmla="*/ 7716 w 15430"/>
                  <a:gd name="connsiteY1" fmla="*/ 18969 h 20031"/>
                  <a:gd name="connsiteX2" fmla="*/ 0 w 15430"/>
                  <a:gd name="connsiteY2" fmla="*/ 14492 h 20031"/>
                  <a:gd name="connsiteX3" fmla="*/ 7716 w 15430"/>
                  <a:gd name="connsiteY3" fmla="*/ 1062 h 20031"/>
                  <a:gd name="connsiteX4" fmla="*/ 15431 w 15430"/>
                  <a:gd name="connsiteY4" fmla="*/ 5539 h 20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20031">
                    <a:moveTo>
                      <a:pt x="15431" y="5539"/>
                    </a:moveTo>
                    <a:cubicBezTo>
                      <a:pt x="15431" y="10492"/>
                      <a:pt x="12002" y="16493"/>
                      <a:pt x="7716" y="18969"/>
                    </a:cubicBezTo>
                    <a:cubicBezTo>
                      <a:pt x="3429" y="21446"/>
                      <a:pt x="0" y="19445"/>
                      <a:pt x="0" y="14492"/>
                    </a:cubicBezTo>
                    <a:cubicBezTo>
                      <a:pt x="0" y="9540"/>
                      <a:pt x="3429" y="3539"/>
                      <a:pt x="7716" y="1062"/>
                    </a:cubicBezTo>
                    <a:cubicBezTo>
                      <a:pt x="11906" y="-1414"/>
                      <a:pt x="15431" y="586"/>
                      <a:pt x="15431" y="5539"/>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97" name="任意多边形: 形状 96">
                <a:extLst>
                  <a:ext uri="{FF2B5EF4-FFF2-40B4-BE49-F238E27FC236}">
                    <a16:creationId xmlns:a16="http://schemas.microsoft.com/office/drawing/2014/main" id="{6C42715A-14C4-0EF6-3ED8-1A0577C61A7C}"/>
                  </a:ext>
                </a:extLst>
              </p:cNvPr>
              <p:cNvSpPr/>
              <p:nvPr/>
            </p:nvSpPr>
            <p:spPr>
              <a:xfrm>
                <a:off x="6337001" y="4316246"/>
                <a:ext cx="15039" cy="19466"/>
              </a:xfrm>
              <a:custGeom>
                <a:avLst/>
                <a:gdLst>
                  <a:gd name="connsiteX0" fmla="*/ 15430 w 15430"/>
                  <a:gd name="connsiteY0" fmla="*/ 5480 h 19972"/>
                  <a:gd name="connsiteX1" fmla="*/ 7715 w 15430"/>
                  <a:gd name="connsiteY1" fmla="*/ 18910 h 19972"/>
                  <a:gd name="connsiteX2" fmla="*/ 0 w 15430"/>
                  <a:gd name="connsiteY2" fmla="*/ 14434 h 19972"/>
                  <a:gd name="connsiteX3" fmla="*/ 7715 w 15430"/>
                  <a:gd name="connsiteY3" fmla="*/ 1004 h 19972"/>
                  <a:gd name="connsiteX4" fmla="*/ 15430 w 15430"/>
                  <a:gd name="connsiteY4" fmla="*/ 5480 h 19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19972">
                    <a:moveTo>
                      <a:pt x="15430" y="5480"/>
                    </a:moveTo>
                    <a:cubicBezTo>
                      <a:pt x="15430" y="10433"/>
                      <a:pt x="12002" y="16434"/>
                      <a:pt x="7715" y="18910"/>
                    </a:cubicBezTo>
                    <a:cubicBezTo>
                      <a:pt x="3429" y="21387"/>
                      <a:pt x="0" y="19387"/>
                      <a:pt x="0" y="14434"/>
                    </a:cubicBezTo>
                    <a:cubicBezTo>
                      <a:pt x="0" y="9481"/>
                      <a:pt x="3429" y="3480"/>
                      <a:pt x="7715" y="1004"/>
                    </a:cubicBezTo>
                    <a:cubicBezTo>
                      <a:pt x="12002" y="-1378"/>
                      <a:pt x="15430" y="623"/>
                      <a:pt x="15430" y="5480"/>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98" name="任意多边形: 形状 97">
                <a:extLst>
                  <a:ext uri="{FF2B5EF4-FFF2-40B4-BE49-F238E27FC236}">
                    <a16:creationId xmlns:a16="http://schemas.microsoft.com/office/drawing/2014/main" id="{A034B4BF-A4FD-75BE-F8CA-8BA3468CCD3E}"/>
                  </a:ext>
                </a:extLst>
              </p:cNvPr>
              <p:cNvSpPr/>
              <p:nvPr/>
            </p:nvSpPr>
            <p:spPr>
              <a:xfrm>
                <a:off x="6361230" y="4302264"/>
                <a:ext cx="15039" cy="19523"/>
              </a:xfrm>
              <a:custGeom>
                <a:avLst/>
                <a:gdLst>
                  <a:gd name="connsiteX0" fmla="*/ 15431 w 15430"/>
                  <a:gd name="connsiteY0" fmla="*/ 5539 h 20031"/>
                  <a:gd name="connsiteX1" fmla="*/ 7715 w 15430"/>
                  <a:gd name="connsiteY1" fmla="*/ 18969 h 20031"/>
                  <a:gd name="connsiteX2" fmla="*/ 0 w 15430"/>
                  <a:gd name="connsiteY2" fmla="*/ 14492 h 20031"/>
                  <a:gd name="connsiteX3" fmla="*/ 7715 w 15430"/>
                  <a:gd name="connsiteY3" fmla="*/ 1062 h 20031"/>
                  <a:gd name="connsiteX4" fmla="*/ 15431 w 15430"/>
                  <a:gd name="connsiteY4" fmla="*/ 5539 h 20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20031">
                    <a:moveTo>
                      <a:pt x="15431" y="5539"/>
                    </a:moveTo>
                    <a:cubicBezTo>
                      <a:pt x="15431" y="10492"/>
                      <a:pt x="12002" y="16493"/>
                      <a:pt x="7715" y="18969"/>
                    </a:cubicBezTo>
                    <a:cubicBezTo>
                      <a:pt x="3429" y="21446"/>
                      <a:pt x="0" y="19446"/>
                      <a:pt x="0" y="14492"/>
                    </a:cubicBezTo>
                    <a:cubicBezTo>
                      <a:pt x="0" y="9539"/>
                      <a:pt x="3429" y="3539"/>
                      <a:pt x="7715" y="1062"/>
                    </a:cubicBezTo>
                    <a:cubicBezTo>
                      <a:pt x="12002" y="-1414"/>
                      <a:pt x="15431" y="586"/>
                      <a:pt x="15431" y="5539"/>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93" name="任意多边形: 形状 92">
                <a:extLst>
                  <a:ext uri="{FF2B5EF4-FFF2-40B4-BE49-F238E27FC236}">
                    <a16:creationId xmlns:a16="http://schemas.microsoft.com/office/drawing/2014/main" id="{97A2C482-1B86-A841-7534-12AD4BDA63F6}"/>
                  </a:ext>
                </a:extLst>
              </p:cNvPr>
              <p:cNvSpPr/>
              <p:nvPr/>
            </p:nvSpPr>
            <p:spPr>
              <a:xfrm>
                <a:off x="6080658" y="4193002"/>
                <a:ext cx="201409" cy="116269"/>
              </a:xfrm>
              <a:custGeom>
                <a:avLst/>
                <a:gdLst>
                  <a:gd name="connsiteX0" fmla="*/ 93371 w 206648"/>
                  <a:gd name="connsiteY0" fmla="*/ 117166 h 119294"/>
                  <a:gd name="connsiteX1" fmla="*/ 3741 w 206648"/>
                  <a:gd name="connsiteY1" fmla="*/ 65446 h 119294"/>
                  <a:gd name="connsiteX2" fmla="*/ 5265 w 206648"/>
                  <a:gd name="connsiteY2" fmla="*/ 53063 h 119294"/>
                  <a:gd name="connsiteX3" fmla="*/ 91847 w 206648"/>
                  <a:gd name="connsiteY3" fmla="*/ 3057 h 119294"/>
                  <a:gd name="connsiteX4" fmla="*/ 113278 w 206648"/>
                  <a:gd name="connsiteY4" fmla="*/ 2199 h 119294"/>
                  <a:gd name="connsiteX5" fmla="*/ 202908 w 206648"/>
                  <a:gd name="connsiteY5" fmla="*/ 53920 h 119294"/>
                  <a:gd name="connsiteX6" fmla="*/ 201384 w 206648"/>
                  <a:gd name="connsiteY6" fmla="*/ 66303 h 119294"/>
                  <a:gd name="connsiteX7" fmla="*/ 114802 w 206648"/>
                  <a:gd name="connsiteY7" fmla="*/ 116309 h 119294"/>
                  <a:gd name="connsiteX8" fmla="*/ 93371 w 206648"/>
                  <a:gd name="connsiteY8" fmla="*/ 117166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648" h="119294">
                    <a:moveTo>
                      <a:pt x="93371" y="117166"/>
                    </a:moveTo>
                    <a:lnTo>
                      <a:pt x="3741" y="65446"/>
                    </a:lnTo>
                    <a:cubicBezTo>
                      <a:pt x="-1784" y="62302"/>
                      <a:pt x="-1117" y="56682"/>
                      <a:pt x="5265" y="53063"/>
                    </a:cubicBezTo>
                    <a:lnTo>
                      <a:pt x="91847" y="3057"/>
                    </a:lnTo>
                    <a:cubicBezTo>
                      <a:pt x="98229" y="-658"/>
                      <a:pt x="107849" y="-1039"/>
                      <a:pt x="113278" y="2199"/>
                    </a:cubicBezTo>
                    <a:lnTo>
                      <a:pt x="202908" y="53920"/>
                    </a:lnTo>
                    <a:cubicBezTo>
                      <a:pt x="208433" y="57064"/>
                      <a:pt x="207766" y="62683"/>
                      <a:pt x="201384" y="66303"/>
                    </a:cubicBezTo>
                    <a:lnTo>
                      <a:pt x="114802" y="116309"/>
                    </a:lnTo>
                    <a:cubicBezTo>
                      <a:pt x="108516" y="119929"/>
                      <a:pt x="98895" y="120310"/>
                      <a:pt x="93371" y="117166"/>
                    </a:cubicBezTo>
                    <a:close/>
                  </a:path>
                </a:pathLst>
              </a:custGeom>
              <a:solidFill>
                <a:schemeClr val="accent1">
                  <a:lumMod val="60000"/>
                  <a:lumOff val="4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94" name="任意多边形: 形状 93">
                <a:extLst>
                  <a:ext uri="{FF2B5EF4-FFF2-40B4-BE49-F238E27FC236}">
                    <a16:creationId xmlns:a16="http://schemas.microsoft.com/office/drawing/2014/main" id="{D70A4DAF-82A2-2A3A-708C-1E05A51ACEFC}"/>
                  </a:ext>
                </a:extLst>
              </p:cNvPr>
              <p:cNvSpPr/>
              <p:nvPr/>
            </p:nvSpPr>
            <p:spPr>
              <a:xfrm>
                <a:off x="6167445" y="4249149"/>
                <a:ext cx="27836" cy="16076"/>
              </a:xfrm>
              <a:custGeom>
                <a:avLst/>
                <a:gdLst>
                  <a:gd name="connsiteX0" fmla="*/ 12899 w 28560"/>
                  <a:gd name="connsiteY0" fmla="*/ 16220 h 16494"/>
                  <a:gd name="connsiteX1" fmla="*/ 517 w 28560"/>
                  <a:gd name="connsiteY1" fmla="*/ 9076 h 16494"/>
                  <a:gd name="connsiteX2" fmla="*/ 707 w 28560"/>
                  <a:gd name="connsiteY2" fmla="*/ 7361 h 16494"/>
                  <a:gd name="connsiteX3" fmla="*/ 12709 w 28560"/>
                  <a:gd name="connsiteY3" fmla="*/ 408 h 16494"/>
                  <a:gd name="connsiteX4" fmla="*/ 15662 w 28560"/>
                  <a:gd name="connsiteY4" fmla="*/ 313 h 16494"/>
                  <a:gd name="connsiteX5" fmla="*/ 28044 w 28560"/>
                  <a:gd name="connsiteY5" fmla="*/ 7457 h 16494"/>
                  <a:gd name="connsiteX6" fmla="*/ 27853 w 28560"/>
                  <a:gd name="connsiteY6" fmla="*/ 9171 h 16494"/>
                  <a:gd name="connsiteX7" fmla="*/ 15852 w 28560"/>
                  <a:gd name="connsiteY7" fmla="*/ 16125 h 16494"/>
                  <a:gd name="connsiteX8" fmla="*/ 12899 w 28560"/>
                  <a:gd name="connsiteY8" fmla="*/ 16220 h 1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60" h="16494">
                    <a:moveTo>
                      <a:pt x="12899" y="16220"/>
                    </a:moveTo>
                    <a:lnTo>
                      <a:pt x="517" y="9076"/>
                    </a:lnTo>
                    <a:cubicBezTo>
                      <a:pt x="-245" y="8600"/>
                      <a:pt x="-150" y="7838"/>
                      <a:pt x="707" y="7361"/>
                    </a:cubicBezTo>
                    <a:lnTo>
                      <a:pt x="12709" y="408"/>
                    </a:lnTo>
                    <a:cubicBezTo>
                      <a:pt x="13566" y="-68"/>
                      <a:pt x="14899" y="-163"/>
                      <a:pt x="15662" y="313"/>
                    </a:cubicBezTo>
                    <a:lnTo>
                      <a:pt x="28044" y="7457"/>
                    </a:lnTo>
                    <a:cubicBezTo>
                      <a:pt x="28806" y="7933"/>
                      <a:pt x="28711" y="8695"/>
                      <a:pt x="27853" y="9171"/>
                    </a:cubicBezTo>
                    <a:lnTo>
                      <a:pt x="15852" y="16125"/>
                    </a:lnTo>
                    <a:cubicBezTo>
                      <a:pt x="14995" y="16601"/>
                      <a:pt x="13661" y="16601"/>
                      <a:pt x="12899" y="16220"/>
                    </a:cubicBezTo>
                    <a:close/>
                  </a:path>
                </a:pathLst>
              </a:custGeom>
              <a:solidFill>
                <a:srgbClr val="D4EC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95" name="任意多边形: 形状 94">
                <a:extLst>
                  <a:ext uri="{FF2B5EF4-FFF2-40B4-BE49-F238E27FC236}">
                    <a16:creationId xmlns:a16="http://schemas.microsoft.com/office/drawing/2014/main" id="{78067AF6-9627-810A-7EB0-AF26C4608E91}"/>
                  </a:ext>
                </a:extLst>
              </p:cNvPr>
              <p:cNvSpPr/>
              <p:nvPr/>
            </p:nvSpPr>
            <p:spPr>
              <a:xfrm>
                <a:off x="6080698" y="4193071"/>
                <a:ext cx="201371" cy="63809"/>
              </a:xfrm>
              <a:custGeom>
                <a:avLst/>
                <a:gdLst>
                  <a:gd name="connsiteX0" fmla="*/ 3700 w 206609"/>
                  <a:gd name="connsiteY0" fmla="*/ 65279 h 65469"/>
                  <a:gd name="connsiteX1" fmla="*/ 3985 w 206609"/>
                  <a:gd name="connsiteY1" fmla="*/ 65470 h 65469"/>
                  <a:gd name="connsiteX2" fmla="*/ 5319 w 206609"/>
                  <a:gd name="connsiteY2" fmla="*/ 64612 h 65469"/>
                  <a:gd name="connsiteX3" fmla="*/ 91901 w 206609"/>
                  <a:gd name="connsiteY3" fmla="*/ 14606 h 65469"/>
                  <a:gd name="connsiteX4" fmla="*/ 113333 w 206609"/>
                  <a:gd name="connsiteY4" fmla="*/ 13749 h 65469"/>
                  <a:gd name="connsiteX5" fmla="*/ 202677 w 206609"/>
                  <a:gd name="connsiteY5" fmla="*/ 65375 h 65469"/>
                  <a:gd name="connsiteX6" fmla="*/ 202963 w 206609"/>
                  <a:gd name="connsiteY6" fmla="*/ 53849 h 65469"/>
                  <a:gd name="connsiteX7" fmla="*/ 113333 w 206609"/>
                  <a:gd name="connsiteY7" fmla="*/ 2129 h 65469"/>
                  <a:gd name="connsiteX8" fmla="*/ 91901 w 206609"/>
                  <a:gd name="connsiteY8" fmla="*/ 2986 h 65469"/>
                  <a:gd name="connsiteX9" fmla="*/ 5319 w 206609"/>
                  <a:gd name="connsiteY9" fmla="*/ 52992 h 65469"/>
                  <a:gd name="connsiteX10" fmla="*/ 3700 w 206609"/>
                  <a:gd name="connsiteY10" fmla="*/ 65279 h 6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609" h="65469">
                    <a:moveTo>
                      <a:pt x="3700" y="65279"/>
                    </a:moveTo>
                    <a:lnTo>
                      <a:pt x="3985" y="65470"/>
                    </a:lnTo>
                    <a:cubicBezTo>
                      <a:pt x="4367" y="65184"/>
                      <a:pt x="4747" y="64898"/>
                      <a:pt x="5319" y="64612"/>
                    </a:cubicBezTo>
                    <a:lnTo>
                      <a:pt x="91901" y="14606"/>
                    </a:lnTo>
                    <a:cubicBezTo>
                      <a:pt x="98283" y="10892"/>
                      <a:pt x="107903" y="10511"/>
                      <a:pt x="113333" y="13749"/>
                    </a:cubicBezTo>
                    <a:lnTo>
                      <a:pt x="202677" y="65375"/>
                    </a:lnTo>
                    <a:cubicBezTo>
                      <a:pt x="207725" y="61755"/>
                      <a:pt x="208011" y="56802"/>
                      <a:pt x="202963" y="53849"/>
                    </a:cubicBezTo>
                    <a:lnTo>
                      <a:pt x="113333" y="2129"/>
                    </a:lnTo>
                    <a:cubicBezTo>
                      <a:pt x="107808" y="-1015"/>
                      <a:pt x="98188" y="-634"/>
                      <a:pt x="91901" y="2986"/>
                    </a:cubicBezTo>
                    <a:lnTo>
                      <a:pt x="5319" y="52992"/>
                    </a:lnTo>
                    <a:cubicBezTo>
                      <a:pt x="-1063" y="56612"/>
                      <a:pt x="-1825" y="62136"/>
                      <a:pt x="3700" y="65279"/>
                    </a:cubicBezTo>
                    <a:close/>
                  </a:path>
                </a:pathLst>
              </a:custGeom>
              <a:solidFill>
                <a:schemeClr val="accent1">
                  <a:lumMod val="75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72" name="任意多边形: 形状 71">
                <a:extLst>
                  <a:ext uri="{FF2B5EF4-FFF2-40B4-BE49-F238E27FC236}">
                    <a16:creationId xmlns:a16="http://schemas.microsoft.com/office/drawing/2014/main" id="{074049E8-F9FE-F1AC-249C-AFFA48C55060}"/>
                  </a:ext>
                </a:extLst>
              </p:cNvPr>
              <p:cNvSpPr/>
              <p:nvPr/>
            </p:nvSpPr>
            <p:spPr>
              <a:xfrm>
                <a:off x="6431012" y="3398714"/>
                <a:ext cx="37443" cy="49087"/>
              </a:xfrm>
              <a:custGeom>
                <a:avLst/>
                <a:gdLst>
                  <a:gd name="connsiteX0" fmla="*/ 1842 w 38417"/>
                  <a:gd name="connsiteY0" fmla="*/ 50006 h 50364"/>
                  <a:gd name="connsiteX1" fmla="*/ 1842 w 38417"/>
                  <a:gd name="connsiteY1" fmla="*/ 50006 h 50364"/>
                  <a:gd name="connsiteX2" fmla="*/ 32 w 38417"/>
                  <a:gd name="connsiteY2" fmla="*/ 46577 h 50364"/>
                  <a:gd name="connsiteX3" fmla="*/ 6319 w 38417"/>
                  <a:gd name="connsiteY3" fmla="*/ 0 h 50364"/>
                  <a:gd name="connsiteX4" fmla="*/ 38418 w 38417"/>
                  <a:gd name="connsiteY4" fmla="*/ 15621 h 50364"/>
                  <a:gd name="connsiteX5" fmla="*/ 5652 w 38417"/>
                  <a:gd name="connsiteY5" fmla="*/ 49340 h 50364"/>
                  <a:gd name="connsiteX6" fmla="*/ 1842 w 38417"/>
                  <a:gd name="connsiteY6" fmla="*/ 50006 h 5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417" h="50364">
                    <a:moveTo>
                      <a:pt x="1842" y="50006"/>
                    </a:moveTo>
                    <a:lnTo>
                      <a:pt x="1842" y="50006"/>
                    </a:lnTo>
                    <a:cubicBezTo>
                      <a:pt x="508" y="49340"/>
                      <a:pt x="-159" y="48006"/>
                      <a:pt x="32" y="46577"/>
                    </a:cubicBezTo>
                    <a:lnTo>
                      <a:pt x="6319" y="0"/>
                    </a:lnTo>
                    <a:lnTo>
                      <a:pt x="38418" y="15621"/>
                    </a:lnTo>
                    <a:lnTo>
                      <a:pt x="5652" y="49340"/>
                    </a:lnTo>
                    <a:cubicBezTo>
                      <a:pt x="4699" y="50387"/>
                      <a:pt x="3175" y="50673"/>
                      <a:pt x="1842" y="50006"/>
                    </a:cubicBez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83" name="任意多边形: 形状 82">
                <a:extLst>
                  <a:ext uri="{FF2B5EF4-FFF2-40B4-BE49-F238E27FC236}">
                    <a16:creationId xmlns:a16="http://schemas.microsoft.com/office/drawing/2014/main" id="{F63541C5-4544-6A3C-3844-59B4AAC1999D}"/>
                  </a:ext>
                </a:extLst>
              </p:cNvPr>
              <p:cNvSpPr/>
              <p:nvPr/>
            </p:nvSpPr>
            <p:spPr>
              <a:xfrm>
                <a:off x="6466586" y="3220595"/>
                <a:ext cx="113305" cy="82373"/>
              </a:xfrm>
              <a:custGeom>
                <a:avLst/>
                <a:gdLst>
                  <a:gd name="connsiteX0" fmla="*/ 86596 w 116252"/>
                  <a:gd name="connsiteY0" fmla="*/ 84359 h 84516"/>
                  <a:gd name="connsiteX1" fmla="*/ 7443 w 116252"/>
                  <a:gd name="connsiteY1" fmla="*/ 45878 h 84516"/>
                  <a:gd name="connsiteX2" fmla="*/ 29637 w 116252"/>
                  <a:gd name="connsiteY2" fmla="*/ 158 h 84516"/>
                  <a:gd name="connsiteX3" fmla="*/ 108789 w 116252"/>
                  <a:gd name="connsiteY3" fmla="*/ 38639 h 84516"/>
                  <a:gd name="connsiteX4" fmla="*/ 86596 w 116252"/>
                  <a:gd name="connsiteY4" fmla="*/ 84359 h 84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52" h="84516">
                    <a:moveTo>
                      <a:pt x="86596" y="84359"/>
                    </a:moveTo>
                    <a:cubicBezTo>
                      <a:pt x="58592" y="86359"/>
                      <a:pt x="23159" y="69119"/>
                      <a:pt x="7443" y="45878"/>
                    </a:cubicBezTo>
                    <a:cubicBezTo>
                      <a:pt x="-8273" y="22637"/>
                      <a:pt x="1728" y="2158"/>
                      <a:pt x="29637" y="158"/>
                    </a:cubicBezTo>
                    <a:cubicBezTo>
                      <a:pt x="57640" y="-1842"/>
                      <a:pt x="93073" y="15398"/>
                      <a:pt x="108789" y="38639"/>
                    </a:cubicBezTo>
                    <a:cubicBezTo>
                      <a:pt x="124506" y="61975"/>
                      <a:pt x="114599" y="82454"/>
                      <a:pt x="86596" y="84359"/>
                    </a:cubicBezTo>
                    <a:close/>
                  </a:path>
                </a:pathLst>
              </a:custGeom>
              <a:solidFill>
                <a:srgbClr val="396CAA"/>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84" name="任意多边形: 形状 83">
                <a:extLst>
                  <a:ext uri="{FF2B5EF4-FFF2-40B4-BE49-F238E27FC236}">
                    <a16:creationId xmlns:a16="http://schemas.microsoft.com/office/drawing/2014/main" id="{74E57C0C-DF90-50FF-41A8-0F472706692C}"/>
                  </a:ext>
                </a:extLst>
              </p:cNvPr>
              <p:cNvSpPr/>
              <p:nvPr/>
            </p:nvSpPr>
            <p:spPr>
              <a:xfrm>
                <a:off x="6434974" y="2727052"/>
                <a:ext cx="397766" cy="694718"/>
              </a:xfrm>
              <a:custGeom>
                <a:avLst/>
                <a:gdLst>
                  <a:gd name="connsiteX0" fmla="*/ 408114 w 408113"/>
                  <a:gd name="connsiteY0" fmla="*/ 64389 h 712790"/>
                  <a:gd name="connsiteX1" fmla="*/ 275907 w 408113"/>
                  <a:gd name="connsiteY1" fmla="*/ 0 h 712790"/>
                  <a:gd name="connsiteX2" fmla="*/ 34639 w 408113"/>
                  <a:gd name="connsiteY2" fmla="*/ 521398 h 712790"/>
                  <a:gd name="connsiteX3" fmla="*/ 92074 w 408113"/>
                  <a:gd name="connsiteY3" fmla="*/ 549307 h 712790"/>
                  <a:gd name="connsiteX4" fmla="*/ 34639 w 408113"/>
                  <a:gd name="connsiteY4" fmla="*/ 521398 h 712790"/>
                  <a:gd name="connsiteX5" fmla="*/ 32734 w 408113"/>
                  <a:gd name="connsiteY5" fmla="*/ 525209 h 712790"/>
                  <a:gd name="connsiteX6" fmla="*/ 1206 w 408113"/>
                  <a:gd name="connsiteY6" fmla="*/ 695134 h 712790"/>
                  <a:gd name="connsiteX7" fmla="*/ 2730 w 408113"/>
                  <a:gd name="connsiteY7" fmla="*/ 702659 h 712790"/>
                  <a:gd name="connsiteX8" fmla="*/ 23399 w 408113"/>
                  <a:gd name="connsiteY8" fmla="*/ 712756 h 712790"/>
                  <a:gd name="connsiteX9" fmla="*/ 30257 w 408113"/>
                  <a:gd name="connsiteY9" fmla="*/ 709327 h 712790"/>
                  <a:gd name="connsiteX10" fmla="*/ 42640 w 408113"/>
                  <a:gd name="connsiteY10" fmla="*/ 700373 h 712790"/>
                  <a:gd name="connsiteX11" fmla="*/ 135604 w 408113"/>
                  <a:gd name="connsiteY11" fmla="*/ 595408 h 712790"/>
                  <a:gd name="connsiteX12" fmla="*/ 146462 w 408113"/>
                  <a:gd name="connsiteY12" fmla="*/ 575881 h 712790"/>
                  <a:gd name="connsiteX13" fmla="*/ 146462 w 408113"/>
                  <a:gd name="connsiteY13" fmla="*/ 575881 h 712790"/>
                  <a:gd name="connsiteX14" fmla="*/ 408114 w 408113"/>
                  <a:gd name="connsiteY14" fmla="*/ 64389 h 71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8113" h="712790">
                    <a:moveTo>
                      <a:pt x="408114" y="64389"/>
                    </a:moveTo>
                    <a:lnTo>
                      <a:pt x="275907" y="0"/>
                    </a:lnTo>
                    <a:lnTo>
                      <a:pt x="34639" y="521398"/>
                    </a:lnTo>
                    <a:lnTo>
                      <a:pt x="92074" y="549307"/>
                    </a:lnTo>
                    <a:lnTo>
                      <a:pt x="34639" y="521398"/>
                    </a:lnTo>
                    <a:lnTo>
                      <a:pt x="32734" y="525209"/>
                    </a:lnTo>
                    <a:cubicBezTo>
                      <a:pt x="7016" y="577977"/>
                      <a:pt x="-3842" y="636746"/>
                      <a:pt x="1206" y="695134"/>
                    </a:cubicBezTo>
                    <a:cubicBezTo>
                      <a:pt x="444" y="697230"/>
                      <a:pt x="825" y="699897"/>
                      <a:pt x="2730" y="702659"/>
                    </a:cubicBezTo>
                    <a:cubicBezTo>
                      <a:pt x="6826" y="708755"/>
                      <a:pt x="16065" y="713232"/>
                      <a:pt x="23399" y="712756"/>
                    </a:cubicBezTo>
                    <a:cubicBezTo>
                      <a:pt x="26828" y="712470"/>
                      <a:pt x="29114" y="711232"/>
                      <a:pt x="30257" y="709327"/>
                    </a:cubicBezTo>
                    <a:lnTo>
                      <a:pt x="42640" y="700373"/>
                    </a:lnTo>
                    <a:cubicBezTo>
                      <a:pt x="80930" y="672560"/>
                      <a:pt x="112648" y="636746"/>
                      <a:pt x="135604" y="595408"/>
                    </a:cubicBezTo>
                    <a:lnTo>
                      <a:pt x="146462" y="575881"/>
                    </a:lnTo>
                    <a:lnTo>
                      <a:pt x="146462" y="575881"/>
                    </a:lnTo>
                    <a:lnTo>
                      <a:pt x="408114" y="64389"/>
                    </a:lnTo>
                    <a:close/>
                  </a:path>
                </a:pathLst>
              </a:custGeom>
              <a:gradFill>
                <a:gsLst>
                  <a:gs pos="0">
                    <a:schemeClr val="accent1">
                      <a:lumMod val="60000"/>
                      <a:lumOff val="40000"/>
                    </a:schemeClr>
                  </a:gs>
                  <a:gs pos="50000">
                    <a:schemeClr val="accent1">
                      <a:lumMod val="75000"/>
                    </a:schemeClr>
                  </a:gs>
                  <a:gs pos="100000">
                    <a:schemeClr val="accent1">
                      <a:lumMod val="50000"/>
                    </a:schemeClr>
                  </a:gs>
                </a:gsLst>
                <a:lin ang="0" scaled="1"/>
              </a:gra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85" name="任意多边形: 形状 84">
                <a:extLst>
                  <a:ext uri="{FF2B5EF4-FFF2-40B4-BE49-F238E27FC236}">
                    <a16:creationId xmlns:a16="http://schemas.microsoft.com/office/drawing/2014/main" id="{1462273A-2A03-6310-39F2-05982840163E}"/>
                  </a:ext>
                </a:extLst>
              </p:cNvPr>
              <p:cNvSpPr/>
              <p:nvPr/>
            </p:nvSpPr>
            <p:spPr>
              <a:xfrm>
                <a:off x="6701254" y="2709786"/>
                <a:ext cx="133953" cy="97381"/>
              </a:xfrm>
              <a:custGeom>
                <a:avLst/>
                <a:gdLst>
                  <a:gd name="connsiteX0" fmla="*/ 102332 w 137437"/>
                  <a:gd name="connsiteY0" fmla="*/ 99725 h 99914"/>
                  <a:gd name="connsiteX1" fmla="*/ 8796 w 137437"/>
                  <a:gd name="connsiteY1" fmla="*/ 54196 h 99914"/>
                  <a:gd name="connsiteX2" fmla="*/ 35085 w 137437"/>
                  <a:gd name="connsiteY2" fmla="*/ 189 h 99914"/>
                  <a:gd name="connsiteX3" fmla="*/ 128621 w 137437"/>
                  <a:gd name="connsiteY3" fmla="*/ 45719 h 99914"/>
                  <a:gd name="connsiteX4" fmla="*/ 102332 w 137437"/>
                  <a:gd name="connsiteY4" fmla="*/ 99725 h 99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437" h="99914">
                    <a:moveTo>
                      <a:pt x="102332" y="99725"/>
                    </a:moveTo>
                    <a:cubicBezTo>
                      <a:pt x="69280" y="102107"/>
                      <a:pt x="27370" y="81723"/>
                      <a:pt x="8796" y="54196"/>
                    </a:cubicBezTo>
                    <a:cubicBezTo>
                      <a:pt x="-9777" y="26764"/>
                      <a:pt x="2034" y="2570"/>
                      <a:pt x="35085" y="189"/>
                    </a:cubicBezTo>
                    <a:cubicBezTo>
                      <a:pt x="68137" y="-2192"/>
                      <a:pt x="110047" y="18191"/>
                      <a:pt x="128621" y="45719"/>
                    </a:cubicBezTo>
                    <a:cubicBezTo>
                      <a:pt x="147195" y="73151"/>
                      <a:pt x="135479" y="97344"/>
                      <a:pt x="102332" y="99725"/>
                    </a:cubicBezTo>
                    <a:close/>
                  </a:path>
                </a:pathLst>
              </a:custGeom>
              <a:solidFill>
                <a:srgbClr val="D4EC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74" name="任意多边形: 形状 73">
                <a:extLst>
                  <a:ext uri="{FF2B5EF4-FFF2-40B4-BE49-F238E27FC236}">
                    <a16:creationId xmlns:a16="http://schemas.microsoft.com/office/drawing/2014/main" id="{7EB4F688-EC4D-07DA-0AF8-5AB6B70C1D5A}"/>
                  </a:ext>
                </a:extLst>
              </p:cNvPr>
              <p:cNvSpPr/>
              <p:nvPr/>
            </p:nvSpPr>
            <p:spPr>
              <a:xfrm>
                <a:off x="6711837" y="2688062"/>
                <a:ext cx="133933" cy="97381"/>
              </a:xfrm>
              <a:custGeom>
                <a:avLst/>
                <a:gdLst>
                  <a:gd name="connsiteX0" fmla="*/ 102332 w 137417"/>
                  <a:gd name="connsiteY0" fmla="*/ 99725 h 99914"/>
                  <a:gd name="connsiteX1" fmla="*/ 8796 w 137417"/>
                  <a:gd name="connsiteY1" fmla="*/ 54196 h 99914"/>
                  <a:gd name="connsiteX2" fmla="*/ 35085 w 137417"/>
                  <a:gd name="connsiteY2" fmla="*/ 189 h 99914"/>
                  <a:gd name="connsiteX3" fmla="*/ 128621 w 137417"/>
                  <a:gd name="connsiteY3" fmla="*/ 45719 h 99914"/>
                  <a:gd name="connsiteX4" fmla="*/ 102332 w 137417"/>
                  <a:gd name="connsiteY4" fmla="*/ 99725 h 99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417" h="99914">
                    <a:moveTo>
                      <a:pt x="102332" y="99725"/>
                    </a:moveTo>
                    <a:cubicBezTo>
                      <a:pt x="69280" y="102107"/>
                      <a:pt x="27370" y="81723"/>
                      <a:pt x="8796" y="54196"/>
                    </a:cubicBezTo>
                    <a:cubicBezTo>
                      <a:pt x="-9777" y="26764"/>
                      <a:pt x="2034" y="2570"/>
                      <a:pt x="35085" y="189"/>
                    </a:cubicBezTo>
                    <a:cubicBezTo>
                      <a:pt x="68137" y="-2192"/>
                      <a:pt x="110047" y="18191"/>
                      <a:pt x="128621" y="45719"/>
                    </a:cubicBezTo>
                    <a:cubicBezTo>
                      <a:pt x="147194" y="73246"/>
                      <a:pt x="135384" y="97344"/>
                      <a:pt x="102332" y="99725"/>
                    </a:cubicBezTo>
                    <a:close/>
                  </a:path>
                </a:pathLst>
              </a:custGeom>
              <a:solidFill>
                <a:srgbClr val="D4EC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79" name="任意多边形: 形状 78">
                <a:extLst>
                  <a:ext uri="{FF2B5EF4-FFF2-40B4-BE49-F238E27FC236}">
                    <a16:creationId xmlns:a16="http://schemas.microsoft.com/office/drawing/2014/main" id="{F0CC2C59-DCB6-D577-C3A3-51375EC16808}"/>
                  </a:ext>
                </a:extLst>
              </p:cNvPr>
              <p:cNvSpPr/>
              <p:nvPr/>
            </p:nvSpPr>
            <p:spPr>
              <a:xfrm>
                <a:off x="6699398" y="2713592"/>
                <a:ext cx="133953" cy="97381"/>
              </a:xfrm>
              <a:custGeom>
                <a:avLst/>
                <a:gdLst>
                  <a:gd name="connsiteX0" fmla="*/ 102332 w 137437"/>
                  <a:gd name="connsiteY0" fmla="*/ 99725 h 99914"/>
                  <a:gd name="connsiteX1" fmla="*/ 8796 w 137437"/>
                  <a:gd name="connsiteY1" fmla="*/ 54196 h 99914"/>
                  <a:gd name="connsiteX2" fmla="*/ 35085 w 137437"/>
                  <a:gd name="connsiteY2" fmla="*/ 189 h 99914"/>
                  <a:gd name="connsiteX3" fmla="*/ 128621 w 137437"/>
                  <a:gd name="connsiteY3" fmla="*/ 45719 h 99914"/>
                  <a:gd name="connsiteX4" fmla="*/ 102332 w 137437"/>
                  <a:gd name="connsiteY4" fmla="*/ 99725 h 99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437" h="99914">
                    <a:moveTo>
                      <a:pt x="102332" y="99725"/>
                    </a:moveTo>
                    <a:cubicBezTo>
                      <a:pt x="69280" y="102107"/>
                      <a:pt x="27370" y="81723"/>
                      <a:pt x="8796" y="54196"/>
                    </a:cubicBezTo>
                    <a:cubicBezTo>
                      <a:pt x="-9777" y="26764"/>
                      <a:pt x="2034" y="2570"/>
                      <a:pt x="35085" y="189"/>
                    </a:cubicBezTo>
                    <a:cubicBezTo>
                      <a:pt x="68137" y="-2192"/>
                      <a:pt x="110047" y="18191"/>
                      <a:pt x="128621" y="45719"/>
                    </a:cubicBezTo>
                    <a:cubicBezTo>
                      <a:pt x="147194" y="73246"/>
                      <a:pt x="135479" y="97344"/>
                      <a:pt x="102332" y="99725"/>
                    </a:cubicBezTo>
                    <a:close/>
                  </a:path>
                </a:pathLst>
              </a:custGeom>
              <a:solidFill>
                <a:schemeClr val="accent1">
                  <a:lumMod val="75000"/>
                </a:schemeClr>
              </a:solidFill>
              <a:ln w="9525" cap="flat">
                <a:noFill/>
                <a:prstDash val="solid"/>
                <a:miter/>
              </a:ln>
            </p:spPr>
            <p:txBody>
              <a:bodyPr rtlCol="0" anchor="ctr"/>
              <a:lstStyle/>
              <a:p>
                <a:pPr>
                  <a:lnSpc>
                    <a:spcPct val="120000"/>
                  </a:lnSpc>
                </a:pPr>
                <a:endParaRPr lang="zh-CN" altLang="en-US" sz="2000" dirty="0">
                  <a:cs typeface="+mn-ea"/>
                  <a:sym typeface="+mn-lt"/>
                </a:endParaRPr>
              </a:p>
            </p:txBody>
          </p:sp>
          <p:sp>
            <p:nvSpPr>
              <p:cNvPr id="80" name="任意多边形: 形状 79">
                <a:extLst>
                  <a:ext uri="{FF2B5EF4-FFF2-40B4-BE49-F238E27FC236}">
                    <a16:creationId xmlns:a16="http://schemas.microsoft.com/office/drawing/2014/main" id="{22DB318C-B67D-3BF1-32AC-13A2707F2EE2}"/>
                  </a:ext>
                </a:extLst>
              </p:cNvPr>
              <p:cNvSpPr/>
              <p:nvPr/>
            </p:nvSpPr>
            <p:spPr>
              <a:xfrm>
                <a:off x="6693660" y="2736800"/>
                <a:ext cx="133325" cy="85671"/>
              </a:xfrm>
              <a:custGeom>
                <a:avLst/>
                <a:gdLst>
                  <a:gd name="connsiteX0" fmla="*/ 108218 w 136793"/>
                  <a:gd name="connsiteY0" fmla="*/ 75914 h 87900"/>
                  <a:gd name="connsiteX1" fmla="*/ 14683 w 136793"/>
                  <a:gd name="connsiteY1" fmla="*/ 30385 h 87900"/>
                  <a:gd name="connsiteX2" fmla="*/ 6491 w 136793"/>
                  <a:gd name="connsiteY2" fmla="*/ 0 h 87900"/>
                  <a:gd name="connsiteX3" fmla="*/ 8777 w 136793"/>
                  <a:gd name="connsiteY3" fmla="*/ 42196 h 87900"/>
                  <a:gd name="connsiteX4" fmla="*/ 102313 w 136793"/>
                  <a:gd name="connsiteY4" fmla="*/ 87725 h 87900"/>
                  <a:gd name="connsiteX5" fmla="*/ 136793 w 136793"/>
                  <a:gd name="connsiteY5" fmla="*/ 64103 h 87900"/>
                  <a:gd name="connsiteX6" fmla="*/ 108218 w 136793"/>
                  <a:gd name="connsiteY6" fmla="*/ 75914 h 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93" h="87900">
                    <a:moveTo>
                      <a:pt x="108218" y="75914"/>
                    </a:moveTo>
                    <a:cubicBezTo>
                      <a:pt x="75167" y="78296"/>
                      <a:pt x="33257" y="57912"/>
                      <a:pt x="14683" y="30385"/>
                    </a:cubicBezTo>
                    <a:cubicBezTo>
                      <a:pt x="7158" y="19336"/>
                      <a:pt x="4682" y="8858"/>
                      <a:pt x="6491" y="0"/>
                    </a:cubicBezTo>
                    <a:cubicBezTo>
                      <a:pt x="-2557" y="10097"/>
                      <a:pt x="-2462" y="25527"/>
                      <a:pt x="8777" y="42196"/>
                    </a:cubicBezTo>
                    <a:cubicBezTo>
                      <a:pt x="27351" y="69628"/>
                      <a:pt x="69166" y="90011"/>
                      <a:pt x="102313" y="87725"/>
                    </a:cubicBezTo>
                    <a:cubicBezTo>
                      <a:pt x="122030" y="86297"/>
                      <a:pt x="134126" y="77153"/>
                      <a:pt x="136793" y="64103"/>
                    </a:cubicBezTo>
                    <a:cubicBezTo>
                      <a:pt x="130983" y="70676"/>
                      <a:pt x="121268" y="74962"/>
                      <a:pt x="108218" y="75914"/>
                    </a:cubicBez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81" name="任意多边形: 形状 80">
                <a:extLst>
                  <a:ext uri="{FF2B5EF4-FFF2-40B4-BE49-F238E27FC236}">
                    <a16:creationId xmlns:a16="http://schemas.microsoft.com/office/drawing/2014/main" id="{57740592-6EA8-7616-A24A-4062B5D19970}"/>
                  </a:ext>
                </a:extLst>
              </p:cNvPr>
              <p:cNvSpPr/>
              <p:nvPr/>
            </p:nvSpPr>
            <p:spPr>
              <a:xfrm rot="17757465">
                <a:off x="6757477" y="2676517"/>
                <a:ext cx="31748" cy="143334"/>
              </a:xfrm>
              <a:custGeom>
                <a:avLst/>
                <a:gdLst>
                  <a:gd name="connsiteX0" fmla="*/ 0 w 32574"/>
                  <a:gd name="connsiteY0" fmla="*/ 0 h 147063"/>
                  <a:gd name="connsiteX1" fmla="*/ 32575 w 32574"/>
                  <a:gd name="connsiteY1" fmla="*/ 0 h 147063"/>
                  <a:gd name="connsiteX2" fmla="*/ 32575 w 32574"/>
                  <a:gd name="connsiteY2" fmla="*/ 147063 h 147063"/>
                  <a:gd name="connsiteX3" fmla="*/ 0 w 32574"/>
                  <a:gd name="connsiteY3" fmla="*/ 147063 h 147063"/>
                </a:gdLst>
                <a:ahLst/>
                <a:cxnLst>
                  <a:cxn ang="0">
                    <a:pos x="connsiteX0" y="connsiteY0"/>
                  </a:cxn>
                  <a:cxn ang="0">
                    <a:pos x="connsiteX1" y="connsiteY1"/>
                  </a:cxn>
                  <a:cxn ang="0">
                    <a:pos x="connsiteX2" y="connsiteY2"/>
                  </a:cxn>
                  <a:cxn ang="0">
                    <a:pos x="connsiteX3" y="connsiteY3"/>
                  </a:cxn>
                </a:cxnLst>
                <a:rect l="l" t="t" r="r" b="b"/>
                <a:pathLst>
                  <a:path w="32574" h="147063">
                    <a:moveTo>
                      <a:pt x="0" y="0"/>
                    </a:moveTo>
                    <a:lnTo>
                      <a:pt x="32575" y="0"/>
                    </a:lnTo>
                    <a:lnTo>
                      <a:pt x="32575" y="147063"/>
                    </a:lnTo>
                    <a:lnTo>
                      <a:pt x="0" y="147063"/>
                    </a:lnTo>
                    <a:close/>
                  </a:path>
                </a:pathLst>
              </a:custGeom>
              <a:solidFill>
                <a:schemeClr val="accent1">
                  <a:lumMod val="75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82" name="任意多边形: 形状 81">
                <a:extLst>
                  <a:ext uri="{FF2B5EF4-FFF2-40B4-BE49-F238E27FC236}">
                    <a16:creationId xmlns:a16="http://schemas.microsoft.com/office/drawing/2014/main" id="{E9B774F6-9517-FC4D-5B0E-D3D317FA34BB}"/>
                  </a:ext>
                </a:extLst>
              </p:cNvPr>
              <p:cNvSpPr/>
              <p:nvPr/>
            </p:nvSpPr>
            <p:spPr>
              <a:xfrm>
                <a:off x="6713378" y="2202069"/>
                <a:ext cx="374937" cy="580390"/>
              </a:xfrm>
              <a:custGeom>
                <a:avLst/>
                <a:gdLst>
                  <a:gd name="connsiteX0" fmla="*/ 384691 w 384690"/>
                  <a:gd name="connsiteY0" fmla="*/ 64389 h 595487"/>
                  <a:gd name="connsiteX1" fmla="*/ 252484 w 384690"/>
                  <a:gd name="connsiteY1" fmla="*/ 0 h 595487"/>
                  <a:gd name="connsiteX2" fmla="*/ 2548 w 384690"/>
                  <a:gd name="connsiteY2" fmla="*/ 513397 h 595487"/>
                  <a:gd name="connsiteX3" fmla="*/ 2548 w 384690"/>
                  <a:gd name="connsiteY3" fmla="*/ 513397 h 595487"/>
                  <a:gd name="connsiteX4" fmla="*/ 1024 w 384690"/>
                  <a:gd name="connsiteY4" fmla="*/ 516446 h 595487"/>
                  <a:gd name="connsiteX5" fmla="*/ 1310 w 384690"/>
                  <a:gd name="connsiteY5" fmla="*/ 516541 h 595487"/>
                  <a:gd name="connsiteX6" fmla="*/ 8739 w 384690"/>
                  <a:gd name="connsiteY6" fmla="*/ 549783 h 595487"/>
                  <a:gd name="connsiteX7" fmla="*/ 102275 w 384690"/>
                  <a:gd name="connsiteY7" fmla="*/ 595313 h 595487"/>
                  <a:gd name="connsiteX8" fmla="*/ 133041 w 384690"/>
                  <a:gd name="connsiteY8" fmla="*/ 580739 h 595487"/>
                  <a:gd name="connsiteX9" fmla="*/ 133326 w 384690"/>
                  <a:gd name="connsiteY9" fmla="*/ 580834 h 595487"/>
                  <a:gd name="connsiteX10" fmla="*/ 384691 w 384690"/>
                  <a:gd name="connsiteY10" fmla="*/ 64389 h 59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4690" h="595487">
                    <a:moveTo>
                      <a:pt x="384691" y="64389"/>
                    </a:moveTo>
                    <a:lnTo>
                      <a:pt x="252484" y="0"/>
                    </a:lnTo>
                    <a:lnTo>
                      <a:pt x="2548" y="513397"/>
                    </a:lnTo>
                    <a:lnTo>
                      <a:pt x="2548" y="513397"/>
                    </a:lnTo>
                    <a:lnTo>
                      <a:pt x="1024" y="516446"/>
                    </a:lnTo>
                    <a:lnTo>
                      <a:pt x="1310" y="516541"/>
                    </a:lnTo>
                    <a:cubicBezTo>
                      <a:pt x="-1738" y="525875"/>
                      <a:pt x="452" y="537496"/>
                      <a:pt x="8739" y="549783"/>
                    </a:cubicBezTo>
                    <a:cubicBezTo>
                      <a:pt x="27313" y="577215"/>
                      <a:pt x="69128" y="597599"/>
                      <a:pt x="102275" y="595313"/>
                    </a:cubicBezTo>
                    <a:cubicBezTo>
                      <a:pt x="117038" y="594265"/>
                      <a:pt x="127611" y="588835"/>
                      <a:pt x="133041" y="580739"/>
                    </a:cubicBezTo>
                    <a:lnTo>
                      <a:pt x="133326" y="580834"/>
                    </a:lnTo>
                    <a:lnTo>
                      <a:pt x="384691" y="64389"/>
                    </a:lnTo>
                    <a:close/>
                  </a:path>
                </a:pathLst>
              </a:custGeom>
              <a:gradFill>
                <a:gsLst>
                  <a:gs pos="0">
                    <a:schemeClr val="accent1">
                      <a:lumMod val="10000"/>
                      <a:lumOff val="90000"/>
                    </a:schemeClr>
                  </a:gs>
                  <a:gs pos="50000">
                    <a:schemeClr val="accent1">
                      <a:lumMod val="40000"/>
                      <a:lumOff val="60000"/>
                    </a:schemeClr>
                  </a:gs>
                  <a:gs pos="100000">
                    <a:schemeClr val="accent1">
                      <a:lumMod val="60000"/>
                      <a:lumOff val="40000"/>
                    </a:schemeClr>
                  </a:gs>
                </a:gsLst>
                <a:lin ang="20448464" scaled="1"/>
              </a:gra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77" name="任意多边形: 形状 76">
                <a:extLst>
                  <a:ext uri="{FF2B5EF4-FFF2-40B4-BE49-F238E27FC236}">
                    <a16:creationId xmlns:a16="http://schemas.microsoft.com/office/drawing/2014/main" id="{7492EE2C-434E-02F6-4A13-C60B736AE074}"/>
                  </a:ext>
                </a:extLst>
              </p:cNvPr>
              <p:cNvSpPr/>
              <p:nvPr/>
            </p:nvSpPr>
            <p:spPr>
              <a:xfrm>
                <a:off x="6732572" y="2231360"/>
                <a:ext cx="231530" cy="433863"/>
              </a:xfrm>
              <a:custGeom>
                <a:avLst/>
                <a:gdLst>
                  <a:gd name="connsiteX0" fmla="*/ 135922 w 237553"/>
                  <a:gd name="connsiteY0" fmla="*/ 148637 h 445149"/>
                  <a:gd name="connsiteX1" fmla="*/ 125825 w 237553"/>
                  <a:gd name="connsiteY1" fmla="*/ 133682 h 445149"/>
                  <a:gd name="connsiteX2" fmla="*/ 126778 w 237553"/>
                  <a:gd name="connsiteY2" fmla="*/ 99869 h 445149"/>
                  <a:gd name="connsiteX3" fmla="*/ 154115 w 237553"/>
                  <a:gd name="connsiteY3" fmla="*/ 43576 h 445149"/>
                  <a:gd name="connsiteX4" fmla="*/ 184880 w 237553"/>
                  <a:gd name="connsiteY4" fmla="*/ 22811 h 445149"/>
                  <a:gd name="connsiteX5" fmla="*/ 211836 w 237553"/>
                  <a:gd name="connsiteY5" fmla="*/ 20906 h 445149"/>
                  <a:gd name="connsiteX6" fmla="*/ 224885 w 237553"/>
                  <a:gd name="connsiteY6" fmla="*/ 14429 h 445149"/>
                  <a:gd name="connsiteX7" fmla="*/ 237553 w 237553"/>
                  <a:gd name="connsiteY7" fmla="*/ 15477 h 445149"/>
                  <a:gd name="connsiteX8" fmla="*/ 228791 w 237553"/>
                  <a:gd name="connsiteY8" fmla="*/ 2714 h 445149"/>
                  <a:gd name="connsiteX9" fmla="*/ 228791 w 237553"/>
                  <a:gd name="connsiteY9" fmla="*/ 2714 h 445149"/>
                  <a:gd name="connsiteX10" fmla="*/ 222028 w 237553"/>
                  <a:gd name="connsiteY10" fmla="*/ 47 h 445149"/>
                  <a:gd name="connsiteX11" fmla="*/ 195072 w 237553"/>
                  <a:gd name="connsiteY11" fmla="*/ 1952 h 445149"/>
                  <a:gd name="connsiteX12" fmla="*/ 130969 w 237553"/>
                  <a:gd name="connsiteY12" fmla="*/ 45290 h 445149"/>
                  <a:gd name="connsiteX13" fmla="*/ 103632 w 237553"/>
                  <a:gd name="connsiteY13" fmla="*/ 101583 h 445149"/>
                  <a:gd name="connsiteX14" fmla="*/ 102299 w 237553"/>
                  <a:gd name="connsiteY14" fmla="*/ 149684 h 445149"/>
                  <a:gd name="connsiteX15" fmla="*/ 112395 w 237553"/>
                  <a:gd name="connsiteY15" fmla="*/ 164639 h 445149"/>
                  <a:gd name="connsiteX16" fmla="*/ 111443 w 237553"/>
                  <a:gd name="connsiteY16" fmla="*/ 198452 h 445149"/>
                  <a:gd name="connsiteX17" fmla="*/ 1048 w 237553"/>
                  <a:gd name="connsiteY17" fmla="*/ 425147 h 445149"/>
                  <a:gd name="connsiteX18" fmla="*/ 952 w 237553"/>
                  <a:gd name="connsiteY18" fmla="*/ 432386 h 445149"/>
                  <a:gd name="connsiteX19" fmla="*/ 952 w 237553"/>
                  <a:gd name="connsiteY19" fmla="*/ 432386 h 445149"/>
                  <a:gd name="connsiteX20" fmla="*/ 9620 w 237553"/>
                  <a:gd name="connsiteY20" fmla="*/ 445150 h 445149"/>
                  <a:gd name="connsiteX21" fmla="*/ 13144 w 237553"/>
                  <a:gd name="connsiteY21" fmla="*/ 433339 h 445149"/>
                  <a:gd name="connsiteX22" fmla="*/ 24289 w 237553"/>
                  <a:gd name="connsiteY22" fmla="*/ 423528 h 445149"/>
                  <a:gd name="connsiteX23" fmla="*/ 134684 w 237553"/>
                  <a:gd name="connsiteY23" fmla="*/ 196833 h 445149"/>
                  <a:gd name="connsiteX24" fmla="*/ 135922 w 237553"/>
                  <a:gd name="connsiteY24" fmla="*/ 148637 h 445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7553" h="445149">
                    <a:moveTo>
                      <a:pt x="135922" y="148637"/>
                    </a:moveTo>
                    <a:lnTo>
                      <a:pt x="125825" y="133682"/>
                    </a:lnTo>
                    <a:cubicBezTo>
                      <a:pt x="120015" y="125110"/>
                      <a:pt x="120396" y="113013"/>
                      <a:pt x="126778" y="99869"/>
                    </a:cubicBezTo>
                    <a:lnTo>
                      <a:pt x="154115" y="43576"/>
                    </a:lnTo>
                    <a:cubicBezTo>
                      <a:pt x="159258" y="33003"/>
                      <a:pt x="173069" y="23669"/>
                      <a:pt x="184880" y="22811"/>
                    </a:cubicBezTo>
                    <a:lnTo>
                      <a:pt x="211836" y="20906"/>
                    </a:lnTo>
                    <a:cubicBezTo>
                      <a:pt x="216313" y="20621"/>
                      <a:pt x="221361" y="17954"/>
                      <a:pt x="224885" y="14429"/>
                    </a:cubicBezTo>
                    <a:lnTo>
                      <a:pt x="237553" y="15477"/>
                    </a:lnTo>
                    <a:lnTo>
                      <a:pt x="228791" y="2714"/>
                    </a:lnTo>
                    <a:lnTo>
                      <a:pt x="228791" y="2714"/>
                    </a:lnTo>
                    <a:cubicBezTo>
                      <a:pt x="227648" y="809"/>
                      <a:pt x="225266" y="-239"/>
                      <a:pt x="222028" y="47"/>
                    </a:cubicBezTo>
                    <a:lnTo>
                      <a:pt x="195072" y="1952"/>
                    </a:lnTo>
                    <a:cubicBezTo>
                      <a:pt x="170498" y="3666"/>
                      <a:pt x="141732" y="23097"/>
                      <a:pt x="130969" y="45290"/>
                    </a:cubicBezTo>
                    <a:lnTo>
                      <a:pt x="103632" y="101583"/>
                    </a:lnTo>
                    <a:cubicBezTo>
                      <a:pt x="94488" y="120347"/>
                      <a:pt x="94012" y="137492"/>
                      <a:pt x="102299" y="149684"/>
                    </a:cubicBezTo>
                    <a:lnTo>
                      <a:pt x="112395" y="164639"/>
                    </a:lnTo>
                    <a:cubicBezTo>
                      <a:pt x="118205" y="173211"/>
                      <a:pt x="117919" y="185308"/>
                      <a:pt x="111443" y="198452"/>
                    </a:cubicBezTo>
                    <a:lnTo>
                      <a:pt x="1048" y="425147"/>
                    </a:lnTo>
                    <a:cubicBezTo>
                      <a:pt x="-381" y="428100"/>
                      <a:pt x="-286" y="430577"/>
                      <a:pt x="952" y="432386"/>
                    </a:cubicBezTo>
                    <a:lnTo>
                      <a:pt x="952" y="432386"/>
                    </a:lnTo>
                    <a:lnTo>
                      <a:pt x="9620" y="445150"/>
                    </a:lnTo>
                    <a:lnTo>
                      <a:pt x="13144" y="433339"/>
                    </a:lnTo>
                    <a:cubicBezTo>
                      <a:pt x="17812" y="431339"/>
                      <a:pt x="22289" y="427624"/>
                      <a:pt x="24289" y="423528"/>
                    </a:cubicBezTo>
                    <a:lnTo>
                      <a:pt x="134684" y="196833"/>
                    </a:lnTo>
                    <a:cubicBezTo>
                      <a:pt x="143732" y="177974"/>
                      <a:pt x="144209" y="160924"/>
                      <a:pt x="135922" y="148637"/>
                    </a:cubicBezTo>
                    <a:close/>
                  </a:path>
                </a:pathLst>
              </a:custGeom>
              <a:solidFill>
                <a:schemeClr val="accent1">
                  <a:lumMod val="60000"/>
                  <a:lumOff val="4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78" name="任意多边形: 形状 77">
                <a:extLst>
                  <a:ext uri="{FF2B5EF4-FFF2-40B4-BE49-F238E27FC236}">
                    <a16:creationId xmlns:a16="http://schemas.microsoft.com/office/drawing/2014/main" id="{9FDDBF96-8A9E-D38F-D5BB-C3363C271DC8}"/>
                  </a:ext>
                </a:extLst>
              </p:cNvPr>
              <p:cNvSpPr/>
              <p:nvPr/>
            </p:nvSpPr>
            <p:spPr>
              <a:xfrm>
                <a:off x="6741109" y="2243995"/>
                <a:ext cx="223740" cy="423676"/>
              </a:xfrm>
              <a:custGeom>
                <a:avLst/>
                <a:gdLst>
                  <a:gd name="connsiteX0" fmla="*/ 125829 w 229560"/>
                  <a:gd name="connsiteY0" fmla="*/ 133672 h 434697"/>
                  <a:gd name="connsiteX1" fmla="*/ 126782 w 229560"/>
                  <a:gd name="connsiteY1" fmla="*/ 99858 h 434697"/>
                  <a:gd name="connsiteX2" fmla="*/ 154118 w 229560"/>
                  <a:gd name="connsiteY2" fmla="*/ 43565 h 434697"/>
                  <a:gd name="connsiteX3" fmla="*/ 184884 w 229560"/>
                  <a:gd name="connsiteY3" fmla="*/ 22801 h 434697"/>
                  <a:gd name="connsiteX4" fmla="*/ 211840 w 229560"/>
                  <a:gd name="connsiteY4" fmla="*/ 20896 h 434697"/>
                  <a:gd name="connsiteX5" fmla="*/ 228509 w 229560"/>
                  <a:gd name="connsiteY5" fmla="*/ 9656 h 434697"/>
                  <a:gd name="connsiteX6" fmla="*/ 222032 w 229560"/>
                  <a:gd name="connsiteY6" fmla="*/ 36 h 434697"/>
                  <a:gd name="connsiteX7" fmla="*/ 195076 w 229560"/>
                  <a:gd name="connsiteY7" fmla="*/ 1941 h 434697"/>
                  <a:gd name="connsiteX8" fmla="*/ 130973 w 229560"/>
                  <a:gd name="connsiteY8" fmla="*/ 45280 h 434697"/>
                  <a:gd name="connsiteX9" fmla="*/ 103636 w 229560"/>
                  <a:gd name="connsiteY9" fmla="*/ 101477 h 434697"/>
                  <a:gd name="connsiteX10" fmla="*/ 102302 w 229560"/>
                  <a:gd name="connsiteY10" fmla="*/ 149579 h 434697"/>
                  <a:gd name="connsiteX11" fmla="*/ 112399 w 229560"/>
                  <a:gd name="connsiteY11" fmla="*/ 164533 h 434697"/>
                  <a:gd name="connsiteX12" fmla="*/ 111447 w 229560"/>
                  <a:gd name="connsiteY12" fmla="*/ 198347 h 434697"/>
                  <a:gd name="connsiteX13" fmla="*/ 1052 w 229560"/>
                  <a:gd name="connsiteY13" fmla="*/ 425042 h 434697"/>
                  <a:gd name="connsiteX14" fmla="*/ 7529 w 229560"/>
                  <a:gd name="connsiteY14" fmla="*/ 434662 h 434697"/>
                  <a:gd name="connsiteX15" fmla="*/ 24198 w 229560"/>
                  <a:gd name="connsiteY15" fmla="*/ 423422 h 434697"/>
                  <a:gd name="connsiteX16" fmla="*/ 134592 w 229560"/>
                  <a:gd name="connsiteY16" fmla="*/ 196727 h 434697"/>
                  <a:gd name="connsiteX17" fmla="*/ 135926 w 229560"/>
                  <a:gd name="connsiteY17" fmla="*/ 148626 h 434697"/>
                  <a:gd name="connsiteX18" fmla="*/ 125829 w 229560"/>
                  <a:gd name="connsiteY18" fmla="*/ 133672 h 43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9560" h="434697">
                    <a:moveTo>
                      <a:pt x="125829" y="133672"/>
                    </a:moveTo>
                    <a:cubicBezTo>
                      <a:pt x="120019" y="125099"/>
                      <a:pt x="120400" y="113003"/>
                      <a:pt x="126782" y="99858"/>
                    </a:cubicBezTo>
                    <a:lnTo>
                      <a:pt x="154118" y="43565"/>
                    </a:lnTo>
                    <a:cubicBezTo>
                      <a:pt x="159262" y="32993"/>
                      <a:pt x="173073" y="23658"/>
                      <a:pt x="184884" y="22801"/>
                    </a:cubicBezTo>
                    <a:lnTo>
                      <a:pt x="211840" y="20896"/>
                    </a:lnTo>
                    <a:cubicBezTo>
                      <a:pt x="218222" y="20420"/>
                      <a:pt x="225747" y="15371"/>
                      <a:pt x="228509" y="9656"/>
                    </a:cubicBezTo>
                    <a:cubicBezTo>
                      <a:pt x="231271" y="3846"/>
                      <a:pt x="228414" y="-440"/>
                      <a:pt x="222032" y="36"/>
                    </a:cubicBezTo>
                    <a:lnTo>
                      <a:pt x="195076" y="1941"/>
                    </a:lnTo>
                    <a:cubicBezTo>
                      <a:pt x="170501" y="3656"/>
                      <a:pt x="141736" y="23087"/>
                      <a:pt x="130973" y="45280"/>
                    </a:cubicBezTo>
                    <a:lnTo>
                      <a:pt x="103636" y="101477"/>
                    </a:lnTo>
                    <a:cubicBezTo>
                      <a:pt x="94492" y="120242"/>
                      <a:pt x="94016" y="137387"/>
                      <a:pt x="102302" y="149579"/>
                    </a:cubicBezTo>
                    <a:lnTo>
                      <a:pt x="112399" y="164533"/>
                    </a:lnTo>
                    <a:cubicBezTo>
                      <a:pt x="118209" y="173105"/>
                      <a:pt x="117924" y="185202"/>
                      <a:pt x="111447" y="198347"/>
                    </a:cubicBezTo>
                    <a:lnTo>
                      <a:pt x="1052" y="425042"/>
                    </a:lnTo>
                    <a:cubicBezTo>
                      <a:pt x="-1710" y="430852"/>
                      <a:pt x="1147" y="435138"/>
                      <a:pt x="7529" y="434662"/>
                    </a:cubicBezTo>
                    <a:cubicBezTo>
                      <a:pt x="13910" y="434186"/>
                      <a:pt x="21435" y="429137"/>
                      <a:pt x="24198" y="423422"/>
                    </a:cubicBezTo>
                    <a:lnTo>
                      <a:pt x="134592" y="196727"/>
                    </a:lnTo>
                    <a:cubicBezTo>
                      <a:pt x="143736" y="177963"/>
                      <a:pt x="144212" y="160818"/>
                      <a:pt x="135926" y="148626"/>
                    </a:cubicBezTo>
                    <a:lnTo>
                      <a:pt x="125829" y="133672"/>
                    </a:lnTo>
                    <a:close/>
                  </a:path>
                </a:pathLst>
              </a:custGeom>
              <a:solidFill>
                <a:schemeClr val="accent1">
                  <a:lumMod val="60000"/>
                  <a:lumOff val="4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67" name="任意多边形: 形状 66">
                <a:extLst>
                  <a:ext uri="{FF2B5EF4-FFF2-40B4-BE49-F238E27FC236}">
                    <a16:creationId xmlns:a16="http://schemas.microsoft.com/office/drawing/2014/main" id="{4D2113DF-F7E1-BD92-D9C6-FEF1EF323B5A}"/>
                  </a:ext>
                </a:extLst>
              </p:cNvPr>
              <p:cNvSpPr/>
              <p:nvPr/>
            </p:nvSpPr>
            <p:spPr>
              <a:xfrm>
                <a:off x="6956922" y="2184710"/>
                <a:ext cx="133891" cy="97381"/>
              </a:xfrm>
              <a:custGeom>
                <a:avLst/>
                <a:gdLst>
                  <a:gd name="connsiteX0" fmla="*/ 102332 w 137374"/>
                  <a:gd name="connsiteY0" fmla="*/ 99725 h 99914"/>
                  <a:gd name="connsiteX1" fmla="*/ 8796 w 137374"/>
                  <a:gd name="connsiteY1" fmla="*/ 54196 h 99914"/>
                  <a:gd name="connsiteX2" fmla="*/ 35085 w 137374"/>
                  <a:gd name="connsiteY2" fmla="*/ 189 h 99914"/>
                  <a:gd name="connsiteX3" fmla="*/ 128621 w 137374"/>
                  <a:gd name="connsiteY3" fmla="*/ 45719 h 99914"/>
                  <a:gd name="connsiteX4" fmla="*/ 102332 w 137374"/>
                  <a:gd name="connsiteY4" fmla="*/ 99725 h 99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374" h="99914">
                    <a:moveTo>
                      <a:pt x="102332" y="99725"/>
                    </a:moveTo>
                    <a:cubicBezTo>
                      <a:pt x="69280" y="102107"/>
                      <a:pt x="27370" y="81723"/>
                      <a:pt x="8796" y="54196"/>
                    </a:cubicBezTo>
                    <a:cubicBezTo>
                      <a:pt x="-9777" y="26764"/>
                      <a:pt x="2033" y="2570"/>
                      <a:pt x="35085" y="189"/>
                    </a:cubicBezTo>
                    <a:cubicBezTo>
                      <a:pt x="68137" y="-2192"/>
                      <a:pt x="110047" y="18191"/>
                      <a:pt x="128621" y="45719"/>
                    </a:cubicBezTo>
                    <a:cubicBezTo>
                      <a:pt x="147099" y="73246"/>
                      <a:pt x="135383" y="97439"/>
                      <a:pt x="102332" y="99725"/>
                    </a:cubicBezTo>
                    <a:close/>
                  </a:path>
                </a:pathLst>
              </a:custGeom>
              <a:solidFill>
                <a:srgbClr val="D4EC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68" name="任意多边形: 形状 67">
                <a:extLst>
                  <a:ext uri="{FF2B5EF4-FFF2-40B4-BE49-F238E27FC236}">
                    <a16:creationId xmlns:a16="http://schemas.microsoft.com/office/drawing/2014/main" id="{6AF7BE61-C65E-5AA4-CD0C-8880B7012ABD}"/>
                  </a:ext>
                </a:extLst>
              </p:cNvPr>
              <p:cNvSpPr/>
              <p:nvPr/>
            </p:nvSpPr>
            <p:spPr>
              <a:xfrm>
                <a:off x="6983362" y="2202247"/>
                <a:ext cx="80960" cy="62306"/>
              </a:xfrm>
              <a:custGeom>
                <a:avLst/>
                <a:gdLst>
                  <a:gd name="connsiteX0" fmla="*/ 63107 w 83066"/>
                  <a:gd name="connsiteY0" fmla="*/ 63920 h 63927"/>
                  <a:gd name="connsiteX1" fmla="*/ 6053 w 83066"/>
                  <a:gd name="connsiteY1" fmla="*/ 32678 h 63927"/>
                  <a:gd name="connsiteX2" fmla="*/ 19959 w 83066"/>
                  <a:gd name="connsiteY2" fmla="*/ 8 h 63927"/>
                  <a:gd name="connsiteX3" fmla="*/ 77014 w 83066"/>
                  <a:gd name="connsiteY3" fmla="*/ 31250 h 63927"/>
                  <a:gd name="connsiteX4" fmla="*/ 63107 w 83066"/>
                  <a:gd name="connsiteY4" fmla="*/ 63920 h 63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66" h="63927">
                    <a:moveTo>
                      <a:pt x="63107" y="63920"/>
                    </a:moveTo>
                    <a:cubicBezTo>
                      <a:pt x="43486" y="64301"/>
                      <a:pt x="17959" y="50300"/>
                      <a:pt x="6053" y="32678"/>
                    </a:cubicBezTo>
                    <a:cubicBezTo>
                      <a:pt x="-5854" y="15057"/>
                      <a:pt x="337" y="389"/>
                      <a:pt x="19959" y="8"/>
                    </a:cubicBezTo>
                    <a:cubicBezTo>
                      <a:pt x="39580" y="-373"/>
                      <a:pt x="65107" y="13628"/>
                      <a:pt x="77014" y="31250"/>
                    </a:cubicBezTo>
                    <a:cubicBezTo>
                      <a:pt x="88920" y="48871"/>
                      <a:pt x="82729" y="63539"/>
                      <a:pt x="63107" y="63920"/>
                    </a:cubicBezTo>
                    <a:close/>
                  </a:path>
                </a:pathLst>
              </a:custGeom>
              <a:solidFill>
                <a:srgbClr val="396CAA"/>
              </a:solidFill>
              <a:ln w="9525" cap="flat">
                <a:noFill/>
                <a:prstDash val="solid"/>
                <a:miter/>
              </a:ln>
            </p:spPr>
            <p:txBody>
              <a:bodyPr rtlCol="0" anchor="ctr"/>
              <a:lstStyle/>
              <a:p>
                <a:pPr>
                  <a:lnSpc>
                    <a:spcPct val="120000"/>
                  </a:lnSpc>
                </a:pPr>
                <a:endParaRPr lang="zh-CN" altLang="en-US" sz="2000" dirty="0">
                  <a:cs typeface="+mn-ea"/>
                  <a:sym typeface="+mn-lt"/>
                </a:endParaRPr>
              </a:p>
            </p:txBody>
          </p:sp>
          <p:sp>
            <p:nvSpPr>
              <p:cNvPr id="70" name="任意多边形: 形状 69">
                <a:extLst>
                  <a:ext uri="{FF2B5EF4-FFF2-40B4-BE49-F238E27FC236}">
                    <a16:creationId xmlns:a16="http://schemas.microsoft.com/office/drawing/2014/main" id="{CF3ABE87-354D-6584-76C6-B50416AE0DB7}"/>
                  </a:ext>
                </a:extLst>
              </p:cNvPr>
              <p:cNvSpPr/>
              <p:nvPr/>
            </p:nvSpPr>
            <p:spPr>
              <a:xfrm>
                <a:off x="7001794" y="2089616"/>
                <a:ext cx="110596" cy="151164"/>
              </a:xfrm>
              <a:custGeom>
                <a:avLst/>
                <a:gdLst>
                  <a:gd name="connsiteX0" fmla="*/ 57055 w 113473"/>
                  <a:gd name="connsiteY0" fmla="*/ 155098 h 155097"/>
                  <a:gd name="connsiteX1" fmla="*/ 0 w 113473"/>
                  <a:gd name="connsiteY1" fmla="*/ 127285 h 155097"/>
                  <a:gd name="connsiteX2" fmla="*/ 53245 w 113473"/>
                  <a:gd name="connsiteY2" fmla="*/ 17842 h 155097"/>
                  <a:gd name="connsiteX3" fmla="*/ 95631 w 113473"/>
                  <a:gd name="connsiteY3" fmla="*/ 3174 h 155097"/>
                  <a:gd name="connsiteX4" fmla="*/ 95631 w 113473"/>
                  <a:gd name="connsiteY4" fmla="*/ 3174 h 155097"/>
                  <a:gd name="connsiteX5" fmla="*/ 110300 w 113473"/>
                  <a:gd name="connsiteY5" fmla="*/ 45560 h 155097"/>
                  <a:gd name="connsiteX6" fmla="*/ 57055 w 113473"/>
                  <a:gd name="connsiteY6" fmla="*/ 155098 h 155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473" h="155097">
                    <a:moveTo>
                      <a:pt x="57055" y="155098"/>
                    </a:moveTo>
                    <a:lnTo>
                      <a:pt x="0" y="127285"/>
                    </a:lnTo>
                    <a:lnTo>
                      <a:pt x="53245" y="17842"/>
                    </a:lnTo>
                    <a:cubicBezTo>
                      <a:pt x="60865" y="2126"/>
                      <a:pt x="79915" y="-4446"/>
                      <a:pt x="95631" y="3174"/>
                    </a:cubicBezTo>
                    <a:lnTo>
                      <a:pt x="95631" y="3174"/>
                    </a:lnTo>
                    <a:cubicBezTo>
                      <a:pt x="111347" y="10889"/>
                      <a:pt x="117920" y="29844"/>
                      <a:pt x="110300" y="45560"/>
                    </a:cubicBezTo>
                    <a:lnTo>
                      <a:pt x="57055" y="155098"/>
                    </a:ln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71" name="任意多边形: 形状 70">
                <a:extLst>
                  <a:ext uri="{FF2B5EF4-FFF2-40B4-BE49-F238E27FC236}">
                    <a16:creationId xmlns:a16="http://schemas.microsoft.com/office/drawing/2014/main" id="{7DFD7B68-6B1D-6337-2C83-1D6377FD286E}"/>
                  </a:ext>
                </a:extLst>
              </p:cNvPr>
              <p:cNvSpPr/>
              <p:nvPr/>
            </p:nvSpPr>
            <p:spPr>
              <a:xfrm>
                <a:off x="7000785" y="2206350"/>
                <a:ext cx="57718" cy="41939"/>
              </a:xfrm>
              <a:custGeom>
                <a:avLst/>
                <a:gdLst>
                  <a:gd name="connsiteX0" fmla="*/ 44088 w 59219"/>
                  <a:gd name="connsiteY0" fmla="*/ 42947 h 43030"/>
                  <a:gd name="connsiteX1" fmla="*/ 3797 w 59219"/>
                  <a:gd name="connsiteY1" fmla="*/ 23325 h 43030"/>
                  <a:gd name="connsiteX2" fmla="*/ 15132 w 59219"/>
                  <a:gd name="connsiteY2" fmla="*/ 84 h 43030"/>
                  <a:gd name="connsiteX3" fmla="*/ 55423 w 59219"/>
                  <a:gd name="connsiteY3" fmla="*/ 19706 h 43030"/>
                  <a:gd name="connsiteX4" fmla="*/ 44088 w 59219"/>
                  <a:gd name="connsiteY4" fmla="*/ 42947 h 43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19" h="43030">
                    <a:moveTo>
                      <a:pt x="44088" y="42947"/>
                    </a:moveTo>
                    <a:cubicBezTo>
                      <a:pt x="29801" y="43994"/>
                      <a:pt x="11798" y="35136"/>
                      <a:pt x="3797" y="23325"/>
                    </a:cubicBezTo>
                    <a:cubicBezTo>
                      <a:pt x="-4204" y="11514"/>
                      <a:pt x="844" y="1037"/>
                      <a:pt x="15132" y="84"/>
                    </a:cubicBezTo>
                    <a:cubicBezTo>
                      <a:pt x="29419" y="-964"/>
                      <a:pt x="47422" y="7895"/>
                      <a:pt x="55423" y="19706"/>
                    </a:cubicBezTo>
                    <a:cubicBezTo>
                      <a:pt x="63424" y="31517"/>
                      <a:pt x="58376" y="41899"/>
                      <a:pt x="44088" y="42947"/>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29" name="任意多边形: 形状 28">
                <a:extLst>
                  <a:ext uri="{FF2B5EF4-FFF2-40B4-BE49-F238E27FC236}">
                    <a16:creationId xmlns:a16="http://schemas.microsoft.com/office/drawing/2014/main" id="{E4119CDB-5B9F-D506-86AD-C9F4E6A20CF0}"/>
                  </a:ext>
                </a:extLst>
              </p:cNvPr>
              <p:cNvSpPr/>
              <p:nvPr/>
            </p:nvSpPr>
            <p:spPr>
              <a:xfrm>
                <a:off x="5777576" y="3432435"/>
                <a:ext cx="374264" cy="214333"/>
              </a:xfrm>
              <a:custGeom>
                <a:avLst/>
                <a:gdLst>
                  <a:gd name="connsiteX0" fmla="*/ 316611 w 384000"/>
                  <a:gd name="connsiteY0" fmla="*/ 219908 h 219908"/>
                  <a:gd name="connsiteX1" fmla="*/ 318992 w 384000"/>
                  <a:gd name="connsiteY1" fmla="*/ 218670 h 219908"/>
                  <a:gd name="connsiteX2" fmla="*/ 318992 w 384000"/>
                  <a:gd name="connsiteY2" fmla="*/ 37505 h 219908"/>
                  <a:gd name="connsiteX3" fmla="*/ 5239 w 384000"/>
                  <a:gd name="connsiteY3" fmla="*/ 37505 h 219908"/>
                  <a:gd name="connsiteX4" fmla="*/ 0 w 384000"/>
                  <a:gd name="connsiteY4" fmla="*/ 40838 h 219908"/>
                  <a:gd name="connsiteX5" fmla="*/ 28289 w 384000"/>
                  <a:gd name="connsiteY5" fmla="*/ 53507 h 219908"/>
                  <a:gd name="connsiteX6" fmla="*/ 316611 w 384000"/>
                  <a:gd name="connsiteY6" fmla="*/ 219908 h 21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4000" h="219908">
                    <a:moveTo>
                      <a:pt x="316611" y="219908"/>
                    </a:moveTo>
                    <a:cubicBezTo>
                      <a:pt x="317373" y="219432"/>
                      <a:pt x="318230" y="219051"/>
                      <a:pt x="318992" y="218670"/>
                    </a:cubicBezTo>
                    <a:cubicBezTo>
                      <a:pt x="405670" y="168664"/>
                      <a:pt x="405670" y="87511"/>
                      <a:pt x="318992" y="37505"/>
                    </a:cubicBezTo>
                    <a:cubicBezTo>
                      <a:pt x="232315" y="-12502"/>
                      <a:pt x="91821" y="-12502"/>
                      <a:pt x="5239" y="37505"/>
                    </a:cubicBezTo>
                    <a:cubicBezTo>
                      <a:pt x="3429" y="38552"/>
                      <a:pt x="1810" y="39695"/>
                      <a:pt x="0" y="40838"/>
                    </a:cubicBezTo>
                    <a:cubicBezTo>
                      <a:pt x="9144" y="43791"/>
                      <a:pt x="18574" y="47887"/>
                      <a:pt x="28289" y="53507"/>
                    </a:cubicBezTo>
                    <a:lnTo>
                      <a:pt x="316611" y="219908"/>
                    </a:lnTo>
                    <a:close/>
                  </a:path>
                </a:pathLst>
              </a:custGeom>
              <a:solidFill>
                <a:srgbClr val="5793CE"/>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63" name="任意多边形: 形状 62">
                <a:extLst>
                  <a:ext uri="{FF2B5EF4-FFF2-40B4-BE49-F238E27FC236}">
                    <a16:creationId xmlns:a16="http://schemas.microsoft.com/office/drawing/2014/main" id="{F0470090-A3B1-B46E-DF03-407A8E29DA56}"/>
                  </a:ext>
                </a:extLst>
              </p:cNvPr>
              <p:cNvSpPr/>
              <p:nvPr/>
            </p:nvSpPr>
            <p:spPr>
              <a:xfrm>
                <a:off x="5719369" y="3354640"/>
                <a:ext cx="432426" cy="249773"/>
              </a:xfrm>
              <a:custGeom>
                <a:avLst/>
                <a:gdLst>
                  <a:gd name="connsiteX0" fmla="*/ 443676 w 443675"/>
                  <a:gd name="connsiteY0" fmla="*/ 128087 h 256270"/>
                  <a:gd name="connsiteX1" fmla="*/ 443676 w 443675"/>
                  <a:gd name="connsiteY1" fmla="*/ 87320 h 256270"/>
                  <a:gd name="connsiteX2" fmla="*/ 431960 w 443675"/>
                  <a:gd name="connsiteY2" fmla="*/ 87320 h 256270"/>
                  <a:gd name="connsiteX3" fmla="*/ 378715 w 443675"/>
                  <a:gd name="connsiteY3" fmla="*/ 37505 h 256270"/>
                  <a:gd name="connsiteX4" fmla="*/ 64962 w 443675"/>
                  <a:gd name="connsiteY4" fmla="*/ 37505 h 256270"/>
                  <a:gd name="connsiteX5" fmla="*/ 11717 w 443675"/>
                  <a:gd name="connsiteY5" fmla="*/ 87320 h 256270"/>
                  <a:gd name="connsiteX6" fmla="*/ 1 w 443675"/>
                  <a:gd name="connsiteY6" fmla="*/ 87320 h 256270"/>
                  <a:gd name="connsiteX7" fmla="*/ 1 w 443675"/>
                  <a:gd name="connsiteY7" fmla="*/ 127802 h 256270"/>
                  <a:gd name="connsiteX8" fmla="*/ 1 w 443675"/>
                  <a:gd name="connsiteY8" fmla="*/ 127802 h 256270"/>
                  <a:gd name="connsiteX9" fmla="*/ 64962 w 443675"/>
                  <a:gd name="connsiteY9" fmla="*/ 218765 h 256270"/>
                  <a:gd name="connsiteX10" fmla="*/ 378715 w 443675"/>
                  <a:gd name="connsiteY10" fmla="*/ 218765 h 256270"/>
                  <a:gd name="connsiteX11" fmla="*/ 443676 w 443675"/>
                  <a:gd name="connsiteY11" fmla="*/ 128087 h 256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3675" h="256270">
                    <a:moveTo>
                      <a:pt x="443676" y="128087"/>
                    </a:moveTo>
                    <a:lnTo>
                      <a:pt x="443676" y="87320"/>
                    </a:lnTo>
                    <a:lnTo>
                      <a:pt x="431960" y="87320"/>
                    </a:lnTo>
                    <a:cubicBezTo>
                      <a:pt x="421387" y="69128"/>
                      <a:pt x="403766" y="51983"/>
                      <a:pt x="378715" y="37505"/>
                    </a:cubicBezTo>
                    <a:cubicBezTo>
                      <a:pt x="292038" y="-12502"/>
                      <a:pt x="151544" y="-12502"/>
                      <a:pt x="64962" y="37505"/>
                    </a:cubicBezTo>
                    <a:cubicBezTo>
                      <a:pt x="39911" y="51983"/>
                      <a:pt x="22290" y="69128"/>
                      <a:pt x="11717" y="87320"/>
                    </a:cubicBezTo>
                    <a:lnTo>
                      <a:pt x="1" y="87320"/>
                    </a:lnTo>
                    <a:lnTo>
                      <a:pt x="1" y="127802"/>
                    </a:lnTo>
                    <a:lnTo>
                      <a:pt x="1" y="127802"/>
                    </a:lnTo>
                    <a:cubicBezTo>
                      <a:pt x="-189" y="160663"/>
                      <a:pt x="21528" y="193619"/>
                      <a:pt x="64962" y="218765"/>
                    </a:cubicBezTo>
                    <a:cubicBezTo>
                      <a:pt x="151639" y="268772"/>
                      <a:pt x="292133" y="268772"/>
                      <a:pt x="378715" y="218765"/>
                    </a:cubicBezTo>
                    <a:cubicBezTo>
                      <a:pt x="422054" y="193619"/>
                      <a:pt x="443676" y="160853"/>
                      <a:pt x="443676" y="128087"/>
                    </a:cubicBezTo>
                    <a:close/>
                  </a:path>
                </a:pathLst>
              </a:custGeom>
              <a:solidFill>
                <a:schemeClr val="accent2">
                  <a:lumMod val="75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64" name="任意多边形: 形状 63">
                <a:extLst>
                  <a:ext uri="{FF2B5EF4-FFF2-40B4-BE49-F238E27FC236}">
                    <a16:creationId xmlns:a16="http://schemas.microsoft.com/office/drawing/2014/main" id="{7CE83609-BFE5-0425-15F0-A7E10CC0B61B}"/>
                  </a:ext>
                </a:extLst>
              </p:cNvPr>
              <p:cNvSpPr/>
              <p:nvPr/>
            </p:nvSpPr>
            <p:spPr>
              <a:xfrm>
                <a:off x="5719323" y="3314814"/>
                <a:ext cx="432518" cy="249679"/>
              </a:xfrm>
              <a:custGeom>
                <a:avLst/>
                <a:gdLst>
                  <a:gd name="connsiteX0" fmla="*/ 378762 w 443769"/>
                  <a:gd name="connsiteY0" fmla="*/ 218670 h 256174"/>
                  <a:gd name="connsiteX1" fmla="*/ 65008 w 443769"/>
                  <a:gd name="connsiteY1" fmla="*/ 218670 h 256174"/>
                  <a:gd name="connsiteX2" fmla="*/ 65008 w 443769"/>
                  <a:gd name="connsiteY2" fmla="*/ 37505 h 256174"/>
                  <a:gd name="connsiteX3" fmla="*/ 378762 w 443769"/>
                  <a:gd name="connsiteY3" fmla="*/ 37505 h 256174"/>
                  <a:gd name="connsiteX4" fmla="*/ 378762 w 443769"/>
                  <a:gd name="connsiteY4" fmla="*/ 218670 h 256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769" h="256174">
                    <a:moveTo>
                      <a:pt x="378762" y="218670"/>
                    </a:moveTo>
                    <a:cubicBezTo>
                      <a:pt x="292084" y="268676"/>
                      <a:pt x="151590" y="268676"/>
                      <a:pt x="65008" y="218670"/>
                    </a:cubicBezTo>
                    <a:cubicBezTo>
                      <a:pt x="-21669" y="168664"/>
                      <a:pt x="-21669" y="87511"/>
                      <a:pt x="65008" y="37505"/>
                    </a:cubicBezTo>
                    <a:cubicBezTo>
                      <a:pt x="151686" y="-12502"/>
                      <a:pt x="292179" y="-12502"/>
                      <a:pt x="378762" y="37505"/>
                    </a:cubicBezTo>
                    <a:cubicBezTo>
                      <a:pt x="465439" y="87606"/>
                      <a:pt x="465439" y="168664"/>
                      <a:pt x="378762" y="218670"/>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65" name="任意多边形: 形状 64">
                <a:extLst>
                  <a:ext uri="{FF2B5EF4-FFF2-40B4-BE49-F238E27FC236}">
                    <a16:creationId xmlns:a16="http://schemas.microsoft.com/office/drawing/2014/main" id="{74AB6F78-C014-10E4-330C-38345A6991A5}"/>
                  </a:ext>
                </a:extLst>
              </p:cNvPr>
              <p:cNvSpPr/>
              <p:nvPr/>
            </p:nvSpPr>
            <p:spPr>
              <a:xfrm>
                <a:off x="5719534" y="3443646"/>
                <a:ext cx="432085" cy="128832"/>
              </a:xfrm>
              <a:custGeom>
                <a:avLst/>
                <a:gdLst>
                  <a:gd name="connsiteX0" fmla="*/ 378545 w 443325"/>
                  <a:gd name="connsiteY0" fmla="*/ 86487 h 132183"/>
                  <a:gd name="connsiteX1" fmla="*/ 64791 w 443325"/>
                  <a:gd name="connsiteY1" fmla="*/ 86487 h 132183"/>
                  <a:gd name="connsiteX2" fmla="*/ 117 w 443325"/>
                  <a:gd name="connsiteY2" fmla="*/ 0 h 132183"/>
                  <a:gd name="connsiteX3" fmla="*/ 64791 w 443325"/>
                  <a:gd name="connsiteY3" fmla="*/ 94678 h 132183"/>
                  <a:gd name="connsiteX4" fmla="*/ 378545 w 443325"/>
                  <a:gd name="connsiteY4" fmla="*/ 94678 h 132183"/>
                  <a:gd name="connsiteX5" fmla="*/ 443220 w 443325"/>
                  <a:gd name="connsiteY5" fmla="*/ 0 h 132183"/>
                  <a:gd name="connsiteX6" fmla="*/ 378545 w 443325"/>
                  <a:gd name="connsiteY6" fmla="*/ 86487 h 13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325" h="132183">
                    <a:moveTo>
                      <a:pt x="378545" y="86487"/>
                    </a:moveTo>
                    <a:cubicBezTo>
                      <a:pt x="291867" y="136493"/>
                      <a:pt x="151374" y="136493"/>
                      <a:pt x="64791" y="86487"/>
                    </a:cubicBezTo>
                    <a:cubicBezTo>
                      <a:pt x="23262" y="62484"/>
                      <a:pt x="1831" y="31432"/>
                      <a:pt x="117" y="0"/>
                    </a:cubicBezTo>
                    <a:cubicBezTo>
                      <a:pt x="-1788" y="34099"/>
                      <a:pt x="19643" y="68580"/>
                      <a:pt x="64791" y="94678"/>
                    </a:cubicBezTo>
                    <a:cubicBezTo>
                      <a:pt x="151469" y="144685"/>
                      <a:pt x="291962" y="144685"/>
                      <a:pt x="378545" y="94678"/>
                    </a:cubicBezTo>
                    <a:cubicBezTo>
                      <a:pt x="423693" y="68675"/>
                      <a:pt x="445029" y="34195"/>
                      <a:pt x="443220" y="0"/>
                    </a:cubicBezTo>
                    <a:cubicBezTo>
                      <a:pt x="441505" y="31432"/>
                      <a:pt x="420074" y="62579"/>
                      <a:pt x="378545" y="86487"/>
                    </a:cubicBez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62" name="任意多边形: 形状 61">
                <a:extLst>
                  <a:ext uri="{FF2B5EF4-FFF2-40B4-BE49-F238E27FC236}">
                    <a16:creationId xmlns:a16="http://schemas.microsoft.com/office/drawing/2014/main" id="{557AE610-0619-96A5-E4AE-2B8B8756159A}"/>
                  </a:ext>
                </a:extLst>
              </p:cNvPr>
              <p:cNvSpPr/>
              <p:nvPr/>
            </p:nvSpPr>
            <p:spPr>
              <a:xfrm>
                <a:off x="5825666" y="3380518"/>
                <a:ext cx="258231" cy="103869"/>
              </a:xfrm>
              <a:custGeom>
                <a:avLst/>
                <a:gdLst>
                  <a:gd name="connsiteX0" fmla="*/ 5810 w 264948"/>
                  <a:gd name="connsiteY0" fmla="*/ 103156 h 106571"/>
                  <a:gd name="connsiteX1" fmla="*/ 0 w 264948"/>
                  <a:gd name="connsiteY1" fmla="*/ 94964 h 106571"/>
                  <a:gd name="connsiteX2" fmla="*/ 191 w 264948"/>
                  <a:gd name="connsiteY2" fmla="*/ 11525 h 106571"/>
                  <a:gd name="connsiteX3" fmla="*/ 20193 w 264948"/>
                  <a:gd name="connsiteY3" fmla="*/ 0 h 106571"/>
                  <a:gd name="connsiteX4" fmla="*/ 40100 w 264948"/>
                  <a:gd name="connsiteY4" fmla="*/ 11525 h 106571"/>
                  <a:gd name="connsiteX5" fmla="*/ 39910 w 264948"/>
                  <a:gd name="connsiteY5" fmla="*/ 80772 h 106571"/>
                  <a:gd name="connsiteX6" fmla="*/ 240792 w 264948"/>
                  <a:gd name="connsiteY6" fmla="*/ 56197 h 106571"/>
                  <a:gd name="connsiteX7" fmla="*/ 264509 w 264948"/>
                  <a:gd name="connsiteY7" fmla="*/ 65056 h 106571"/>
                  <a:gd name="connsiteX8" fmla="*/ 249079 w 264948"/>
                  <a:gd name="connsiteY8" fmla="*/ 78772 h 106571"/>
                  <a:gd name="connsiteX9" fmla="*/ 24098 w 264948"/>
                  <a:gd name="connsiteY9" fmla="*/ 106299 h 106571"/>
                  <a:gd name="connsiteX10" fmla="*/ 7334 w 264948"/>
                  <a:gd name="connsiteY10" fmla="*/ 104013 h 106571"/>
                  <a:gd name="connsiteX11" fmla="*/ 5810 w 264948"/>
                  <a:gd name="connsiteY11" fmla="*/ 103156 h 106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4948" h="106571">
                    <a:moveTo>
                      <a:pt x="5810" y="103156"/>
                    </a:moveTo>
                    <a:cubicBezTo>
                      <a:pt x="2096" y="100965"/>
                      <a:pt x="0" y="98108"/>
                      <a:pt x="0" y="94964"/>
                    </a:cubicBezTo>
                    <a:lnTo>
                      <a:pt x="191" y="11525"/>
                    </a:lnTo>
                    <a:cubicBezTo>
                      <a:pt x="191" y="5143"/>
                      <a:pt x="9144" y="0"/>
                      <a:pt x="20193" y="0"/>
                    </a:cubicBezTo>
                    <a:cubicBezTo>
                      <a:pt x="31242" y="0"/>
                      <a:pt x="40100" y="5143"/>
                      <a:pt x="40100" y="11525"/>
                    </a:cubicBezTo>
                    <a:lnTo>
                      <a:pt x="39910" y="80772"/>
                    </a:lnTo>
                    <a:lnTo>
                      <a:pt x="240792" y="56197"/>
                    </a:lnTo>
                    <a:cubicBezTo>
                      <a:pt x="251555" y="54864"/>
                      <a:pt x="262223" y="58864"/>
                      <a:pt x="264509" y="65056"/>
                    </a:cubicBezTo>
                    <a:cubicBezTo>
                      <a:pt x="266795" y="71247"/>
                      <a:pt x="259937" y="77438"/>
                      <a:pt x="249079" y="78772"/>
                    </a:cubicBezTo>
                    <a:lnTo>
                      <a:pt x="24098" y="106299"/>
                    </a:lnTo>
                    <a:cubicBezTo>
                      <a:pt x="18193" y="107061"/>
                      <a:pt x="12097" y="106204"/>
                      <a:pt x="7334" y="104013"/>
                    </a:cubicBezTo>
                    <a:cubicBezTo>
                      <a:pt x="6858" y="103632"/>
                      <a:pt x="6287" y="103442"/>
                      <a:pt x="5810" y="103156"/>
                    </a:cubicBez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48" name="任意多边形: 形状 47">
                <a:extLst>
                  <a:ext uri="{FF2B5EF4-FFF2-40B4-BE49-F238E27FC236}">
                    <a16:creationId xmlns:a16="http://schemas.microsoft.com/office/drawing/2014/main" id="{FA82ADB1-B417-F453-F245-EDEEF9837004}"/>
                  </a:ext>
                </a:extLst>
              </p:cNvPr>
              <p:cNvSpPr/>
              <p:nvPr/>
            </p:nvSpPr>
            <p:spPr>
              <a:xfrm>
                <a:off x="4598257" y="3449505"/>
                <a:ext cx="430272" cy="223619"/>
              </a:xfrm>
              <a:custGeom>
                <a:avLst/>
                <a:gdLst>
                  <a:gd name="connsiteX0" fmla="*/ 441425 w 441465"/>
                  <a:gd name="connsiteY0" fmla="*/ 100288 h 229436"/>
                  <a:gd name="connsiteX1" fmla="*/ 441425 w 441465"/>
                  <a:gd name="connsiteY1" fmla="*/ 100288 h 229436"/>
                  <a:gd name="connsiteX2" fmla="*/ 441425 w 441465"/>
                  <a:gd name="connsiteY2" fmla="*/ 34184 h 229436"/>
                  <a:gd name="connsiteX3" fmla="*/ 293216 w 441465"/>
                  <a:gd name="connsiteY3" fmla="*/ 34089 h 229436"/>
                  <a:gd name="connsiteX4" fmla="*/ 241972 w 441465"/>
                  <a:gd name="connsiteY4" fmla="*/ 4561 h 229436"/>
                  <a:gd name="connsiteX5" fmla="*/ 196157 w 441465"/>
                  <a:gd name="connsiteY5" fmla="*/ 6467 h 229436"/>
                  <a:gd name="connsiteX6" fmla="*/ 148341 w 441465"/>
                  <a:gd name="connsiteY6" fmla="*/ 34089 h 229436"/>
                  <a:gd name="connsiteX7" fmla="*/ 37 w 441465"/>
                  <a:gd name="connsiteY7" fmla="*/ 33994 h 229436"/>
                  <a:gd name="connsiteX8" fmla="*/ 37 w 441465"/>
                  <a:gd name="connsiteY8" fmla="*/ 102002 h 229436"/>
                  <a:gd name="connsiteX9" fmla="*/ 7943 w 441465"/>
                  <a:gd name="connsiteY9" fmla="*/ 114290 h 229436"/>
                  <a:gd name="connsiteX10" fmla="*/ 199490 w 441465"/>
                  <a:gd name="connsiteY10" fmla="*/ 224875 h 229436"/>
                  <a:gd name="connsiteX11" fmla="*/ 245306 w 441465"/>
                  <a:gd name="connsiteY11" fmla="*/ 222970 h 229436"/>
                  <a:gd name="connsiteX12" fmla="*/ 430186 w 441465"/>
                  <a:gd name="connsiteY12" fmla="*/ 116194 h 229436"/>
                  <a:gd name="connsiteX13" fmla="*/ 441425 w 441465"/>
                  <a:gd name="connsiteY13" fmla="*/ 100288 h 229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465" h="229436">
                    <a:moveTo>
                      <a:pt x="441425" y="100288"/>
                    </a:moveTo>
                    <a:lnTo>
                      <a:pt x="441425" y="100288"/>
                    </a:lnTo>
                    <a:lnTo>
                      <a:pt x="441425" y="34184"/>
                    </a:lnTo>
                    <a:lnTo>
                      <a:pt x="293216" y="34089"/>
                    </a:lnTo>
                    <a:lnTo>
                      <a:pt x="241972" y="4561"/>
                    </a:lnTo>
                    <a:cubicBezTo>
                      <a:pt x="230256" y="-2201"/>
                      <a:pt x="209682" y="-1344"/>
                      <a:pt x="196157" y="6467"/>
                    </a:cubicBezTo>
                    <a:lnTo>
                      <a:pt x="148341" y="34089"/>
                    </a:lnTo>
                    <a:lnTo>
                      <a:pt x="37" y="33994"/>
                    </a:lnTo>
                    <a:lnTo>
                      <a:pt x="37" y="102002"/>
                    </a:lnTo>
                    <a:cubicBezTo>
                      <a:pt x="-344" y="106574"/>
                      <a:pt x="2228" y="111051"/>
                      <a:pt x="7943" y="114290"/>
                    </a:cubicBezTo>
                    <a:lnTo>
                      <a:pt x="199490" y="224875"/>
                    </a:lnTo>
                    <a:cubicBezTo>
                      <a:pt x="211206" y="231637"/>
                      <a:pt x="231780" y="230780"/>
                      <a:pt x="245306" y="222970"/>
                    </a:cubicBezTo>
                    <a:lnTo>
                      <a:pt x="430186" y="116194"/>
                    </a:lnTo>
                    <a:cubicBezTo>
                      <a:pt x="438091" y="111623"/>
                      <a:pt x="441902" y="105717"/>
                      <a:pt x="441425" y="100288"/>
                    </a:cubicBezTo>
                    <a:close/>
                  </a:path>
                </a:pathLst>
              </a:custGeom>
              <a:solidFill>
                <a:schemeClr val="accent1">
                  <a:lumMod val="5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49" name="任意多边形: 形状 48">
                <a:extLst>
                  <a:ext uri="{FF2B5EF4-FFF2-40B4-BE49-F238E27FC236}">
                    <a16:creationId xmlns:a16="http://schemas.microsoft.com/office/drawing/2014/main" id="{0072D7A0-FBDA-C47B-1E25-09FF9247C284}"/>
                  </a:ext>
                </a:extLst>
              </p:cNvPr>
              <p:cNvSpPr/>
              <p:nvPr/>
            </p:nvSpPr>
            <p:spPr>
              <a:xfrm>
                <a:off x="4598349" y="3449495"/>
                <a:ext cx="215135" cy="223655"/>
              </a:xfrm>
              <a:custGeom>
                <a:avLst/>
                <a:gdLst>
                  <a:gd name="connsiteX0" fmla="*/ 493144 w 493144"/>
                  <a:gd name="connsiteY0" fmla="*/ 0 h 512674"/>
                  <a:gd name="connsiteX1" fmla="*/ 493144 w 493144"/>
                  <a:gd name="connsiteY1" fmla="*/ 512639 h 512674"/>
                  <a:gd name="connsiteX2" fmla="*/ 445689 w 493144"/>
                  <a:gd name="connsiteY2" fmla="*/ 502425 h 512674"/>
                  <a:gd name="connsiteX3" fmla="*/ 17921 w 493144"/>
                  <a:gd name="connsiteY3" fmla="*/ 255464 h 512674"/>
                  <a:gd name="connsiteX4" fmla="*/ 17746 w 493144"/>
                  <a:gd name="connsiteY4" fmla="*/ 255363 h 512674"/>
                  <a:gd name="connsiteX5" fmla="*/ 83 w 493144"/>
                  <a:gd name="connsiteY5" fmla="*/ 227912 h 512674"/>
                  <a:gd name="connsiteX6" fmla="*/ 83 w 493144"/>
                  <a:gd name="connsiteY6" fmla="*/ 227912 h 512674"/>
                  <a:gd name="connsiteX7" fmla="*/ 83 w 493144"/>
                  <a:gd name="connsiteY7" fmla="*/ 75970 h 512674"/>
                  <a:gd name="connsiteX8" fmla="*/ 83 w 493144"/>
                  <a:gd name="connsiteY8" fmla="*/ 75970 h 512674"/>
                  <a:gd name="connsiteX9" fmla="*/ 857 w 493144"/>
                  <a:gd name="connsiteY9" fmla="*/ 75970 h 512674"/>
                  <a:gd name="connsiteX10" fmla="*/ 37536 w 493144"/>
                  <a:gd name="connsiteY10" fmla="*/ 75970 h 512674"/>
                  <a:gd name="connsiteX11" fmla="*/ 37748 w 493144"/>
                  <a:gd name="connsiteY11" fmla="*/ 75970 h 512674"/>
                  <a:gd name="connsiteX12" fmla="*/ 37748 w 493144"/>
                  <a:gd name="connsiteY12" fmla="*/ 75994 h 512674"/>
                  <a:gd name="connsiteX13" fmla="*/ 331415 w 493144"/>
                  <a:gd name="connsiteY13" fmla="*/ 76182 h 512674"/>
                  <a:gd name="connsiteX14" fmla="*/ 438242 w 493144"/>
                  <a:gd name="connsiteY14" fmla="*/ 14471 h 512674"/>
                  <a:gd name="connsiteX15" fmla="*/ 493144 w 493144"/>
                  <a:gd name="connsiteY15" fmla="*/ 0 h 51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3144" h="512674">
                    <a:moveTo>
                      <a:pt x="493144" y="0"/>
                    </a:moveTo>
                    <a:lnTo>
                      <a:pt x="493144" y="512639"/>
                    </a:lnTo>
                    <a:cubicBezTo>
                      <a:pt x="475481" y="513066"/>
                      <a:pt x="458245" y="509661"/>
                      <a:pt x="445689" y="502425"/>
                    </a:cubicBezTo>
                    <a:lnTo>
                      <a:pt x="17921" y="255464"/>
                    </a:lnTo>
                    <a:lnTo>
                      <a:pt x="17746" y="255363"/>
                    </a:lnTo>
                    <a:cubicBezTo>
                      <a:pt x="4978" y="248129"/>
                      <a:pt x="-769" y="238127"/>
                      <a:pt x="83" y="227912"/>
                    </a:cubicBezTo>
                    <a:lnTo>
                      <a:pt x="83" y="227912"/>
                    </a:lnTo>
                    <a:lnTo>
                      <a:pt x="83" y="75970"/>
                    </a:lnTo>
                    <a:lnTo>
                      <a:pt x="83" y="75970"/>
                    </a:lnTo>
                    <a:lnTo>
                      <a:pt x="857" y="75970"/>
                    </a:lnTo>
                    <a:lnTo>
                      <a:pt x="37536" y="75970"/>
                    </a:lnTo>
                    <a:lnTo>
                      <a:pt x="37748" y="75970"/>
                    </a:lnTo>
                    <a:lnTo>
                      <a:pt x="37748" y="75994"/>
                    </a:lnTo>
                    <a:lnTo>
                      <a:pt x="331415" y="76182"/>
                    </a:lnTo>
                    <a:lnTo>
                      <a:pt x="438242" y="14471"/>
                    </a:lnTo>
                    <a:cubicBezTo>
                      <a:pt x="453989" y="5320"/>
                      <a:pt x="473993" y="425"/>
                      <a:pt x="493144" y="0"/>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50" name="任意多边形: 形状 49">
                <a:extLst>
                  <a:ext uri="{FF2B5EF4-FFF2-40B4-BE49-F238E27FC236}">
                    <a16:creationId xmlns:a16="http://schemas.microsoft.com/office/drawing/2014/main" id="{6548C597-5AE2-2C5B-4ACD-03FBF50E133A}"/>
                  </a:ext>
                </a:extLst>
              </p:cNvPr>
              <p:cNvSpPr/>
              <p:nvPr/>
            </p:nvSpPr>
            <p:spPr>
              <a:xfrm>
                <a:off x="4795567" y="3594410"/>
                <a:ext cx="35741" cy="78624"/>
              </a:xfrm>
              <a:custGeom>
                <a:avLst/>
                <a:gdLst>
                  <a:gd name="connsiteX0" fmla="*/ 0 w 36671"/>
                  <a:gd name="connsiteY0" fmla="*/ 77534 h 80669"/>
                  <a:gd name="connsiteX1" fmla="*/ 36671 w 36671"/>
                  <a:gd name="connsiteY1" fmla="*/ 77153 h 80669"/>
                  <a:gd name="connsiteX2" fmla="*/ 36671 w 36671"/>
                  <a:gd name="connsiteY2" fmla="*/ 0 h 80669"/>
                  <a:gd name="connsiteX3" fmla="*/ 0 w 36671"/>
                  <a:gd name="connsiteY3" fmla="*/ 0 h 80669"/>
                  <a:gd name="connsiteX4" fmla="*/ 0 w 36671"/>
                  <a:gd name="connsiteY4" fmla="*/ 77534 h 80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 h="80669">
                    <a:moveTo>
                      <a:pt x="0" y="77534"/>
                    </a:moveTo>
                    <a:cubicBezTo>
                      <a:pt x="10096" y="81915"/>
                      <a:pt x="24765" y="81629"/>
                      <a:pt x="36671" y="77153"/>
                    </a:cubicBezTo>
                    <a:lnTo>
                      <a:pt x="36671" y="0"/>
                    </a:lnTo>
                    <a:lnTo>
                      <a:pt x="0" y="0"/>
                    </a:lnTo>
                    <a:lnTo>
                      <a:pt x="0" y="77534"/>
                    </a:ln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51" name="任意多边形: 形状 50">
                <a:extLst>
                  <a:ext uri="{FF2B5EF4-FFF2-40B4-BE49-F238E27FC236}">
                    <a16:creationId xmlns:a16="http://schemas.microsoft.com/office/drawing/2014/main" id="{89E85C4F-9524-4F5C-840A-9A65CA737581}"/>
                  </a:ext>
                </a:extLst>
              </p:cNvPr>
              <p:cNvSpPr/>
              <p:nvPr/>
            </p:nvSpPr>
            <p:spPr>
              <a:xfrm>
                <a:off x="4598281" y="3358619"/>
                <a:ext cx="430221" cy="248475"/>
              </a:xfrm>
              <a:custGeom>
                <a:avLst/>
                <a:gdLst>
                  <a:gd name="connsiteX0" fmla="*/ 199466 w 441413"/>
                  <a:gd name="connsiteY0" fmla="*/ 250307 h 254938"/>
                  <a:gd name="connsiteX1" fmla="*/ 7918 w 441413"/>
                  <a:gd name="connsiteY1" fmla="*/ 139721 h 254938"/>
                  <a:gd name="connsiteX2" fmla="*/ 11252 w 441413"/>
                  <a:gd name="connsiteY2" fmla="*/ 113242 h 254938"/>
                  <a:gd name="connsiteX3" fmla="*/ 196132 w 441413"/>
                  <a:gd name="connsiteY3" fmla="*/ 6466 h 254938"/>
                  <a:gd name="connsiteX4" fmla="*/ 241947 w 441413"/>
                  <a:gd name="connsiteY4" fmla="*/ 4562 h 254938"/>
                  <a:gd name="connsiteX5" fmla="*/ 433495 w 441413"/>
                  <a:gd name="connsiteY5" fmla="*/ 115147 h 254938"/>
                  <a:gd name="connsiteX6" fmla="*/ 430161 w 441413"/>
                  <a:gd name="connsiteY6" fmla="*/ 141626 h 254938"/>
                  <a:gd name="connsiteX7" fmla="*/ 245281 w 441413"/>
                  <a:gd name="connsiteY7" fmla="*/ 248401 h 254938"/>
                  <a:gd name="connsiteX8" fmla="*/ 199466 w 441413"/>
                  <a:gd name="connsiteY8" fmla="*/ 250307 h 254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413" h="254938">
                    <a:moveTo>
                      <a:pt x="199466" y="250307"/>
                    </a:moveTo>
                    <a:lnTo>
                      <a:pt x="7918" y="139721"/>
                    </a:lnTo>
                    <a:cubicBezTo>
                      <a:pt x="-3798" y="132958"/>
                      <a:pt x="-2369" y="121052"/>
                      <a:pt x="11252" y="113242"/>
                    </a:cubicBezTo>
                    <a:lnTo>
                      <a:pt x="196132" y="6466"/>
                    </a:lnTo>
                    <a:cubicBezTo>
                      <a:pt x="209658" y="-1344"/>
                      <a:pt x="230232" y="-2201"/>
                      <a:pt x="241947" y="4562"/>
                    </a:cubicBezTo>
                    <a:lnTo>
                      <a:pt x="433495" y="115147"/>
                    </a:lnTo>
                    <a:cubicBezTo>
                      <a:pt x="445211" y="121909"/>
                      <a:pt x="443782" y="133816"/>
                      <a:pt x="430161" y="141626"/>
                    </a:cubicBezTo>
                    <a:lnTo>
                      <a:pt x="245281" y="248401"/>
                    </a:lnTo>
                    <a:cubicBezTo>
                      <a:pt x="231755" y="256307"/>
                      <a:pt x="211277" y="257165"/>
                      <a:pt x="199466" y="250307"/>
                    </a:cubicBezTo>
                    <a:close/>
                  </a:path>
                </a:pathLst>
              </a:custGeom>
              <a:gradFill>
                <a:gsLst>
                  <a:gs pos="0">
                    <a:schemeClr val="accent1">
                      <a:lumMod val="5000"/>
                      <a:lumOff val="95000"/>
                    </a:schemeClr>
                  </a:gs>
                  <a:gs pos="50000">
                    <a:schemeClr val="accent1">
                      <a:lumMod val="15000"/>
                      <a:lumOff val="85000"/>
                    </a:schemeClr>
                  </a:gs>
                  <a:gs pos="100000">
                    <a:schemeClr val="accent1">
                      <a:lumMod val="20000"/>
                      <a:lumOff val="80000"/>
                    </a:schemeClr>
                  </a:gs>
                </a:gsLst>
                <a:lin ang="0" scaled="1"/>
              </a:gra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52" name="任意多边形: 形状 51">
                <a:extLst>
                  <a:ext uri="{FF2B5EF4-FFF2-40B4-BE49-F238E27FC236}">
                    <a16:creationId xmlns:a16="http://schemas.microsoft.com/office/drawing/2014/main" id="{CC486B02-4E75-0B39-1412-53F8AD4BF751}"/>
                  </a:ext>
                </a:extLst>
              </p:cNvPr>
              <p:cNvSpPr/>
              <p:nvPr/>
            </p:nvSpPr>
            <p:spPr>
              <a:xfrm>
                <a:off x="4598340" y="3475953"/>
                <a:ext cx="430187" cy="131073"/>
              </a:xfrm>
              <a:custGeom>
                <a:avLst/>
                <a:gdLst>
                  <a:gd name="connsiteX0" fmla="*/ 430196 w 441378"/>
                  <a:gd name="connsiteY0" fmla="*/ 8287 h 134482"/>
                  <a:gd name="connsiteX1" fmla="*/ 245315 w 441378"/>
                  <a:gd name="connsiteY1" fmla="*/ 115062 h 134482"/>
                  <a:gd name="connsiteX2" fmla="*/ 199500 w 441378"/>
                  <a:gd name="connsiteY2" fmla="*/ 116967 h 134482"/>
                  <a:gd name="connsiteX3" fmla="*/ 7952 w 441378"/>
                  <a:gd name="connsiteY3" fmla="*/ 6382 h 134482"/>
                  <a:gd name="connsiteX4" fmla="*/ 2047 w 441378"/>
                  <a:gd name="connsiteY4" fmla="*/ 1143 h 134482"/>
                  <a:gd name="connsiteX5" fmla="*/ 7952 w 441378"/>
                  <a:gd name="connsiteY5" fmla="*/ 19336 h 134482"/>
                  <a:gd name="connsiteX6" fmla="*/ 199500 w 441378"/>
                  <a:gd name="connsiteY6" fmla="*/ 129921 h 134482"/>
                  <a:gd name="connsiteX7" fmla="*/ 245315 w 441378"/>
                  <a:gd name="connsiteY7" fmla="*/ 128016 h 134482"/>
                  <a:gd name="connsiteX8" fmla="*/ 430196 w 441378"/>
                  <a:gd name="connsiteY8" fmla="*/ 21241 h 134482"/>
                  <a:gd name="connsiteX9" fmla="*/ 439340 w 441378"/>
                  <a:gd name="connsiteY9" fmla="*/ 0 h 134482"/>
                  <a:gd name="connsiteX10" fmla="*/ 430196 w 441378"/>
                  <a:gd name="connsiteY10" fmla="*/ 8287 h 134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378" h="134482">
                    <a:moveTo>
                      <a:pt x="430196" y="8287"/>
                    </a:moveTo>
                    <a:lnTo>
                      <a:pt x="245315" y="115062"/>
                    </a:lnTo>
                    <a:cubicBezTo>
                      <a:pt x="231790" y="122872"/>
                      <a:pt x="211216" y="123730"/>
                      <a:pt x="199500" y="116967"/>
                    </a:cubicBezTo>
                    <a:lnTo>
                      <a:pt x="7952" y="6382"/>
                    </a:lnTo>
                    <a:cubicBezTo>
                      <a:pt x="5285" y="4858"/>
                      <a:pt x="3380" y="3048"/>
                      <a:pt x="2047" y="1143"/>
                    </a:cubicBezTo>
                    <a:cubicBezTo>
                      <a:pt x="-1954" y="7620"/>
                      <a:pt x="-144" y="14668"/>
                      <a:pt x="7952" y="19336"/>
                    </a:cubicBezTo>
                    <a:lnTo>
                      <a:pt x="199500" y="129921"/>
                    </a:lnTo>
                    <a:cubicBezTo>
                      <a:pt x="211216" y="136684"/>
                      <a:pt x="231790" y="135826"/>
                      <a:pt x="245315" y="128016"/>
                    </a:cubicBezTo>
                    <a:lnTo>
                      <a:pt x="430196" y="21241"/>
                    </a:lnTo>
                    <a:cubicBezTo>
                      <a:pt x="440768" y="15145"/>
                      <a:pt x="443911" y="6667"/>
                      <a:pt x="439340" y="0"/>
                    </a:cubicBezTo>
                    <a:cubicBezTo>
                      <a:pt x="437530" y="2953"/>
                      <a:pt x="434482" y="5810"/>
                      <a:pt x="430196" y="8287"/>
                    </a:cubicBez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58" name="任意多边形: 形状 57">
                <a:extLst>
                  <a:ext uri="{FF2B5EF4-FFF2-40B4-BE49-F238E27FC236}">
                    <a16:creationId xmlns:a16="http://schemas.microsoft.com/office/drawing/2014/main" id="{647296E3-CC03-76A8-4E58-D4680DF2576E}"/>
                  </a:ext>
                </a:extLst>
              </p:cNvPr>
              <p:cNvSpPr/>
              <p:nvPr/>
            </p:nvSpPr>
            <p:spPr>
              <a:xfrm>
                <a:off x="4944846" y="3558841"/>
                <a:ext cx="15039" cy="19523"/>
              </a:xfrm>
              <a:custGeom>
                <a:avLst/>
                <a:gdLst>
                  <a:gd name="connsiteX0" fmla="*/ 15431 w 15430"/>
                  <a:gd name="connsiteY0" fmla="*/ 5539 h 20031"/>
                  <a:gd name="connsiteX1" fmla="*/ 7716 w 15430"/>
                  <a:gd name="connsiteY1" fmla="*/ 18969 h 20031"/>
                  <a:gd name="connsiteX2" fmla="*/ 0 w 15430"/>
                  <a:gd name="connsiteY2" fmla="*/ 14492 h 20031"/>
                  <a:gd name="connsiteX3" fmla="*/ 7716 w 15430"/>
                  <a:gd name="connsiteY3" fmla="*/ 1062 h 20031"/>
                  <a:gd name="connsiteX4" fmla="*/ 15431 w 15430"/>
                  <a:gd name="connsiteY4" fmla="*/ 5539 h 20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20031">
                    <a:moveTo>
                      <a:pt x="15431" y="5539"/>
                    </a:moveTo>
                    <a:cubicBezTo>
                      <a:pt x="15431" y="10492"/>
                      <a:pt x="12002" y="16493"/>
                      <a:pt x="7716" y="18969"/>
                    </a:cubicBezTo>
                    <a:cubicBezTo>
                      <a:pt x="3429" y="21446"/>
                      <a:pt x="0" y="19445"/>
                      <a:pt x="0" y="14492"/>
                    </a:cubicBezTo>
                    <a:cubicBezTo>
                      <a:pt x="0" y="9540"/>
                      <a:pt x="3429" y="3539"/>
                      <a:pt x="7716" y="1062"/>
                    </a:cubicBezTo>
                    <a:cubicBezTo>
                      <a:pt x="11906" y="-1414"/>
                      <a:pt x="15431" y="586"/>
                      <a:pt x="15431" y="5539"/>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59" name="任意多边形: 形状 58">
                <a:extLst>
                  <a:ext uri="{FF2B5EF4-FFF2-40B4-BE49-F238E27FC236}">
                    <a16:creationId xmlns:a16="http://schemas.microsoft.com/office/drawing/2014/main" id="{2A827412-42CD-3133-FC4E-C49CF7700CFE}"/>
                  </a:ext>
                </a:extLst>
              </p:cNvPr>
              <p:cNvSpPr/>
              <p:nvPr/>
            </p:nvSpPr>
            <p:spPr>
              <a:xfrm>
                <a:off x="4969076" y="3544880"/>
                <a:ext cx="15039" cy="19466"/>
              </a:xfrm>
              <a:custGeom>
                <a:avLst/>
                <a:gdLst>
                  <a:gd name="connsiteX0" fmla="*/ 15430 w 15430"/>
                  <a:gd name="connsiteY0" fmla="*/ 5480 h 19972"/>
                  <a:gd name="connsiteX1" fmla="*/ 7715 w 15430"/>
                  <a:gd name="connsiteY1" fmla="*/ 18910 h 19972"/>
                  <a:gd name="connsiteX2" fmla="*/ 0 w 15430"/>
                  <a:gd name="connsiteY2" fmla="*/ 14434 h 19972"/>
                  <a:gd name="connsiteX3" fmla="*/ 7715 w 15430"/>
                  <a:gd name="connsiteY3" fmla="*/ 1004 h 19972"/>
                  <a:gd name="connsiteX4" fmla="*/ 15430 w 15430"/>
                  <a:gd name="connsiteY4" fmla="*/ 5480 h 19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19972">
                    <a:moveTo>
                      <a:pt x="15430" y="5480"/>
                    </a:moveTo>
                    <a:cubicBezTo>
                      <a:pt x="15430" y="10433"/>
                      <a:pt x="12002" y="16434"/>
                      <a:pt x="7715" y="18910"/>
                    </a:cubicBezTo>
                    <a:cubicBezTo>
                      <a:pt x="3429" y="21387"/>
                      <a:pt x="0" y="19387"/>
                      <a:pt x="0" y="14434"/>
                    </a:cubicBezTo>
                    <a:cubicBezTo>
                      <a:pt x="0" y="9481"/>
                      <a:pt x="3429" y="3480"/>
                      <a:pt x="7715" y="1004"/>
                    </a:cubicBezTo>
                    <a:cubicBezTo>
                      <a:pt x="12002" y="-1378"/>
                      <a:pt x="15430" y="623"/>
                      <a:pt x="15430" y="5480"/>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60" name="任意多边形: 形状 59">
                <a:extLst>
                  <a:ext uri="{FF2B5EF4-FFF2-40B4-BE49-F238E27FC236}">
                    <a16:creationId xmlns:a16="http://schemas.microsoft.com/office/drawing/2014/main" id="{DF567E94-A57B-C568-034D-E717EE2BEEBA}"/>
                  </a:ext>
                </a:extLst>
              </p:cNvPr>
              <p:cNvSpPr/>
              <p:nvPr/>
            </p:nvSpPr>
            <p:spPr>
              <a:xfrm>
                <a:off x="4993305" y="3530898"/>
                <a:ext cx="15039" cy="19523"/>
              </a:xfrm>
              <a:custGeom>
                <a:avLst/>
                <a:gdLst>
                  <a:gd name="connsiteX0" fmla="*/ 15431 w 15430"/>
                  <a:gd name="connsiteY0" fmla="*/ 5539 h 20031"/>
                  <a:gd name="connsiteX1" fmla="*/ 7715 w 15430"/>
                  <a:gd name="connsiteY1" fmla="*/ 18969 h 20031"/>
                  <a:gd name="connsiteX2" fmla="*/ 0 w 15430"/>
                  <a:gd name="connsiteY2" fmla="*/ 14492 h 20031"/>
                  <a:gd name="connsiteX3" fmla="*/ 7715 w 15430"/>
                  <a:gd name="connsiteY3" fmla="*/ 1062 h 20031"/>
                  <a:gd name="connsiteX4" fmla="*/ 15431 w 15430"/>
                  <a:gd name="connsiteY4" fmla="*/ 5539 h 20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20031">
                    <a:moveTo>
                      <a:pt x="15431" y="5539"/>
                    </a:moveTo>
                    <a:cubicBezTo>
                      <a:pt x="15431" y="10492"/>
                      <a:pt x="12002" y="16493"/>
                      <a:pt x="7715" y="18969"/>
                    </a:cubicBezTo>
                    <a:cubicBezTo>
                      <a:pt x="3429" y="21446"/>
                      <a:pt x="0" y="19446"/>
                      <a:pt x="0" y="14492"/>
                    </a:cubicBezTo>
                    <a:cubicBezTo>
                      <a:pt x="0" y="9539"/>
                      <a:pt x="3429" y="3539"/>
                      <a:pt x="7715" y="1062"/>
                    </a:cubicBezTo>
                    <a:cubicBezTo>
                      <a:pt x="12002" y="-1414"/>
                      <a:pt x="15431" y="586"/>
                      <a:pt x="15431" y="5539"/>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55" name="任意多边形: 形状 54">
                <a:extLst>
                  <a:ext uri="{FF2B5EF4-FFF2-40B4-BE49-F238E27FC236}">
                    <a16:creationId xmlns:a16="http://schemas.microsoft.com/office/drawing/2014/main" id="{07AA64BE-2FCC-433B-FD77-91B530ADE62D}"/>
                  </a:ext>
                </a:extLst>
              </p:cNvPr>
              <p:cNvSpPr/>
              <p:nvPr/>
            </p:nvSpPr>
            <p:spPr>
              <a:xfrm>
                <a:off x="4712733" y="3421636"/>
                <a:ext cx="201409" cy="116269"/>
              </a:xfrm>
              <a:custGeom>
                <a:avLst/>
                <a:gdLst>
                  <a:gd name="connsiteX0" fmla="*/ 93371 w 206648"/>
                  <a:gd name="connsiteY0" fmla="*/ 117166 h 119294"/>
                  <a:gd name="connsiteX1" fmla="*/ 3741 w 206648"/>
                  <a:gd name="connsiteY1" fmla="*/ 65446 h 119294"/>
                  <a:gd name="connsiteX2" fmla="*/ 5265 w 206648"/>
                  <a:gd name="connsiteY2" fmla="*/ 53063 h 119294"/>
                  <a:gd name="connsiteX3" fmla="*/ 91847 w 206648"/>
                  <a:gd name="connsiteY3" fmla="*/ 3057 h 119294"/>
                  <a:gd name="connsiteX4" fmla="*/ 113278 w 206648"/>
                  <a:gd name="connsiteY4" fmla="*/ 2199 h 119294"/>
                  <a:gd name="connsiteX5" fmla="*/ 202908 w 206648"/>
                  <a:gd name="connsiteY5" fmla="*/ 53920 h 119294"/>
                  <a:gd name="connsiteX6" fmla="*/ 201384 w 206648"/>
                  <a:gd name="connsiteY6" fmla="*/ 66303 h 119294"/>
                  <a:gd name="connsiteX7" fmla="*/ 114802 w 206648"/>
                  <a:gd name="connsiteY7" fmla="*/ 116309 h 119294"/>
                  <a:gd name="connsiteX8" fmla="*/ 93371 w 206648"/>
                  <a:gd name="connsiteY8" fmla="*/ 117166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648" h="119294">
                    <a:moveTo>
                      <a:pt x="93371" y="117166"/>
                    </a:moveTo>
                    <a:lnTo>
                      <a:pt x="3741" y="65446"/>
                    </a:lnTo>
                    <a:cubicBezTo>
                      <a:pt x="-1784" y="62302"/>
                      <a:pt x="-1117" y="56682"/>
                      <a:pt x="5265" y="53063"/>
                    </a:cubicBezTo>
                    <a:lnTo>
                      <a:pt x="91847" y="3057"/>
                    </a:lnTo>
                    <a:cubicBezTo>
                      <a:pt x="98229" y="-658"/>
                      <a:pt x="107849" y="-1039"/>
                      <a:pt x="113278" y="2199"/>
                    </a:cubicBezTo>
                    <a:lnTo>
                      <a:pt x="202908" y="53920"/>
                    </a:lnTo>
                    <a:cubicBezTo>
                      <a:pt x="208433" y="57064"/>
                      <a:pt x="207766" y="62683"/>
                      <a:pt x="201384" y="66303"/>
                    </a:cubicBezTo>
                    <a:lnTo>
                      <a:pt x="114802" y="116309"/>
                    </a:lnTo>
                    <a:cubicBezTo>
                      <a:pt x="108516" y="119929"/>
                      <a:pt x="98895" y="120310"/>
                      <a:pt x="93371" y="117166"/>
                    </a:cubicBezTo>
                    <a:close/>
                  </a:path>
                </a:pathLst>
              </a:custGeom>
              <a:solidFill>
                <a:schemeClr val="accent1">
                  <a:lumMod val="60000"/>
                  <a:lumOff val="4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56" name="任意多边形: 形状 55">
                <a:extLst>
                  <a:ext uri="{FF2B5EF4-FFF2-40B4-BE49-F238E27FC236}">
                    <a16:creationId xmlns:a16="http://schemas.microsoft.com/office/drawing/2014/main" id="{44B2260D-D7FC-C98E-8BAE-9564CE46021C}"/>
                  </a:ext>
                </a:extLst>
              </p:cNvPr>
              <p:cNvSpPr/>
              <p:nvPr/>
            </p:nvSpPr>
            <p:spPr>
              <a:xfrm>
                <a:off x="4799520" y="3477783"/>
                <a:ext cx="27836" cy="16076"/>
              </a:xfrm>
              <a:custGeom>
                <a:avLst/>
                <a:gdLst>
                  <a:gd name="connsiteX0" fmla="*/ 12899 w 28560"/>
                  <a:gd name="connsiteY0" fmla="*/ 16220 h 16494"/>
                  <a:gd name="connsiteX1" fmla="*/ 517 w 28560"/>
                  <a:gd name="connsiteY1" fmla="*/ 9076 h 16494"/>
                  <a:gd name="connsiteX2" fmla="*/ 707 w 28560"/>
                  <a:gd name="connsiteY2" fmla="*/ 7361 h 16494"/>
                  <a:gd name="connsiteX3" fmla="*/ 12709 w 28560"/>
                  <a:gd name="connsiteY3" fmla="*/ 408 h 16494"/>
                  <a:gd name="connsiteX4" fmla="*/ 15662 w 28560"/>
                  <a:gd name="connsiteY4" fmla="*/ 313 h 16494"/>
                  <a:gd name="connsiteX5" fmla="*/ 28044 w 28560"/>
                  <a:gd name="connsiteY5" fmla="*/ 7457 h 16494"/>
                  <a:gd name="connsiteX6" fmla="*/ 27853 w 28560"/>
                  <a:gd name="connsiteY6" fmla="*/ 9171 h 16494"/>
                  <a:gd name="connsiteX7" fmla="*/ 15852 w 28560"/>
                  <a:gd name="connsiteY7" fmla="*/ 16125 h 16494"/>
                  <a:gd name="connsiteX8" fmla="*/ 12899 w 28560"/>
                  <a:gd name="connsiteY8" fmla="*/ 16220 h 1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60" h="16494">
                    <a:moveTo>
                      <a:pt x="12899" y="16220"/>
                    </a:moveTo>
                    <a:lnTo>
                      <a:pt x="517" y="9076"/>
                    </a:lnTo>
                    <a:cubicBezTo>
                      <a:pt x="-245" y="8600"/>
                      <a:pt x="-150" y="7838"/>
                      <a:pt x="707" y="7361"/>
                    </a:cubicBezTo>
                    <a:lnTo>
                      <a:pt x="12709" y="408"/>
                    </a:lnTo>
                    <a:cubicBezTo>
                      <a:pt x="13566" y="-68"/>
                      <a:pt x="14899" y="-163"/>
                      <a:pt x="15662" y="313"/>
                    </a:cubicBezTo>
                    <a:lnTo>
                      <a:pt x="28044" y="7457"/>
                    </a:lnTo>
                    <a:cubicBezTo>
                      <a:pt x="28806" y="7933"/>
                      <a:pt x="28711" y="8695"/>
                      <a:pt x="27853" y="9171"/>
                    </a:cubicBezTo>
                    <a:lnTo>
                      <a:pt x="15852" y="16125"/>
                    </a:lnTo>
                    <a:cubicBezTo>
                      <a:pt x="14995" y="16601"/>
                      <a:pt x="13661" y="16601"/>
                      <a:pt x="12899" y="16220"/>
                    </a:cubicBezTo>
                    <a:close/>
                  </a:path>
                </a:pathLst>
              </a:custGeom>
              <a:solidFill>
                <a:srgbClr val="D4EC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57" name="任意多边形: 形状 56">
                <a:extLst>
                  <a:ext uri="{FF2B5EF4-FFF2-40B4-BE49-F238E27FC236}">
                    <a16:creationId xmlns:a16="http://schemas.microsoft.com/office/drawing/2014/main" id="{217CAAFC-877B-7575-696C-BAA010936D84}"/>
                  </a:ext>
                </a:extLst>
              </p:cNvPr>
              <p:cNvSpPr/>
              <p:nvPr/>
            </p:nvSpPr>
            <p:spPr>
              <a:xfrm>
                <a:off x="4712773" y="3421705"/>
                <a:ext cx="201371" cy="63809"/>
              </a:xfrm>
              <a:custGeom>
                <a:avLst/>
                <a:gdLst>
                  <a:gd name="connsiteX0" fmla="*/ 3700 w 206609"/>
                  <a:gd name="connsiteY0" fmla="*/ 65279 h 65469"/>
                  <a:gd name="connsiteX1" fmla="*/ 3985 w 206609"/>
                  <a:gd name="connsiteY1" fmla="*/ 65470 h 65469"/>
                  <a:gd name="connsiteX2" fmla="*/ 5319 w 206609"/>
                  <a:gd name="connsiteY2" fmla="*/ 64612 h 65469"/>
                  <a:gd name="connsiteX3" fmla="*/ 91901 w 206609"/>
                  <a:gd name="connsiteY3" fmla="*/ 14606 h 65469"/>
                  <a:gd name="connsiteX4" fmla="*/ 113333 w 206609"/>
                  <a:gd name="connsiteY4" fmla="*/ 13749 h 65469"/>
                  <a:gd name="connsiteX5" fmla="*/ 202677 w 206609"/>
                  <a:gd name="connsiteY5" fmla="*/ 65375 h 65469"/>
                  <a:gd name="connsiteX6" fmla="*/ 202963 w 206609"/>
                  <a:gd name="connsiteY6" fmla="*/ 53849 h 65469"/>
                  <a:gd name="connsiteX7" fmla="*/ 113333 w 206609"/>
                  <a:gd name="connsiteY7" fmla="*/ 2129 h 65469"/>
                  <a:gd name="connsiteX8" fmla="*/ 91901 w 206609"/>
                  <a:gd name="connsiteY8" fmla="*/ 2986 h 65469"/>
                  <a:gd name="connsiteX9" fmla="*/ 5319 w 206609"/>
                  <a:gd name="connsiteY9" fmla="*/ 52992 h 65469"/>
                  <a:gd name="connsiteX10" fmla="*/ 3700 w 206609"/>
                  <a:gd name="connsiteY10" fmla="*/ 65279 h 6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609" h="65469">
                    <a:moveTo>
                      <a:pt x="3700" y="65279"/>
                    </a:moveTo>
                    <a:lnTo>
                      <a:pt x="3985" y="65470"/>
                    </a:lnTo>
                    <a:cubicBezTo>
                      <a:pt x="4367" y="65184"/>
                      <a:pt x="4747" y="64898"/>
                      <a:pt x="5319" y="64612"/>
                    </a:cubicBezTo>
                    <a:lnTo>
                      <a:pt x="91901" y="14606"/>
                    </a:lnTo>
                    <a:cubicBezTo>
                      <a:pt x="98283" y="10892"/>
                      <a:pt x="107903" y="10511"/>
                      <a:pt x="113333" y="13749"/>
                    </a:cubicBezTo>
                    <a:lnTo>
                      <a:pt x="202677" y="65375"/>
                    </a:lnTo>
                    <a:cubicBezTo>
                      <a:pt x="207725" y="61755"/>
                      <a:pt x="208011" y="56802"/>
                      <a:pt x="202963" y="53849"/>
                    </a:cubicBezTo>
                    <a:lnTo>
                      <a:pt x="113333" y="2129"/>
                    </a:lnTo>
                    <a:cubicBezTo>
                      <a:pt x="107808" y="-1015"/>
                      <a:pt x="98188" y="-634"/>
                      <a:pt x="91901" y="2986"/>
                    </a:cubicBezTo>
                    <a:lnTo>
                      <a:pt x="5319" y="52992"/>
                    </a:lnTo>
                    <a:cubicBezTo>
                      <a:pt x="-1063" y="56612"/>
                      <a:pt x="-1825" y="62136"/>
                      <a:pt x="3700" y="65279"/>
                    </a:cubicBezTo>
                    <a:close/>
                  </a:path>
                </a:pathLst>
              </a:custGeom>
              <a:solidFill>
                <a:schemeClr val="accent1">
                  <a:lumMod val="75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33" name="椭圆 32">
                <a:extLst>
                  <a:ext uri="{FF2B5EF4-FFF2-40B4-BE49-F238E27FC236}">
                    <a16:creationId xmlns:a16="http://schemas.microsoft.com/office/drawing/2014/main" id="{1A1C7A31-59C8-65DF-8E2F-39ECA17FA125}"/>
                  </a:ext>
                </a:extLst>
              </p:cNvPr>
              <p:cNvSpPr/>
              <p:nvPr/>
            </p:nvSpPr>
            <p:spPr>
              <a:xfrm>
                <a:off x="7192548" y="3467337"/>
                <a:ext cx="708448" cy="343270"/>
              </a:xfrm>
              <a:prstGeom prst="ellipse">
                <a:avLst/>
              </a:prstGeom>
              <a:gradFill flip="none" rotWithShape="1">
                <a:gsLst>
                  <a:gs pos="0">
                    <a:schemeClr val="accent1">
                      <a:lumMod val="50000"/>
                      <a:alpha val="52000"/>
                    </a:schemeClr>
                  </a:gs>
                  <a:gs pos="91000">
                    <a:schemeClr val="accent1">
                      <a:lumMod val="0"/>
                      <a:lumOff val="100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35" name="任意多边形: 形状 34">
                <a:extLst>
                  <a:ext uri="{FF2B5EF4-FFF2-40B4-BE49-F238E27FC236}">
                    <a16:creationId xmlns:a16="http://schemas.microsoft.com/office/drawing/2014/main" id="{00DCC924-BC89-126D-C436-161AE69F9A7A}"/>
                  </a:ext>
                </a:extLst>
              </p:cNvPr>
              <p:cNvSpPr/>
              <p:nvPr/>
            </p:nvSpPr>
            <p:spPr>
              <a:xfrm>
                <a:off x="7326010" y="3450711"/>
                <a:ext cx="430272" cy="223619"/>
              </a:xfrm>
              <a:custGeom>
                <a:avLst/>
                <a:gdLst>
                  <a:gd name="connsiteX0" fmla="*/ 441425 w 441465"/>
                  <a:gd name="connsiteY0" fmla="*/ 100288 h 229436"/>
                  <a:gd name="connsiteX1" fmla="*/ 441425 w 441465"/>
                  <a:gd name="connsiteY1" fmla="*/ 100288 h 229436"/>
                  <a:gd name="connsiteX2" fmla="*/ 441425 w 441465"/>
                  <a:gd name="connsiteY2" fmla="*/ 34184 h 229436"/>
                  <a:gd name="connsiteX3" fmla="*/ 293216 w 441465"/>
                  <a:gd name="connsiteY3" fmla="*/ 34089 h 229436"/>
                  <a:gd name="connsiteX4" fmla="*/ 241972 w 441465"/>
                  <a:gd name="connsiteY4" fmla="*/ 4561 h 229436"/>
                  <a:gd name="connsiteX5" fmla="*/ 196157 w 441465"/>
                  <a:gd name="connsiteY5" fmla="*/ 6467 h 229436"/>
                  <a:gd name="connsiteX6" fmla="*/ 148341 w 441465"/>
                  <a:gd name="connsiteY6" fmla="*/ 34089 h 229436"/>
                  <a:gd name="connsiteX7" fmla="*/ 37 w 441465"/>
                  <a:gd name="connsiteY7" fmla="*/ 33994 h 229436"/>
                  <a:gd name="connsiteX8" fmla="*/ 37 w 441465"/>
                  <a:gd name="connsiteY8" fmla="*/ 102002 h 229436"/>
                  <a:gd name="connsiteX9" fmla="*/ 7943 w 441465"/>
                  <a:gd name="connsiteY9" fmla="*/ 114290 h 229436"/>
                  <a:gd name="connsiteX10" fmla="*/ 199490 w 441465"/>
                  <a:gd name="connsiteY10" fmla="*/ 224875 h 229436"/>
                  <a:gd name="connsiteX11" fmla="*/ 245306 w 441465"/>
                  <a:gd name="connsiteY11" fmla="*/ 222970 h 229436"/>
                  <a:gd name="connsiteX12" fmla="*/ 430186 w 441465"/>
                  <a:gd name="connsiteY12" fmla="*/ 116194 h 229436"/>
                  <a:gd name="connsiteX13" fmla="*/ 441425 w 441465"/>
                  <a:gd name="connsiteY13" fmla="*/ 100288 h 229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465" h="229436">
                    <a:moveTo>
                      <a:pt x="441425" y="100288"/>
                    </a:moveTo>
                    <a:lnTo>
                      <a:pt x="441425" y="100288"/>
                    </a:lnTo>
                    <a:lnTo>
                      <a:pt x="441425" y="34184"/>
                    </a:lnTo>
                    <a:lnTo>
                      <a:pt x="293216" y="34089"/>
                    </a:lnTo>
                    <a:lnTo>
                      <a:pt x="241972" y="4561"/>
                    </a:lnTo>
                    <a:cubicBezTo>
                      <a:pt x="230256" y="-2201"/>
                      <a:pt x="209682" y="-1344"/>
                      <a:pt x="196157" y="6467"/>
                    </a:cubicBezTo>
                    <a:lnTo>
                      <a:pt x="148341" y="34089"/>
                    </a:lnTo>
                    <a:lnTo>
                      <a:pt x="37" y="33994"/>
                    </a:lnTo>
                    <a:lnTo>
                      <a:pt x="37" y="102002"/>
                    </a:lnTo>
                    <a:cubicBezTo>
                      <a:pt x="-344" y="106574"/>
                      <a:pt x="2228" y="111051"/>
                      <a:pt x="7943" y="114290"/>
                    </a:cubicBezTo>
                    <a:lnTo>
                      <a:pt x="199490" y="224875"/>
                    </a:lnTo>
                    <a:cubicBezTo>
                      <a:pt x="211206" y="231637"/>
                      <a:pt x="231780" y="230780"/>
                      <a:pt x="245306" y="222970"/>
                    </a:cubicBezTo>
                    <a:lnTo>
                      <a:pt x="430186" y="116194"/>
                    </a:lnTo>
                    <a:cubicBezTo>
                      <a:pt x="438091" y="111623"/>
                      <a:pt x="441902" y="105717"/>
                      <a:pt x="441425" y="100288"/>
                    </a:cubicBezTo>
                    <a:close/>
                  </a:path>
                </a:pathLst>
              </a:custGeom>
              <a:solidFill>
                <a:schemeClr val="accent1">
                  <a:lumMod val="5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36" name="任意多边形: 形状 35">
                <a:extLst>
                  <a:ext uri="{FF2B5EF4-FFF2-40B4-BE49-F238E27FC236}">
                    <a16:creationId xmlns:a16="http://schemas.microsoft.com/office/drawing/2014/main" id="{6541668D-A34F-B9CE-213F-BDFFA2ADF906}"/>
                  </a:ext>
                </a:extLst>
              </p:cNvPr>
              <p:cNvSpPr/>
              <p:nvPr/>
            </p:nvSpPr>
            <p:spPr>
              <a:xfrm>
                <a:off x="7326102" y="3450701"/>
                <a:ext cx="215135" cy="223655"/>
              </a:xfrm>
              <a:custGeom>
                <a:avLst/>
                <a:gdLst>
                  <a:gd name="connsiteX0" fmla="*/ 493144 w 493144"/>
                  <a:gd name="connsiteY0" fmla="*/ 0 h 512674"/>
                  <a:gd name="connsiteX1" fmla="*/ 493144 w 493144"/>
                  <a:gd name="connsiteY1" fmla="*/ 512639 h 512674"/>
                  <a:gd name="connsiteX2" fmla="*/ 445689 w 493144"/>
                  <a:gd name="connsiteY2" fmla="*/ 502425 h 512674"/>
                  <a:gd name="connsiteX3" fmla="*/ 17921 w 493144"/>
                  <a:gd name="connsiteY3" fmla="*/ 255464 h 512674"/>
                  <a:gd name="connsiteX4" fmla="*/ 17746 w 493144"/>
                  <a:gd name="connsiteY4" fmla="*/ 255363 h 512674"/>
                  <a:gd name="connsiteX5" fmla="*/ 83 w 493144"/>
                  <a:gd name="connsiteY5" fmla="*/ 227912 h 512674"/>
                  <a:gd name="connsiteX6" fmla="*/ 83 w 493144"/>
                  <a:gd name="connsiteY6" fmla="*/ 227912 h 512674"/>
                  <a:gd name="connsiteX7" fmla="*/ 83 w 493144"/>
                  <a:gd name="connsiteY7" fmla="*/ 75970 h 512674"/>
                  <a:gd name="connsiteX8" fmla="*/ 83 w 493144"/>
                  <a:gd name="connsiteY8" fmla="*/ 75970 h 512674"/>
                  <a:gd name="connsiteX9" fmla="*/ 857 w 493144"/>
                  <a:gd name="connsiteY9" fmla="*/ 75970 h 512674"/>
                  <a:gd name="connsiteX10" fmla="*/ 37536 w 493144"/>
                  <a:gd name="connsiteY10" fmla="*/ 75970 h 512674"/>
                  <a:gd name="connsiteX11" fmla="*/ 37748 w 493144"/>
                  <a:gd name="connsiteY11" fmla="*/ 75970 h 512674"/>
                  <a:gd name="connsiteX12" fmla="*/ 37748 w 493144"/>
                  <a:gd name="connsiteY12" fmla="*/ 75994 h 512674"/>
                  <a:gd name="connsiteX13" fmla="*/ 331415 w 493144"/>
                  <a:gd name="connsiteY13" fmla="*/ 76182 h 512674"/>
                  <a:gd name="connsiteX14" fmla="*/ 438242 w 493144"/>
                  <a:gd name="connsiteY14" fmla="*/ 14471 h 512674"/>
                  <a:gd name="connsiteX15" fmla="*/ 493144 w 493144"/>
                  <a:gd name="connsiteY15" fmla="*/ 0 h 51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3144" h="512674">
                    <a:moveTo>
                      <a:pt x="493144" y="0"/>
                    </a:moveTo>
                    <a:lnTo>
                      <a:pt x="493144" y="512639"/>
                    </a:lnTo>
                    <a:cubicBezTo>
                      <a:pt x="475481" y="513066"/>
                      <a:pt x="458245" y="509661"/>
                      <a:pt x="445689" y="502425"/>
                    </a:cubicBezTo>
                    <a:lnTo>
                      <a:pt x="17921" y="255464"/>
                    </a:lnTo>
                    <a:lnTo>
                      <a:pt x="17746" y="255363"/>
                    </a:lnTo>
                    <a:cubicBezTo>
                      <a:pt x="4978" y="248129"/>
                      <a:pt x="-769" y="238127"/>
                      <a:pt x="83" y="227912"/>
                    </a:cubicBezTo>
                    <a:lnTo>
                      <a:pt x="83" y="227912"/>
                    </a:lnTo>
                    <a:lnTo>
                      <a:pt x="83" y="75970"/>
                    </a:lnTo>
                    <a:lnTo>
                      <a:pt x="83" y="75970"/>
                    </a:lnTo>
                    <a:lnTo>
                      <a:pt x="857" y="75970"/>
                    </a:lnTo>
                    <a:lnTo>
                      <a:pt x="37536" y="75970"/>
                    </a:lnTo>
                    <a:lnTo>
                      <a:pt x="37748" y="75970"/>
                    </a:lnTo>
                    <a:lnTo>
                      <a:pt x="37748" y="75994"/>
                    </a:lnTo>
                    <a:lnTo>
                      <a:pt x="331415" y="76182"/>
                    </a:lnTo>
                    <a:lnTo>
                      <a:pt x="438242" y="14471"/>
                    </a:lnTo>
                    <a:cubicBezTo>
                      <a:pt x="453989" y="5320"/>
                      <a:pt x="473993" y="425"/>
                      <a:pt x="493144" y="0"/>
                    </a:cubicBezTo>
                    <a:close/>
                  </a:path>
                </a:pathLst>
              </a:custGeom>
              <a:gradFill>
                <a:gsLst>
                  <a:gs pos="0">
                    <a:schemeClr val="accent2"/>
                  </a:gs>
                  <a:gs pos="50000">
                    <a:schemeClr val="accent1"/>
                  </a:gs>
                  <a:gs pos="100000">
                    <a:schemeClr val="accent1">
                      <a:lumMod val="75000"/>
                    </a:schemeClr>
                  </a:gs>
                </a:gsLst>
                <a:lin ang="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endParaRPr lang="zh-CN" altLang="en-US" sz="2000">
                  <a:cs typeface="+mn-ea"/>
                  <a:sym typeface="+mn-lt"/>
                </a:endParaRPr>
              </a:p>
            </p:txBody>
          </p:sp>
          <p:sp>
            <p:nvSpPr>
              <p:cNvPr id="37" name="任意多边形: 形状 36">
                <a:extLst>
                  <a:ext uri="{FF2B5EF4-FFF2-40B4-BE49-F238E27FC236}">
                    <a16:creationId xmlns:a16="http://schemas.microsoft.com/office/drawing/2014/main" id="{6D4FB5A5-5592-41DE-789F-44045C82F6F0}"/>
                  </a:ext>
                </a:extLst>
              </p:cNvPr>
              <p:cNvSpPr/>
              <p:nvPr/>
            </p:nvSpPr>
            <p:spPr>
              <a:xfrm>
                <a:off x="7523320" y="3595616"/>
                <a:ext cx="35741" cy="78624"/>
              </a:xfrm>
              <a:custGeom>
                <a:avLst/>
                <a:gdLst>
                  <a:gd name="connsiteX0" fmla="*/ 0 w 36671"/>
                  <a:gd name="connsiteY0" fmla="*/ 77534 h 80669"/>
                  <a:gd name="connsiteX1" fmla="*/ 36671 w 36671"/>
                  <a:gd name="connsiteY1" fmla="*/ 77153 h 80669"/>
                  <a:gd name="connsiteX2" fmla="*/ 36671 w 36671"/>
                  <a:gd name="connsiteY2" fmla="*/ 0 h 80669"/>
                  <a:gd name="connsiteX3" fmla="*/ 0 w 36671"/>
                  <a:gd name="connsiteY3" fmla="*/ 0 h 80669"/>
                  <a:gd name="connsiteX4" fmla="*/ 0 w 36671"/>
                  <a:gd name="connsiteY4" fmla="*/ 77534 h 80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1" h="80669">
                    <a:moveTo>
                      <a:pt x="0" y="77534"/>
                    </a:moveTo>
                    <a:cubicBezTo>
                      <a:pt x="10096" y="81915"/>
                      <a:pt x="24765" y="81629"/>
                      <a:pt x="36671" y="77153"/>
                    </a:cubicBezTo>
                    <a:lnTo>
                      <a:pt x="36671" y="0"/>
                    </a:lnTo>
                    <a:lnTo>
                      <a:pt x="0" y="0"/>
                    </a:lnTo>
                    <a:lnTo>
                      <a:pt x="0" y="77534"/>
                    </a:ln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38" name="任意多边形: 形状 37">
                <a:extLst>
                  <a:ext uri="{FF2B5EF4-FFF2-40B4-BE49-F238E27FC236}">
                    <a16:creationId xmlns:a16="http://schemas.microsoft.com/office/drawing/2014/main" id="{8EEF9458-A2CC-A900-977A-7B92DB8AB25F}"/>
                  </a:ext>
                </a:extLst>
              </p:cNvPr>
              <p:cNvSpPr/>
              <p:nvPr/>
            </p:nvSpPr>
            <p:spPr>
              <a:xfrm>
                <a:off x="7326034" y="3359825"/>
                <a:ext cx="430221" cy="248475"/>
              </a:xfrm>
              <a:custGeom>
                <a:avLst/>
                <a:gdLst>
                  <a:gd name="connsiteX0" fmla="*/ 199466 w 441413"/>
                  <a:gd name="connsiteY0" fmla="*/ 250307 h 254938"/>
                  <a:gd name="connsiteX1" fmla="*/ 7918 w 441413"/>
                  <a:gd name="connsiteY1" fmla="*/ 139721 h 254938"/>
                  <a:gd name="connsiteX2" fmla="*/ 11252 w 441413"/>
                  <a:gd name="connsiteY2" fmla="*/ 113242 h 254938"/>
                  <a:gd name="connsiteX3" fmla="*/ 196132 w 441413"/>
                  <a:gd name="connsiteY3" fmla="*/ 6466 h 254938"/>
                  <a:gd name="connsiteX4" fmla="*/ 241947 w 441413"/>
                  <a:gd name="connsiteY4" fmla="*/ 4562 h 254938"/>
                  <a:gd name="connsiteX5" fmla="*/ 433495 w 441413"/>
                  <a:gd name="connsiteY5" fmla="*/ 115147 h 254938"/>
                  <a:gd name="connsiteX6" fmla="*/ 430161 w 441413"/>
                  <a:gd name="connsiteY6" fmla="*/ 141626 h 254938"/>
                  <a:gd name="connsiteX7" fmla="*/ 245281 w 441413"/>
                  <a:gd name="connsiteY7" fmla="*/ 248401 h 254938"/>
                  <a:gd name="connsiteX8" fmla="*/ 199466 w 441413"/>
                  <a:gd name="connsiteY8" fmla="*/ 250307 h 254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413" h="254938">
                    <a:moveTo>
                      <a:pt x="199466" y="250307"/>
                    </a:moveTo>
                    <a:lnTo>
                      <a:pt x="7918" y="139721"/>
                    </a:lnTo>
                    <a:cubicBezTo>
                      <a:pt x="-3798" y="132958"/>
                      <a:pt x="-2369" y="121052"/>
                      <a:pt x="11252" y="113242"/>
                    </a:cubicBezTo>
                    <a:lnTo>
                      <a:pt x="196132" y="6466"/>
                    </a:lnTo>
                    <a:cubicBezTo>
                      <a:pt x="209658" y="-1344"/>
                      <a:pt x="230232" y="-2201"/>
                      <a:pt x="241947" y="4562"/>
                    </a:cubicBezTo>
                    <a:lnTo>
                      <a:pt x="433495" y="115147"/>
                    </a:lnTo>
                    <a:cubicBezTo>
                      <a:pt x="445211" y="121909"/>
                      <a:pt x="443782" y="133816"/>
                      <a:pt x="430161" y="141626"/>
                    </a:cubicBezTo>
                    <a:lnTo>
                      <a:pt x="245281" y="248401"/>
                    </a:lnTo>
                    <a:cubicBezTo>
                      <a:pt x="231755" y="256307"/>
                      <a:pt x="211277" y="257165"/>
                      <a:pt x="199466" y="250307"/>
                    </a:cubicBezTo>
                    <a:close/>
                  </a:path>
                </a:pathLst>
              </a:custGeom>
              <a:gradFill>
                <a:gsLst>
                  <a:gs pos="0">
                    <a:schemeClr val="accent1">
                      <a:lumMod val="5000"/>
                      <a:lumOff val="95000"/>
                    </a:schemeClr>
                  </a:gs>
                  <a:gs pos="50000">
                    <a:schemeClr val="accent1">
                      <a:lumMod val="15000"/>
                      <a:lumOff val="85000"/>
                    </a:schemeClr>
                  </a:gs>
                  <a:gs pos="100000">
                    <a:schemeClr val="accent1">
                      <a:lumMod val="20000"/>
                      <a:lumOff val="80000"/>
                    </a:schemeClr>
                  </a:gs>
                </a:gsLst>
                <a:lin ang="0" scaled="1"/>
              </a:gra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39" name="任意多边形: 形状 38">
                <a:extLst>
                  <a:ext uri="{FF2B5EF4-FFF2-40B4-BE49-F238E27FC236}">
                    <a16:creationId xmlns:a16="http://schemas.microsoft.com/office/drawing/2014/main" id="{863624D0-D362-E33A-8026-562E25772B7F}"/>
                  </a:ext>
                </a:extLst>
              </p:cNvPr>
              <p:cNvSpPr/>
              <p:nvPr/>
            </p:nvSpPr>
            <p:spPr>
              <a:xfrm>
                <a:off x="7326093" y="3477159"/>
                <a:ext cx="430187" cy="131073"/>
              </a:xfrm>
              <a:custGeom>
                <a:avLst/>
                <a:gdLst>
                  <a:gd name="connsiteX0" fmla="*/ 430196 w 441378"/>
                  <a:gd name="connsiteY0" fmla="*/ 8287 h 134482"/>
                  <a:gd name="connsiteX1" fmla="*/ 245315 w 441378"/>
                  <a:gd name="connsiteY1" fmla="*/ 115062 h 134482"/>
                  <a:gd name="connsiteX2" fmla="*/ 199500 w 441378"/>
                  <a:gd name="connsiteY2" fmla="*/ 116967 h 134482"/>
                  <a:gd name="connsiteX3" fmla="*/ 7952 w 441378"/>
                  <a:gd name="connsiteY3" fmla="*/ 6382 h 134482"/>
                  <a:gd name="connsiteX4" fmla="*/ 2047 w 441378"/>
                  <a:gd name="connsiteY4" fmla="*/ 1143 h 134482"/>
                  <a:gd name="connsiteX5" fmla="*/ 7952 w 441378"/>
                  <a:gd name="connsiteY5" fmla="*/ 19336 h 134482"/>
                  <a:gd name="connsiteX6" fmla="*/ 199500 w 441378"/>
                  <a:gd name="connsiteY6" fmla="*/ 129921 h 134482"/>
                  <a:gd name="connsiteX7" fmla="*/ 245315 w 441378"/>
                  <a:gd name="connsiteY7" fmla="*/ 128016 h 134482"/>
                  <a:gd name="connsiteX8" fmla="*/ 430196 w 441378"/>
                  <a:gd name="connsiteY8" fmla="*/ 21241 h 134482"/>
                  <a:gd name="connsiteX9" fmla="*/ 439340 w 441378"/>
                  <a:gd name="connsiteY9" fmla="*/ 0 h 134482"/>
                  <a:gd name="connsiteX10" fmla="*/ 430196 w 441378"/>
                  <a:gd name="connsiteY10" fmla="*/ 8287 h 134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378" h="134482">
                    <a:moveTo>
                      <a:pt x="430196" y="8287"/>
                    </a:moveTo>
                    <a:lnTo>
                      <a:pt x="245315" y="115062"/>
                    </a:lnTo>
                    <a:cubicBezTo>
                      <a:pt x="231790" y="122872"/>
                      <a:pt x="211216" y="123730"/>
                      <a:pt x="199500" y="116967"/>
                    </a:cubicBezTo>
                    <a:lnTo>
                      <a:pt x="7952" y="6382"/>
                    </a:lnTo>
                    <a:cubicBezTo>
                      <a:pt x="5285" y="4858"/>
                      <a:pt x="3380" y="3048"/>
                      <a:pt x="2047" y="1143"/>
                    </a:cubicBezTo>
                    <a:cubicBezTo>
                      <a:pt x="-1954" y="7620"/>
                      <a:pt x="-144" y="14668"/>
                      <a:pt x="7952" y="19336"/>
                    </a:cubicBezTo>
                    <a:lnTo>
                      <a:pt x="199500" y="129921"/>
                    </a:lnTo>
                    <a:cubicBezTo>
                      <a:pt x="211216" y="136684"/>
                      <a:pt x="231790" y="135826"/>
                      <a:pt x="245315" y="128016"/>
                    </a:cubicBezTo>
                    <a:lnTo>
                      <a:pt x="430196" y="21241"/>
                    </a:lnTo>
                    <a:cubicBezTo>
                      <a:pt x="440768" y="15145"/>
                      <a:pt x="443911" y="6667"/>
                      <a:pt x="439340" y="0"/>
                    </a:cubicBezTo>
                    <a:cubicBezTo>
                      <a:pt x="437530" y="2953"/>
                      <a:pt x="434482" y="5810"/>
                      <a:pt x="430196" y="8287"/>
                    </a:cubicBezTo>
                    <a:close/>
                  </a:path>
                </a:pathLst>
              </a:custGeom>
              <a:solidFill>
                <a:srgbClr val="FFFF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45" name="任意多边形: 形状 44">
                <a:extLst>
                  <a:ext uri="{FF2B5EF4-FFF2-40B4-BE49-F238E27FC236}">
                    <a16:creationId xmlns:a16="http://schemas.microsoft.com/office/drawing/2014/main" id="{55B36263-0BC1-9620-EC97-A7C1FA1DC090}"/>
                  </a:ext>
                </a:extLst>
              </p:cNvPr>
              <p:cNvSpPr/>
              <p:nvPr/>
            </p:nvSpPr>
            <p:spPr>
              <a:xfrm>
                <a:off x="7672599" y="3560047"/>
                <a:ext cx="15039" cy="19523"/>
              </a:xfrm>
              <a:custGeom>
                <a:avLst/>
                <a:gdLst>
                  <a:gd name="connsiteX0" fmla="*/ 15431 w 15430"/>
                  <a:gd name="connsiteY0" fmla="*/ 5539 h 20031"/>
                  <a:gd name="connsiteX1" fmla="*/ 7716 w 15430"/>
                  <a:gd name="connsiteY1" fmla="*/ 18969 h 20031"/>
                  <a:gd name="connsiteX2" fmla="*/ 0 w 15430"/>
                  <a:gd name="connsiteY2" fmla="*/ 14492 h 20031"/>
                  <a:gd name="connsiteX3" fmla="*/ 7716 w 15430"/>
                  <a:gd name="connsiteY3" fmla="*/ 1062 h 20031"/>
                  <a:gd name="connsiteX4" fmla="*/ 15431 w 15430"/>
                  <a:gd name="connsiteY4" fmla="*/ 5539 h 20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20031">
                    <a:moveTo>
                      <a:pt x="15431" y="5539"/>
                    </a:moveTo>
                    <a:cubicBezTo>
                      <a:pt x="15431" y="10492"/>
                      <a:pt x="12002" y="16493"/>
                      <a:pt x="7716" y="18969"/>
                    </a:cubicBezTo>
                    <a:cubicBezTo>
                      <a:pt x="3429" y="21446"/>
                      <a:pt x="0" y="19445"/>
                      <a:pt x="0" y="14492"/>
                    </a:cubicBezTo>
                    <a:cubicBezTo>
                      <a:pt x="0" y="9540"/>
                      <a:pt x="3429" y="3539"/>
                      <a:pt x="7716" y="1062"/>
                    </a:cubicBezTo>
                    <a:cubicBezTo>
                      <a:pt x="11906" y="-1414"/>
                      <a:pt x="15431" y="586"/>
                      <a:pt x="15431" y="5539"/>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46" name="任意多边形: 形状 45">
                <a:extLst>
                  <a:ext uri="{FF2B5EF4-FFF2-40B4-BE49-F238E27FC236}">
                    <a16:creationId xmlns:a16="http://schemas.microsoft.com/office/drawing/2014/main" id="{3D0B4C2F-C60E-6375-9CA9-91709461C9A1}"/>
                  </a:ext>
                </a:extLst>
              </p:cNvPr>
              <p:cNvSpPr/>
              <p:nvPr/>
            </p:nvSpPr>
            <p:spPr>
              <a:xfrm>
                <a:off x="7696829" y="3546086"/>
                <a:ext cx="15039" cy="19466"/>
              </a:xfrm>
              <a:custGeom>
                <a:avLst/>
                <a:gdLst>
                  <a:gd name="connsiteX0" fmla="*/ 15430 w 15430"/>
                  <a:gd name="connsiteY0" fmla="*/ 5480 h 19972"/>
                  <a:gd name="connsiteX1" fmla="*/ 7715 w 15430"/>
                  <a:gd name="connsiteY1" fmla="*/ 18910 h 19972"/>
                  <a:gd name="connsiteX2" fmla="*/ 0 w 15430"/>
                  <a:gd name="connsiteY2" fmla="*/ 14434 h 19972"/>
                  <a:gd name="connsiteX3" fmla="*/ 7715 w 15430"/>
                  <a:gd name="connsiteY3" fmla="*/ 1004 h 19972"/>
                  <a:gd name="connsiteX4" fmla="*/ 15430 w 15430"/>
                  <a:gd name="connsiteY4" fmla="*/ 5480 h 19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19972">
                    <a:moveTo>
                      <a:pt x="15430" y="5480"/>
                    </a:moveTo>
                    <a:cubicBezTo>
                      <a:pt x="15430" y="10433"/>
                      <a:pt x="12002" y="16434"/>
                      <a:pt x="7715" y="18910"/>
                    </a:cubicBezTo>
                    <a:cubicBezTo>
                      <a:pt x="3429" y="21387"/>
                      <a:pt x="0" y="19387"/>
                      <a:pt x="0" y="14434"/>
                    </a:cubicBezTo>
                    <a:cubicBezTo>
                      <a:pt x="0" y="9481"/>
                      <a:pt x="3429" y="3480"/>
                      <a:pt x="7715" y="1004"/>
                    </a:cubicBezTo>
                    <a:cubicBezTo>
                      <a:pt x="12002" y="-1378"/>
                      <a:pt x="15430" y="623"/>
                      <a:pt x="15430" y="5480"/>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47" name="任意多边形: 形状 46">
                <a:extLst>
                  <a:ext uri="{FF2B5EF4-FFF2-40B4-BE49-F238E27FC236}">
                    <a16:creationId xmlns:a16="http://schemas.microsoft.com/office/drawing/2014/main" id="{F5E4191B-57E8-7422-9993-A0EFDBE17092}"/>
                  </a:ext>
                </a:extLst>
              </p:cNvPr>
              <p:cNvSpPr/>
              <p:nvPr/>
            </p:nvSpPr>
            <p:spPr>
              <a:xfrm>
                <a:off x="7721058" y="3532104"/>
                <a:ext cx="15039" cy="19523"/>
              </a:xfrm>
              <a:custGeom>
                <a:avLst/>
                <a:gdLst>
                  <a:gd name="connsiteX0" fmla="*/ 15431 w 15430"/>
                  <a:gd name="connsiteY0" fmla="*/ 5539 h 20031"/>
                  <a:gd name="connsiteX1" fmla="*/ 7715 w 15430"/>
                  <a:gd name="connsiteY1" fmla="*/ 18969 h 20031"/>
                  <a:gd name="connsiteX2" fmla="*/ 0 w 15430"/>
                  <a:gd name="connsiteY2" fmla="*/ 14492 h 20031"/>
                  <a:gd name="connsiteX3" fmla="*/ 7715 w 15430"/>
                  <a:gd name="connsiteY3" fmla="*/ 1062 h 20031"/>
                  <a:gd name="connsiteX4" fmla="*/ 15431 w 15430"/>
                  <a:gd name="connsiteY4" fmla="*/ 5539 h 20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 h="20031">
                    <a:moveTo>
                      <a:pt x="15431" y="5539"/>
                    </a:moveTo>
                    <a:cubicBezTo>
                      <a:pt x="15431" y="10492"/>
                      <a:pt x="12002" y="16493"/>
                      <a:pt x="7715" y="18969"/>
                    </a:cubicBezTo>
                    <a:cubicBezTo>
                      <a:pt x="3429" y="21446"/>
                      <a:pt x="0" y="19446"/>
                      <a:pt x="0" y="14492"/>
                    </a:cubicBezTo>
                    <a:cubicBezTo>
                      <a:pt x="0" y="9539"/>
                      <a:pt x="3429" y="3539"/>
                      <a:pt x="7715" y="1062"/>
                    </a:cubicBezTo>
                    <a:cubicBezTo>
                      <a:pt x="12002" y="-1414"/>
                      <a:pt x="15431" y="586"/>
                      <a:pt x="15431" y="5539"/>
                    </a:cubicBezTo>
                    <a:close/>
                  </a:path>
                </a:pathLst>
              </a:custGeom>
              <a:solidFill>
                <a:schemeClr val="accent2"/>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42" name="任意多边形: 形状 41">
                <a:extLst>
                  <a:ext uri="{FF2B5EF4-FFF2-40B4-BE49-F238E27FC236}">
                    <a16:creationId xmlns:a16="http://schemas.microsoft.com/office/drawing/2014/main" id="{D2DB1B8A-A699-E0B7-F00B-0B52391A7AE7}"/>
                  </a:ext>
                </a:extLst>
              </p:cNvPr>
              <p:cNvSpPr/>
              <p:nvPr/>
            </p:nvSpPr>
            <p:spPr>
              <a:xfrm>
                <a:off x="7440486" y="3422842"/>
                <a:ext cx="201409" cy="116269"/>
              </a:xfrm>
              <a:custGeom>
                <a:avLst/>
                <a:gdLst>
                  <a:gd name="connsiteX0" fmla="*/ 93371 w 206648"/>
                  <a:gd name="connsiteY0" fmla="*/ 117166 h 119294"/>
                  <a:gd name="connsiteX1" fmla="*/ 3741 w 206648"/>
                  <a:gd name="connsiteY1" fmla="*/ 65446 h 119294"/>
                  <a:gd name="connsiteX2" fmla="*/ 5265 w 206648"/>
                  <a:gd name="connsiteY2" fmla="*/ 53063 h 119294"/>
                  <a:gd name="connsiteX3" fmla="*/ 91847 w 206648"/>
                  <a:gd name="connsiteY3" fmla="*/ 3057 h 119294"/>
                  <a:gd name="connsiteX4" fmla="*/ 113278 w 206648"/>
                  <a:gd name="connsiteY4" fmla="*/ 2199 h 119294"/>
                  <a:gd name="connsiteX5" fmla="*/ 202908 w 206648"/>
                  <a:gd name="connsiteY5" fmla="*/ 53920 h 119294"/>
                  <a:gd name="connsiteX6" fmla="*/ 201384 w 206648"/>
                  <a:gd name="connsiteY6" fmla="*/ 66303 h 119294"/>
                  <a:gd name="connsiteX7" fmla="*/ 114802 w 206648"/>
                  <a:gd name="connsiteY7" fmla="*/ 116309 h 119294"/>
                  <a:gd name="connsiteX8" fmla="*/ 93371 w 206648"/>
                  <a:gd name="connsiteY8" fmla="*/ 117166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648" h="119294">
                    <a:moveTo>
                      <a:pt x="93371" y="117166"/>
                    </a:moveTo>
                    <a:lnTo>
                      <a:pt x="3741" y="65446"/>
                    </a:lnTo>
                    <a:cubicBezTo>
                      <a:pt x="-1784" y="62302"/>
                      <a:pt x="-1117" y="56682"/>
                      <a:pt x="5265" y="53063"/>
                    </a:cubicBezTo>
                    <a:lnTo>
                      <a:pt x="91847" y="3057"/>
                    </a:lnTo>
                    <a:cubicBezTo>
                      <a:pt x="98229" y="-658"/>
                      <a:pt x="107849" y="-1039"/>
                      <a:pt x="113278" y="2199"/>
                    </a:cubicBezTo>
                    <a:lnTo>
                      <a:pt x="202908" y="53920"/>
                    </a:lnTo>
                    <a:cubicBezTo>
                      <a:pt x="208433" y="57064"/>
                      <a:pt x="207766" y="62683"/>
                      <a:pt x="201384" y="66303"/>
                    </a:cubicBezTo>
                    <a:lnTo>
                      <a:pt x="114802" y="116309"/>
                    </a:lnTo>
                    <a:cubicBezTo>
                      <a:pt x="108516" y="119929"/>
                      <a:pt x="98895" y="120310"/>
                      <a:pt x="93371" y="117166"/>
                    </a:cubicBezTo>
                    <a:close/>
                  </a:path>
                </a:pathLst>
              </a:custGeom>
              <a:solidFill>
                <a:schemeClr val="accent1">
                  <a:lumMod val="60000"/>
                  <a:lumOff val="40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43" name="任意多边形: 形状 42">
                <a:extLst>
                  <a:ext uri="{FF2B5EF4-FFF2-40B4-BE49-F238E27FC236}">
                    <a16:creationId xmlns:a16="http://schemas.microsoft.com/office/drawing/2014/main" id="{8FA8F84E-DF4B-B3D4-74D2-ABC7A4854B7E}"/>
                  </a:ext>
                </a:extLst>
              </p:cNvPr>
              <p:cNvSpPr/>
              <p:nvPr/>
            </p:nvSpPr>
            <p:spPr>
              <a:xfrm>
                <a:off x="7527273" y="3478989"/>
                <a:ext cx="27836" cy="16076"/>
              </a:xfrm>
              <a:custGeom>
                <a:avLst/>
                <a:gdLst>
                  <a:gd name="connsiteX0" fmla="*/ 12899 w 28560"/>
                  <a:gd name="connsiteY0" fmla="*/ 16220 h 16494"/>
                  <a:gd name="connsiteX1" fmla="*/ 517 w 28560"/>
                  <a:gd name="connsiteY1" fmla="*/ 9076 h 16494"/>
                  <a:gd name="connsiteX2" fmla="*/ 707 w 28560"/>
                  <a:gd name="connsiteY2" fmla="*/ 7361 h 16494"/>
                  <a:gd name="connsiteX3" fmla="*/ 12709 w 28560"/>
                  <a:gd name="connsiteY3" fmla="*/ 408 h 16494"/>
                  <a:gd name="connsiteX4" fmla="*/ 15662 w 28560"/>
                  <a:gd name="connsiteY4" fmla="*/ 313 h 16494"/>
                  <a:gd name="connsiteX5" fmla="*/ 28044 w 28560"/>
                  <a:gd name="connsiteY5" fmla="*/ 7457 h 16494"/>
                  <a:gd name="connsiteX6" fmla="*/ 27853 w 28560"/>
                  <a:gd name="connsiteY6" fmla="*/ 9171 h 16494"/>
                  <a:gd name="connsiteX7" fmla="*/ 15852 w 28560"/>
                  <a:gd name="connsiteY7" fmla="*/ 16125 h 16494"/>
                  <a:gd name="connsiteX8" fmla="*/ 12899 w 28560"/>
                  <a:gd name="connsiteY8" fmla="*/ 16220 h 1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60" h="16494">
                    <a:moveTo>
                      <a:pt x="12899" y="16220"/>
                    </a:moveTo>
                    <a:lnTo>
                      <a:pt x="517" y="9076"/>
                    </a:lnTo>
                    <a:cubicBezTo>
                      <a:pt x="-245" y="8600"/>
                      <a:pt x="-150" y="7838"/>
                      <a:pt x="707" y="7361"/>
                    </a:cubicBezTo>
                    <a:lnTo>
                      <a:pt x="12709" y="408"/>
                    </a:lnTo>
                    <a:cubicBezTo>
                      <a:pt x="13566" y="-68"/>
                      <a:pt x="14899" y="-163"/>
                      <a:pt x="15662" y="313"/>
                    </a:cubicBezTo>
                    <a:lnTo>
                      <a:pt x="28044" y="7457"/>
                    </a:lnTo>
                    <a:cubicBezTo>
                      <a:pt x="28806" y="7933"/>
                      <a:pt x="28711" y="8695"/>
                      <a:pt x="27853" y="9171"/>
                    </a:cubicBezTo>
                    <a:lnTo>
                      <a:pt x="15852" y="16125"/>
                    </a:lnTo>
                    <a:cubicBezTo>
                      <a:pt x="14995" y="16601"/>
                      <a:pt x="13661" y="16601"/>
                      <a:pt x="12899" y="16220"/>
                    </a:cubicBezTo>
                    <a:close/>
                  </a:path>
                </a:pathLst>
              </a:custGeom>
              <a:solidFill>
                <a:srgbClr val="D4ECFF"/>
              </a:solidFill>
              <a:ln w="9525" cap="flat">
                <a:noFill/>
                <a:prstDash val="solid"/>
                <a:miter/>
              </a:ln>
            </p:spPr>
            <p:txBody>
              <a:bodyPr rtlCol="0" anchor="ctr"/>
              <a:lstStyle/>
              <a:p>
                <a:pPr>
                  <a:lnSpc>
                    <a:spcPct val="120000"/>
                  </a:lnSpc>
                </a:pPr>
                <a:endParaRPr lang="zh-CN" altLang="en-US" sz="2000">
                  <a:cs typeface="+mn-ea"/>
                  <a:sym typeface="+mn-lt"/>
                </a:endParaRPr>
              </a:p>
            </p:txBody>
          </p:sp>
          <p:sp>
            <p:nvSpPr>
              <p:cNvPr id="44" name="任意多边形: 形状 43">
                <a:extLst>
                  <a:ext uri="{FF2B5EF4-FFF2-40B4-BE49-F238E27FC236}">
                    <a16:creationId xmlns:a16="http://schemas.microsoft.com/office/drawing/2014/main" id="{9796E1A7-763D-AD2A-36DA-6C422B381170}"/>
                  </a:ext>
                </a:extLst>
              </p:cNvPr>
              <p:cNvSpPr/>
              <p:nvPr/>
            </p:nvSpPr>
            <p:spPr>
              <a:xfrm>
                <a:off x="7440526" y="3422911"/>
                <a:ext cx="201371" cy="63809"/>
              </a:xfrm>
              <a:custGeom>
                <a:avLst/>
                <a:gdLst>
                  <a:gd name="connsiteX0" fmla="*/ 3700 w 206609"/>
                  <a:gd name="connsiteY0" fmla="*/ 65279 h 65469"/>
                  <a:gd name="connsiteX1" fmla="*/ 3985 w 206609"/>
                  <a:gd name="connsiteY1" fmla="*/ 65470 h 65469"/>
                  <a:gd name="connsiteX2" fmla="*/ 5319 w 206609"/>
                  <a:gd name="connsiteY2" fmla="*/ 64612 h 65469"/>
                  <a:gd name="connsiteX3" fmla="*/ 91901 w 206609"/>
                  <a:gd name="connsiteY3" fmla="*/ 14606 h 65469"/>
                  <a:gd name="connsiteX4" fmla="*/ 113333 w 206609"/>
                  <a:gd name="connsiteY4" fmla="*/ 13749 h 65469"/>
                  <a:gd name="connsiteX5" fmla="*/ 202677 w 206609"/>
                  <a:gd name="connsiteY5" fmla="*/ 65375 h 65469"/>
                  <a:gd name="connsiteX6" fmla="*/ 202963 w 206609"/>
                  <a:gd name="connsiteY6" fmla="*/ 53849 h 65469"/>
                  <a:gd name="connsiteX7" fmla="*/ 113333 w 206609"/>
                  <a:gd name="connsiteY7" fmla="*/ 2129 h 65469"/>
                  <a:gd name="connsiteX8" fmla="*/ 91901 w 206609"/>
                  <a:gd name="connsiteY8" fmla="*/ 2986 h 65469"/>
                  <a:gd name="connsiteX9" fmla="*/ 5319 w 206609"/>
                  <a:gd name="connsiteY9" fmla="*/ 52992 h 65469"/>
                  <a:gd name="connsiteX10" fmla="*/ 3700 w 206609"/>
                  <a:gd name="connsiteY10" fmla="*/ 65279 h 6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609" h="65469">
                    <a:moveTo>
                      <a:pt x="3700" y="65279"/>
                    </a:moveTo>
                    <a:lnTo>
                      <a:pt x="3985" y="65470"/>
                    </a:lnTo>
                    <a:cubicBezTo>
                      <a:pt x="4367" y="65184"/>
                      <a:pt x="4747" y="64898"/>
                      <a:pt x="5319" y="64612"/>
                    </a:cubicBezTo>
                    <a:lnTo>
                      <a:pt x="91901" y="14606"/>
                    </a:lnTo>
                    <a:cubicBezTo>
                      <a:pt x="98283" y="10892"/>
                      <a:pt x="107903" y="10511"/>
                      <a:pt x="113333" y="13749"/>
                    </a:cubicBezTo>
                    <a:lnTo>
                      <a:pt x="202677" y="65375"/>
                    </a:lnTo>
                    <a:cubicBezTo>
                      <a:pt x="207725" y="61755"/>
                      <a:pt x="208011" y="56802"/>
                      <a:pt x="202963" y="53849"/>
                    </a:cubicBezTo>
                    <a:lnTo>
                      <a:pt x="113333" y="2129"/>
                    </a:lnTo>
                    <a:cubicBezTo>
                      <a:pt x="107808" y="-1015"/>
                      <a:pt x="98188" y="-634"/>
                      <a:pt x="91901" y="2986"/>
                    </a:cubicBezTo>
                    <a:lnTo>
                      <a:pt x="5319" y="52992"/>
                    </a:lnTo>
                    <a:cubicBezTo>
                      <a:pt x="-1063" y="56612"/>
                      <a:pt x="-1825" y="62136"/>
                      <a:pt x="3700" y="65279"/>
                    </a:cubicBezTo>
                    <a:close/>
                  </a:path>
                </a:pathLst>
              </a:custGeom>
              <a:solidFill>
                <a:schemeClr val="accent1">
                  <a:lumMod val="75000"/>
                </a:schemeClr>
              </a:solidFill>
              <a:ln w="9525" cap="flat">
                <a:noFill/>
                <a:prstDash val="solid"/>
                <a:miter/>
              </a:ln>
            </p:spPr>
            <p:txBody>
              <a:bodyPr rtlCol="0" anchor="ctr"/>
              <a:lstStyle/>
              <a:p>
                <a:pPr>
                  <a:lnSpc>
                    <a:spcPct val="120000"/>
                  </a:lnSpc>
                </a:pPr>
                <a:endParaRPr lang="zh-CN" altLang="en-US" sz="2000">
                  <a:cs typeface="+mn-ea"/>
                  <a:sym typeface="+mn-lt"/>
                </a:endParaRPr>
              </a:p>
            </p:txBody>
          </p:sp>
          <p:cxnSp>
            <p:nvCxnSpPr>
              <p:cNvPr id="12" name="直接连接符 11">
                <a:extLst>
                  <a:ext uri="{FF2B5EF4-FFF2-40B4-BE49-F238E27FC236}">
                    <a16:creationId xmlns:a16="http://schemas.microsoft.com/office/drawing/2014/main" id="{3BC418CA-3F11-7FB4-3E7A-F80AC5A21781}"/>
                  </a:ext>
                </a:extLst>
              </p:cNvPr>
              <p:cNvCxnSpPr>
                <a:cxnSpLocks/>
              </p:cNvCxnSpPr>
              <p:nvPr/>
            </p:nvCxnSpPr>
            <p:spPr>
              <a:xfrm>
                <a:off x="6633857" y="5145819"/>
                <a:ext cx="0" cy="171124"/>
              </a:xfrm>
              <a:prstGeom prst="line">
                <a:avLst/>
              </a:prstGeom>
              <a:ln w="38100" cap="rnd">
                <a:gradFill>
                  <a:gsLst>
                    <a:gs pos="0">
                      <a:schemeClr val="accent2"/>
                    </a:gs>
                    <a:gs pos="100000">
                      <a:schemeClr val="accent1"/>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9BD5B655-9C48-A1C3-06D4-BF67EA278B80}"/>
                  </a:ext>
                </a:extLst>
              </p:cNvPr>
              <p:cNvCxnSpPr>
                <a:cxnSpLocks/>
              </p:cNvCxnSpPr>
              <p:nvPr/>
            </p:nvCxnSpPr>
            <p:spPr>
              <a:xfrm>
                <a:off x="5878964" y="2248290"/>
                <a:ext cx="0" cy="177582"/>
              </a:xfrm>
              <a:prstGeom prst="line">
                <a:avLst/>
              </a:prstGeom>
              <a:ln w="38100" cap="rnd">
                <a:gradFill>
                  <a:gsLst>
                    <a:gs pos="0">
                      <a:schemeClr val="accent2"/>
                    </a:gs>
                    <a:gs pos="100000">
                      <a:schemeClr val="accent1"/>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9C65DC5A-2E17-4976-B4B4-5489CFC4C4A9}"/>
                </a:ext>
              </a:extLst>
            </p:cNvPr>
            <p:cNvGrpSpPr/>
            <p:nvPr/>
          </p:nvGrpSpPr>
          <p:grpSpPr>
            <a:xfrm>
              <a:off x="7634544" y="1766408"/>
              <a:ext cx="3862131" cy="1595697"/>
              <a:chOff x="7634544" y="1766408"/>
              <a:chExt cx="3862131" cy="1595697"/>
            </a:xfrm>
          </p:grpSpPr>
          <p:cxnSp>
            <p:nvCxnSpPr>
              <p:cNvPr id="155" name="直接连接符 154">
                <a:extLst>
                  <a:ext uri="{FF2B5EF4-FFF2-40B4-BE49-F238E27FC236}">
                    <a16:creationId xmlns:a16="http://schemas.microsoft.com/office/drawing/2014/main" id="{A58F9035-AFA0-E12F-999A-1D677F87A004}"/>
                  </a:ext>
                </a:extLst>
              </p:cNvPr>
              <p:cNvCxnSpPr>
                <a:cxnSpLocks/>
              </p:cNvCxnSpPr>
              <p:nvPr/>
            </p:nvCxnSpPr>
            <p:spPr>
              <a:xfrm flipV="1">
                <a:off x="7634544" y="2273467"/>
                <a:ext cx="592419" cy="475523"/>
              </a:xfrm>
              <a:prstGeom prst="line">
                <a:avLst/>
              </a:prstGeom>
              <a:ln w="12700">
                <a:solidFill>
                  <a:schemeClr val="accent1">
                    <a:lumMod val="40000"/>
                    <a:lumOff val="6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E89A3DA2-CEDA-05B9-9693-7AE3244532E4}"/>
                  </a:ext>
                </a:extLst>
              </p:cNvPr>
              <p:cNvCxnSpPr>
                <a:cxnSpLocks/>
              </p:cNvCxnSpPr>
              <p:nvPr/>
            </p:nvCxnSpPr>
            <p:spPr>
              <a:xfrm>
                <a:off x="8223269" y="2273467"/>
                <a:ext cx="3273406" cy="0"/>
              </a:xfrm>
              <a:prstGeom prst="line">
                <a:avLst/>
              </a:prstGeom>
              <a:ln w="127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62" name="Bullet1">
                <a:extLst>
                  <a:ext uri="{FF2B5EF4-FFF2-40B4-BE49-F238E27FC236}">
                    <a16:creationId xmlns:a16="http://schemas.microsoft.com/office/drawing/2014/main" id="{6EB2EC01-362A-F854-CC18-75176B7E5B5C}"/>
                  </a:ext>
                </a:extLst>
              </p:cNvPr>
              <p:cNvSpPr txBox="1"/>
              <p:nvPr/>
            </p:nvSpPr>
            <p:spPr>
              <a:xfrm flipH="1">
                <a:off x="8261914" y="1766408"/>
                <a:ext cx="3234759"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20000"/>
                  </a:lnSpc>
                </a:pPr>
                <a:r>
                  <a:rPr lang="zh-CN" altLang="en-US" sz="2000" b="1" dirty="0">
                    <a:solidFill>
                      <a:srgbClr val="000000"/>
                    </a:solidFill>
                    <a:latin typeface="+mn-lt"/>
                    <a:ea typeface="+mn-ea"/>
                    <a:cs typeface="+mn-ea"/>
                    <a:sym typeface="+mn-lt"/>
                  </a:rPr>
                  <a:t>市场领军企业</a:t>
                </a:r>
                <a:endParaRPr lang="en-US" sz="2000" dirty="0"/>
              </a:p>
            </p:txBody>
          </p:sp>
          <p:sp>
            <p:nvSpPr>
              <p:cNvPr id="163" name="Text1">
                <a:extLst>
                  <a:ext uri="{FF2B5EF4-FFF2-40B4-BE49-F238E27FC236}">
                    <a16:creationId xmlns:a16="http://schemas.microsoft.com/office/drawing/2014/main" id="{C23F2AED-87DF-E685-9DD3-A6F93BA6EB84}"/>
                  </a:ext>
                </a:extLst>
              </p:cNvPr>
              <p:cNvSpPr txBox="1"/>
              <p:nvPr/>
            </p:nvSpPr>
            <p:spPr>
              <a:xfrm flipH="1">
                <a:off x="8261913" y="2257957"/>
                <a:ext cx="3234759" cy="1104148"/>
              </a:xfrm>
              <a:prstGeom prst="rect">
                <a:avLst/>
              </a:prstGeom>
              <a:noFill/>
            </p:spPr>
            <p:txBody>
              <a:bodyPr wrap="square" rtlCol="0">
                <a:spAutoFit/>
              </a:body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grpSp>
        <p:grpSp>
          <p:nvGrpSpPr>
            <p:cNvPr id="22" name="组合 21">
              <a:extLst>
                <a:ext uri="{FF2B5EF4-FFF2-40B4-BE49-F238E27FC236}">
                  <a16:creationId xmlns:a16="http://schemas.microsoft.com/office/drawing/2014/main" id="{A08CCDF5-1726-2BD6-14BC-D70C96335416}"/>
                </a:ext>
              </a:extLst>
            </p:cNvPr>
            <p:cNvGrpSpPr/>
            <p:nvPr/>
          </p:nvGrpSpPr>
          <p:grpSpPr>
            <a:xfrm>
              <a:off x="7673190" y="4876368"/>
              <a:ext cx="3845710" cy="1595697"/>
              <a:chOff x="7673190" y="4876368"/>
              <a:chExt cx="3845710" cy="1595697"/>
            </a:xfrm>
          </p:grpSpPr>
          <p:cxnSp>
            <p:nvCxnSpPr>
              <p:cNvPr id="158" name="直接连接符 157">
                <a:extLst>
                  <a:ext uri="{FF2B5EF4-FFF2-40B4-BE49-F238E27FC236}">
                    <a16:creationId xmlns:a16="http://schemas.microsoft.com/office/drawing/2014/main" id="{B44285E1-5E7D-8D56-F194-1B8107732C62}"/>
                  </a:ext>
                </a:extLst>
              </p:cNvPr>
              <p:cNvCxnSpPr>
                <a:cxnSpLocks/>
              </p:cNvCxnSpPr>
              <p:nvPr/>
            </p:nvCxnSpPr>
            <p:spPr>
              <a:xfrm>
                <a:off x="7673190" y="4885588"/>
                <a:ext cx="592419" cy="475523"/>
              </a:xfrm>
              <a:prstGeom prst="line">
                <a:avLst/>
              </a:prstGeom>
              <a:ln w="12700">
                <a:solidFill>
                  <a:schemeClr val="accent1">
                    <a:lumMod val="40000"/>
                    <a:lumOff val="6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7E1AF406-F207-3121-FBCD-F0AD63EEB52F}"/>
                  </a:ext>
                </a:extLst>
              </p:cNvPr>
              <p:cNvCxnSpPr>
                <a:cxnSpLocks/>
              </p:cNvCxnSpPr>
              <p:nvPr/>
            </p:nvCxnSpPr>
            <p:spPr>
              <a:xfrm>
                <a:off x="8261915" y="5361111"/>
                <a:ext cx="3234760" cy="0"/>
              </a:xfrm>
              <a:prstGeom prst="line">
                <a:avLst/>
              </a:prstGeom>
              <a:ln w="127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64" name="Bullet2">
                <a:extLst>
                  <a:ext uri="{FF2B5EF4-FFF2-40B4-BE49-F238E27FC236}">
                    <a16:creationId xmlns:a16="http://schemas.microsoft.com/office/drawing/2014/main" id="{E300FEA8-DCA0-0A1E-9E6C-4456E55B3C33}"/>
                  </a:ext>
                </a:extLst>
              </p:cNvPr>
              <p:cNvSpPr txBox="1"/>
              <p:nvPr/>
            </p:nvSpPr>
            <p:spPr>
              <a:xfrm flipH="1">
                <a:off x="8284141" y="4876368"/>
                <a:ext cx="3234759"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20000"/>
                  </a:lnSpc>
                </a:pPr>
                <a:r>
                  <a:rPr lang="zh-CN" altLang="en-US" sz="2000" b="1" dirty="0">
                    <a:solidFill>
                      <a:srgbClr val="000000"/>
                    </a:solidFill>
                    <a:latin typeface="+mn-lt"/>
                    <a:ea typeface="+mn-ea"/>
                    <a:cs typeface="+mn-ea"/>
                    <a:sym typeface="+mn-lt"/>
                  </a:rPr>
                  <a:t>新兴竞争者</a:t>
                </a:r>
                <a:endParaRPr lang="en-US" sz="2000" dirty="0"/>
              </a:p>
            </p:txBody>
          </p:sp>
          <p:sp>
            <p:nvSpPr>
              <p:cNvPr id="165" name="Text2">
                <a:extLst>
                  <a:ext uri="{FF2B5EF4-FFF2-40B4-BE49-F238E27FC236}">
                    <a16:creationId xmlns:a16="http://schemas.microsoft.com/office/drawing/2014/main" id="{BE63D5BF-A258-4A89-F4E7-73BFE22108B9}"/>
                  </a:ext>
                </a:extLst>
              </p:cNvPr>
              <p:cNvSpPr txBox="1"/>
              <p:nvPr/>
            </p:nvSpPr>
            <p:spPr>
              <a:xfrm flipH="1">
                <a:off x="8284140" y="5367917"/>
                <a:ext cx="3234759" cy="1104148"/>
              </a:xfrm>
              <a:prstGeom prst="rect">
                <a:avLst/>
              </a:prstGeom>
              <a:noFill/>
            </p:spPr>
            <p:txBody>
              <a:bodyPr wrap="square" rtlCol="0">
                <a:spAutoFit/>
              </a:body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grpSp>
        <p:grpSp>
          <p:nvGrpSpPr>
            <p:cNvPr id="3" name="组合 2">
              <a:extLst>
                <a:ext uri="{FF2B5EF4-FFF2-40B4-BE49-F238E27FC236}">
                  <a16:creationId xmlns:a16="http://schemas.microsoft.com/office/drawing/2014/main" id="{277F1855-37B6-FD7A-999B-767B99CA3772}"/>
                </a:ext>
              </a:extLst>
            </p:cNvPr>
            <p:cNvGrpSpPr/>
            <p:nvPr/>
          </p:nvGrpSpPr>
          <p:grpSpPr>
            <a:xfrm>
              <a:off x="660400" y="1766408"/>
              <a:ext cx="4081841" cy="1595697"/>
              <a:chOff x="660400" y="1766408"/>
              <a:chExt cx="4081841" cy="1595697"/>
            </a:xfrm>
          </p:grpSpPr>
          <p:cxnSp>
            <p:nvCxnSpPr>
              <p:cNvPr id="141" name="直接连接符 140">
                <a:extLst>
                  <a:ext uri="{FF2B5EF4-FFF2-40B4-BE49-F238E27FC236}">
                    <a16:creationId xmlns:a16="http://schemas.microsoft.com/office/drawing/2014/main" id="{F666E487-5F97-A3F1-D193-3CCF82F6D463}"/>
                  </a:ext>
                </a:extLst>
              </p:cNvPr>
              <p:cNvCxnSpPr>
                <a:cxnSpLocks/>
              </p:cNvCxnSpPr>
              <p:nvPr/>
            </p:nvCxnSpPr>
            <p:spPr>
              <a:xfrm flipH="1" flipV="1">
                <a:off x="4149822" y="2273467"/>
                <a:ext cx="592419" cy="475523"/>
              </a:xfrm>
              <a:prstGeom prst="line">
                <a:avLst/>
              </a:prstGeom>
              <a:ln w="9525">
                <a:solidFill>
                  <a:schemeClr val="accent1">
                    <a:lumMod val="40000"/>
                    <a:lumOff val="6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FF495ECD-1C23-1AB9-4CCB-03176243D416}"/>
                  </a:ext>
                </a:extLst>
              </p:cNvPr>
              <p:cNvCxnSpPr>
                <a:cxnSpLocks/>
              </p:cNvCxnSpPr>
              <p:nvPr/>
            </p:nvCxnSpPr>
            <p:spPr>
              <a:xfrm flipH="1">
                <a:off x="803275" y="2273467"/>
                <a:ext cx="3350241" cy="0"/>
              </a:xfrm>
              <a:prstGeom prst="line">
                <a:avLst/>
              </a:prstGeom>
              <a:ln w="952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66" name="Bullet3">
                <a:extLst>
                  <a:ext uri="{FF2B5EF4-FFF2-40B4-BE49-F238E27FC236}">
                    <a16:creationId xmlns:a16="http://schemas.microsoft.com/office/drawing/2014/main" id="{CAC662EB-6CA7-5103-E26B-54CC146DFBB1}"/>
                  </a:ext>
                </a:extLst>
              </p:cNvPr>
              <p:cNvSpPr txBox="1"/>
              <p:nvPr/>
            </p:nvSpPr>
            <p:spPr>
              <a:xfrm flipH="1">
                <a:off x="660401" y="1766408"/>
                <a:ext cx="3234759"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20000"/>
                  </a:lnSpc>
                </a:pPr>
                <a:r>
                  <a:rPr lang="zh-CN" altLang="en-US" sz="2000" b="1" dirty="0">
                    <a:solidFill>
                      <a:srgbClr val="000000"/>
                    </a:solidFill>
                    <a:latin typeface="+mn-lt"/>
                    <a:ea typeface="+mn-ea"/>
                    <a:cs typeface="+mn-ea"/>
                    <a:sym typeface="+mn-lt"/>
                  </a:rPr>
                  <a:t>传统竞争者</a:t>
                </a:r>
                <a:endParaRPr lang="en-US" sz="2000" dirty="0"/>
              </a:p>
            </p:txBody>
          </p:sp>
          <p:sp>
            <p:nvSpPr>
              <p:cNvPr id="167" name="Text3">
                <a:extLst>
                  <a:ext uri="{FF2B5EF4-FFF2-40B4-BE49-F238E27FC236}">
                    <a16:creationId xmlns:a16="http://schemas.microsoft.com/office/drawing/2014/main" id="{FAF56077-54FF-A202-8828-0E805490E274}"/>
                  </a:ext>
                </a:extLst>
              </p:cNvPr>
              <p:cNvSpPr txBox="1"/>
              <p:nvPr/>
            </p:nvSpPr>
            <p:spPr>
              <a:xfrm flipH="1">
                <a:off x="660400" y="2257957"/>
                <a:ext cx="3234759" cy="1104148"/>
              </a:xfrm>
              <a:prstGeom prst="rect">
                <a:avLst/>
              </a:prstGeom>
              <a:noFill/>
            </p:spPr>
            <p:txBody>
              <a:bodyPr wrap="square" rtlCol="0">
                <a:spAutoFit/>
              </a:body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grpSp>
        <p:grpSp>
          <p:nvGrpSpPr>
            <p:cNvPr id="17" name="组合 16">
              <a:extLst>
                <a:ext uri="{FF2B5EF4-FFF2-40B4-BE49-F238E27FC236}">
                  <a16:creationId xmlns:a16="http://schemas.microsoft.com/office/drawing/2014/main" id="{BC32046E-A3B9-B024-8A20-2904073D0B25}"/>
                </a:ext>
              </a:extLst>
            </p:cNvPr>
            <p:cNvGrpSpPr/>
            <p:nvPr/>
          </p:nvGrpSpPr>
          <p:grpSpPr>
            <a:xfrm>
              <a:off x="682627" y="4876368"/>
              <a:ext cx="4059614" cy="1595697"/>
              <a:chOff x="682627" y="4876368"/>
              <a:chExt cx="4059614" cy="1595697"/>
            </a:xfrm>
          </p:grpSpPr>
          <p:cxnSp>
            <p:nvCxnSpPr>
              <p:cNvPr id="152" name="直接连接符 151">
                <a:extLst>
                  <a:ext uri="{FF2B5EF4-FFF2-40B4-BE49-F238E27FC236}">
                    <a16:creationId xmlns:a16="http://schemas.microsoft.com/office/drawing/2014/main" id="{1A4AFE9A-48D8-E33D-8D3C-7CABA875DC04}"/>
                  </a:ext>
                </a:extLst>
              </p:cNvPr>
              <p:cNvCxnSpPr>
                <a:cxnSpLocks/>
              </p:cNvCxnSpPr>
              <p:nvPr/>
            </p:nvCxnSpPr>
            <p:spPr>
              <a:xfrm flipH="1">
                <a:off x="4149822" y="4885588"/>
                <a:ext cx="592419" cy="475523"/>
              </a:xfrm>
              <a:prstGeom prst="line">
                <a:avLst/>
              </a:prstGeom>
              <a:ln w="9525">
                <a:solidFill>
                  <a:schemeClr val="accent1">
                    <a:lumMod val="40000"/>
                    <a:lumOff val="6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E0A9B175-716B-DB1D-F0AE-939D4D1C0A0E}"/>
                  </a:ext>
                </a:extLst>
              </p:cNvPr>
              <p:cNvCxnSpPr>
                <a:cxnSpLocks/>
              </p:cNvCxnSpPr>
              <p:nvPr/>
            </p:nvCxnSpPr>
            <p:spPr>
              <a:xfrm flipH="1">
                <a:off x="803275" y="5361111"/>
                <a:ext cx="3350241" cy="0"/>
              </a:xfrm>
              <a:prstGeom prst="line">
                <a:avLst/>
              </a:prstGeom>
              <a:ln w="952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68" name="Bullet4">
                <a:extLst>
                  <a:ext uri="{FF2B5EF4-FFF2-40B4-BE49-F238E27FC236}">
                    <a16:creationId xmlns:a16="http://schemas.microsoft.com/office/drawing/2014/main" id="{B89D31F9-B70C-E8BF-0444-484E7009E5B9}"/>
                  </a:ext>
                </a:extLst>
              </p:cNvPr>
              <p:cNvSpPr txBox="1"/>
              <p:nvPr/>
            </p:nvSpPr>
            <p:spPr>
              <a:xfrm flipH="1">
                <a:off x="682628" y="4876368"/>
                <a:ext cx="3234759" cy="491547"/>
              </a:xfrm>
              <a:prstGeom prst="rect">
                <a:avLst/>
              </a:prstGeom>
              <a:noFill/>
            </p:spPr>
            <p:txBody>
              <a:bodyPr wrap="square" rtlCol="0" anchor="b"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nSpc>
                    <a:spcPct val="120000"/>
                  </a:lnSpc>
                </a:pPr>
                <a:r>
                  <a:rPr lang="zh-CN" altLang="en-US" sz="2000" b="1" dirty="0">
                    <a:solidFill>
                      <a:srgbClr val="000000"/>
                    </a:solidFill>
                    <a:latin typeface="+mn-lt"/>
                    <a:ea typeface="+mn-ea"/>
                    <a:cs typeface="+mn-ea"/>
                    <a:sym typeface="+mn-lt"/>
                  </a:rPr>
                  <a:t>国内外竞争对比</a:t>
                </a:r>
                <a:endParaRPr lang="en-US" sz="2000" dirty="0"/>
              </a:p>
            </p:txBody>
          </p:sp>
          <p:sp>
            <p:nvSpPr>
              <p:cNvPr id="169" name="Text4">
                <a:extLst>
                  <a:ext uri="{FF2B5EF4-FFF2-40B4-BE49-F238E27FC236}">
                    <a16:creationId xmlns:a16="http://schemas.microsoft.com/office/drawing/2014/main" id="{B8818E89-025D-F088-9EEB-3FB9F1FD1A95}"/>
                  </a:ext>
                </a:extLst>
              </p:cNvPr>
              <p:cNvSpPr txBox="1"/>
              <p:nvPr/>
            </p:nvSpPr>
            <p:spPr>
              <a:xfrm flipH="1">
                <a:off x="682627" y="5367917"/>
                <a:ext cx="3234759" cy="1104148"/>
              </a:xfrm>
              <a:prstGeom prst="rect">
                <a:avLst/>
              </a:prstGeom>
              <a:noFill/>
            </p:spPr>
            <p:txBody>
              <a:bodyPr wrap="square" rtlCol="0">
                <a:spAutoFit/>
              </a:body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pPr>
              <a:lnSpc>
                <a:spcPct val="120000"/>
              </a:lnSpc>
            </a:pPr>
            <a:r>
              <a:rPr lang="zh-CN" altLang="en-US" dirty="0"/>
              <a:t>政策环境分析</a:t>
            </a:r>
            <a:endParaRPr lang="en-US" dirty="0"/>
          </a:p>
        </p:txBody>
      </p:sp>
      <p:grpSp>
        <p:nvGrpSpPr>
          <p:cNvPr id="16" name="组合 15">
            <a:extLst>
              <a:ext uri="{FF2B5EF4-FFF2-40B4-BE49-F238E27FC236}">
                <a16:creationId xmlns:a16="http://schemas.microsoft.com/office/drawing/2014/main" id="{2DC50A75-F008-05E0-2ADC-F8608273ADA2}"/>
              </a:ext>
            </a:extLst>
          </p:cNvPr>
          <p:cNvGrpSpPr/>
          <p:nvPr/>
        </p:nvGrpSpPr>
        <p:grpSpPr>
          <a:xfrm>
            <a:off x="1" y="1135302"/>
            <a:ext cx="12191999" cy="5722698"/>
            <a:chOff x="1" y="1135302"/>
            <a:chExt cx="12191999" cy="5722698"/>
          </a:xfrm>
        </p:grpSpPr>
        <p:grpSp>
          <p:nvGrpSpPr>
            <p:cNvPr id="8" name="组合 7">
              <a:extLst>
                <a:ext uri="{FF2B5EF4-FFF2-40B4-BE49-F238E27FC236}">
                  <a16:creationId xmlns:a16="http://schemas.microsoft.com/office/drawing/2014/main" id="{82E62E38-6856-F213-7277-5B2471F5E58F}"/>
                </a:ext>
              </a:extLst>
            </p:cNvPr>
            <p:cNvGrpSpPr/>
            <p:nvPr/>
          </p:nvGrpSpPr>
          <p:grpSpPr>
            <a:xfrm>
              <a:off x="1" y="1135302"/>
              <a:ext cx="12191999" cy="5722698"/>
              <a:chOff x="1" y="1135302"/>
              <a:chExt cx="12191999" cy="5714822"/>
            </a:xfrm>
          </p:grpSpPr>
          <p:grpSp>
            <p:nvGrpSpPr>
              <p:cNvPr id="22" name="组合 21">
                <a:extLst>
                  <a:ext uri="{FF2B5EF4-FFF2-40B4-BE49-F238E27FC236}">
                    <a16:creationId xmlns:a16="http://schemas.microsoft.com/office/drawing/2014/main" id="{E8807FE3-C304-6E89-82C4-490A2BA4205E}"/>
                  </a:ext>
                </a:extLst>
              </p:cNvPr>
              <p:cNvGrpSpPr/>
              <p:nvPr/>
            </p:nvGrpSpPr>
            <p:grpSpPr>
              <a:xfrm>
                <a:off x="650757" y="1135302"/>
                <a:ext cx="10868143" cy="5151198"/>
                <a:chOff x="650757" y="1706802"/>
                <a:chExt cx="10868143" cy="5151198"/>
              </a:xfrm>
            </p:grpSpPr>
            <p:grpSp>
              <p:nvGrpSpPr>
                <p:cNvPr id="13" name="组合 12">
                  <a:extLst>
                    <a:ext uri="{FF2B5EF4-FFF2-40B4-BE49-F238E27FC236}">
                      <a16:creationId xmlns:a16="http://schemas.microsoft.com/office/drawing/2014/main" id="{BF3CBB83-7AEA-0050-6986-30C838EA0BD0}"/>
                    </a:ext>
                  </a:extLst>
                </p:cNvPr>
                <p:cNvGrpSpPr/>
                <p:nvPr/>
              </p:nvGrpSpPr>
              <p:grpSpPr>
                <a:xfrm>
                  <a:off x="650757" y="3389959"/>
                  <a:ext cx="3148134" cy="3468041"/>
                  <a:chOff x="650757" y="3389959"/>
                  <a:chExt cx="3148134" cy="3468041"/>
                </a:xfrm>
              </p:grpSpPr>
              <p:grpSp>
                <p:nvGrpSpPr>
                  <p:cNvPr id="29" name="组合 28">
                    <a:extLst>
                      <a:ext uri="{FF2B5EF4-FFF2-40B4-BE49-F238E27FC236}">
                        <a16:creationId xmlns:a16="http://schemas.microsoft.com/office/drawing/2014/main" id="{39306BAF-FB0F-DFD3-54BA-06A3D0D71189}"/>
                      </a:ext>
                    </a:extLst>
                  </p:cNvPr>
                  <p:cNvGrpSpPr/>
                  <p:nvPr/>
                </p:nvGrpSpPr>
                <p:grpSpPr>
                  <a:xfrm>
                    <a:off x="650757" y="3389959"/>
                    <a:ext cx="3148134" cy="2687624"/>
                    <a:chOff x="653920" y="2746996"/>
                    <a:chExt cx="2115838" cy="3330587"/>
                  </a:xfrm>
                </p:grpSpPr>
                <p:grpSp>
                  <p:nvGrpSpPr>
                    <p:cNvPr id="5" name="组合 1">
                      <a:extLst>
                        <a:ext uri="{FF2B5EF4-FFF2-40B4-BE49-F238E27FC236}">
                          <a16:creationId xmlns:a16="http://schemas.microsoft.com/office/drawing/2014/main" id="{66C70E1E-6E96-2543-3AB0-4538FB80F8E2}"/>
                        </a:ext>
                      </a:extLst>
                    </p:cNvPr>
                    <p:cNvGrpSpPr>
                      <a:grpSpLocks noChangeAspect="1"/>
                    </p:cNvGrpSpPr>
                    <p:nvPr/>
                  </p:nvGrpSpPr>
                  <p:grpSpPr>
                    <a:xfrm>
                      <a:off x="653920" y="3306061"/>
                      <a:ext cx="2115838" cy="2771522"/>
                      <a:chOff x="4639615" y="2749264"/>
                      <a:chExt cx="6793276" cy="3506377"/>
                    </a:xfrm>
                  </p:grpSpPr>
                  <p:sp>
                    <p:nvSpPr>
                      <p:cNvPr id="3" name="ComponentBackground1">
                        <a:extLst>
                          <a:ext uri="{FF2B5EF4-FFF2-40B4-BE49-F238E27FC236}">
                            <a16:creationId xmlns:a16="http://schemas.microsoft.com/office/drawing/2014/main" id="{787FBD32-2A47-DC14-D4B2-C29C8E269D52}"/>
                          </a:ext>
                        </a:extLst>
                      </p:cNvPr>
                      <p:cNvSpPr>
                        <a:spLocks/>
                      </p:cNvSpPr>
                      <p:nvPr/>
                    </p:nvSpPr>
                    <p:spPr>
                      <a:xfrm>
                        <a:off x="4660423" y="2749264"/>
                        <a:ext cx="6772468" cy="3419710"/>
                      </a:xfrm>
                      <a:prstGeom prst="roundRect">
                        <a:avLst>
                          <a:gd name="adj" fmla="val 12151"/>
                        </a:avLst>
                      </a:prstGeom>
                      <a:solidFill>
                        <a:schemeClr val="bg1"/>
                      </a:solidFill>
                      <a:ln w="12700" cap="rnd">
                        <a:gradFill flip="none" rotWithShape="1">
                          <a:gsLst>
                            <a:gs pos="0">
                              <a:schemeClr val="accent1">
                                <a:lumMod val="45000"/>
                                <a:lumOff val="55000"/>
                              </a:schemeClr>
                            </a:gs>
                            <a:gs pos="100000">
                              <a:schemeClr val="accent1">
                                <a:lumMod val="30000"/>
                                <a:lumOff val="70000"/>
                                <a:alpha val="0"/>
                              </a:schemeClr>
                            </a:gs>
                          </a:gsLst>
                          <a:lin ang="16200000" scaled="1"/>
                          <a:tileRect/>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lnSpc>
                            <a:spcPct val="120000"/>
                          </a:lnSpc>
                        </a:pPr>
                        <a:endParaRPr lang="zh-CN" altLang="en-US" sz="2000" b="1">
                          <a:solidFill>
                            <a:schemeClr val="accent1"/>
                          </a:solidFill>
                          <a:sym typeface="Arial" panose="020B0604020202020204" pitchFamily="34" charset="0"/>
                        </a:endParaRPr>
                      </a:p>
                    </p:txBody>
                  </p:sp>
                  <p:sp>
                    <p:nvSpPr>
                      <p:cNvPr id="4" name="Shape1">
                        <a:extLst>
                          <a:ext uri="{FF2B5EF4-FFF2-40B4-BE49-F238E27FC236}">
                            <a16:creationId xmlns:a16="http://schemas.microsoft.com/office/drawing/2014/main" id="{39B9E8B3-498F-F097-B615-86EF2EEC0902}"/>
                          </a:ext>
                        </a:extLst>
                      </p:cNvPr>
                      <p:cNvSpPr/>
                      <p:nvPr/>
                    </p:nvSpPr>
                    <p:spPr>
                      <a:xfrm>
                        <a:off x="6755481" y="6082306"/>
                        <a:ext cx="2522778" cy="173335"/>
                      </a:xfrm>
                      <a:prstGeom prst="roundRect">
                        <a:avLst>
                          <a:gd name="adj" fmla="val 50000"/>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defTabSz="914354">
                          <a:lnSpc>
                            <a:spcPct val="140000"/>
                          </a:lnSpc>
                        </a:pPr>
                        <a:endParaRPr lang="zh-CN" altLang="en-US" sz="2000" b="1">
                          <a:solidFill>
                            <a:schemeClr val="tx1"/>
                          </a:solidFill>
                        </a:endParaRPr>
                      </a:p>
                    </p:txBody>
                  </p:sp>
                  <p:sp>
                    <p:nvSpPr>
                      <p:cNvPr id="6" name="Text1">
                        <a:extLst>
                          <a:ext uri="{FF2B5EF4-FFF2-40B4-BE49-F238E27FC236}">
                            <a16:creationId xmlns:a16="http://schemas.microsoft.com/office/drawing/2014/main" id="{610D5916-9D24-EC53-7CDB-A636A2503D11}"/>
                          </a:ext>
                        </a:extLst>
                      </p:cNvPr>
                      <p:cNvSpPr/>
                      <p:nvPr/>
                    </p:nvSpPr>
                    <p:spPr bwMode="auto">
                      <a:xfrm>
                        <a:off x="4639615" y="4158821"/>
                        <a:ext cx="6772468" cy="183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7" name="Bullet1">
                        <a:extLst>
                          <a:ext uri="{FF2B5EF4-FFF2-40B4-BE49-F238E27FC236}">
                            <a16:creationId xmlns:a16="http://schemas.microsoft.com/office/drawing/2014/main" id="{E3C62214-51A8-C974-6922-1837FC6C1593}"/>
                          </a:ext>
                        </a:extLst>
                      </p:cNvPr>
                      <p:cNvSpPr txBox="1"/>
                      <p:nvPr/>
                    </p:nvSpPr>
                    <p:spPr bwMode="auto">
                      <a:xfrm>
                        <a:off x="4964744" y="3049406"/>
                        <a:ext cx="6104255" cy="10875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20000"/>
                          </a:lnSpc>
                          <a:spcBef>
                            <a:spcPct val="0"/>
                          </a:spcBef>
                          <a:buFontTx/>
                          <a:buNone/>
                        </a:pPr>
                        <a:r>
                          <a:rPr lang="zh-CN" altLang="en-US" sz="2000" b="1" dirty="0"/>
                          <a:t>政策扶持力度</a:t>
                        </a:r>
                        <a:endParaRPr lang="en-US" sz="2000" dirty="0"/>
                      </a:p>
                    </p:txBody>
                  </p:sp>
                </p:grpSp>
                <p:sp>
                  <p:nvSpPr>
                    <p:cNvPr id="28" name="Shape1">
                      <a:extLst>
                        <a:ext uri="{FF2B5EF4-FFF2-40B4-BE49-F238E27FC236}">
                          <a16:creationId xmlns:a16="http://schemas.microsoft.com/office/drawing/2014/main" id="{96AB2D1B-0F37-4FE3-6E14-29D54DB92A05}"/>
                        </a:ext>
                      </a:extLst>
                    </p:cNvPr>
                    <p:cNvSpPr txBox="1">
                      <a:spLocks noChangeAspect="1"/>
                    </p:cNvSpPr>
                    <p:nvPr/>
                  </p:nvSpPr>
                  <p:spPr>
                    <a:xfrm>
                      <a:off x="1042605" y="2746996"/>
                      <a:ext cx="1326393" cy="559064"/>
                    </a:xfrm>
                    <a:prstGeom prst="upArrow">
                      <a:avLst>
                        <a:gd name="adj1" fmla="val 50000"/>
                        <a:gd name="adj2" fmla="val 74897"/>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endParaRPr lang="zh-CN" altLang="en-US" sz="2000" dirty="0">
                        <a:sym typeface="Arial" panose="020B0604020202020204" pitchFamily="34" charset="0"/>
                      </a:endParaRPr>
                    </a:p>
                  </p:txBody>
                </p:sp>
              </p:grpSp>
              <p:cxnSp>
                <p:nvCxnSpPr>
                  <p:cNvPr id="9" name="直接连接符 8">
                    <a:extLst>
                      <a:ext uri="{FF2B5EF4-FFF2-40B4-BE49-F238E27FC236}">
                        <a16:creationId xmlns:a16="http://schemas.microsoft.com/office/drawing/2014/main" id="{998E048E-F1BF-BBD6-81A2-FA81F82A816A}"/>
                      </a:ext>
                    </a:extLst>
                  </p:cNvPr>
                  <p:cNvCxnSpPr>
                    <a:cxnSpLocks/>
                  </p:cNvCxnSpPr>
                  <p:nvPr/>
                </p:nvCxnSpPr>
                <p:spPr>
                  <a:xfrm flipV="1">
                    <a:off x="2200617" y="6134100"/>
                    <a:ext cx="0" cy="72390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grpSp>
            <p:grpSp>
              <p:nvGrpSpPr>
                <p:cNvPr id="18" name="组合 17">
                  <a:extLst>
                    <a:ext uri="{FF2B5EF4-FFF2-40B4-BE49-F238E27FC236}">
                      <a16:creationId xmlns:a16="http://schemas.microsoft.com/office/drawing/2014/main" id="{B79D5043-290F-6565-245E-7B4169917EF6}"/>
                    </a:ext>
                  </a:extLst>
                </p:cNvPr>
                <p:cNvGrpSpPr/>
                <p:nvPr/>
              </p:nvGrpSpPr>
              <p:grpSpPr>
                <a:xfrm>
                  <a:off x="4510761" y="2548380"/>
                  <a:ext cx="3148134" cy="4309620"/>
                  <a:chOff x="4510761" y="2548380"/>
                  <a:chExt cx="3148134" cy="4309620"/>
                </a:xfrm>
              </p:grpSpPr>
              <p:grpSp>
                <p:nvGrpSpPr>
                  <p:cNvPr id="44" name="组合 43">
                    <a:extLst>
                      <a:ext uri="{FF2B5EF4-FFF2-40B4-BE49-F238E27FC236}">
                        <a16:creationId xmlns:a16="http://schemas.microsoft.com/office/drawing/2014/main" id="{AD46D6B9-31D5-9DAD-B41C-151840CA464E}"/>
                      </a:ext>
                    </a:extLst>
                  </p:cNvPr>
                  <p:cNvGrpSpPr/>
                  <p:nvPr/>
                </p:nvGrpSpPr>
                <p:grpSpPr>
                  <a:xfrm>
                    <a:off x="4510761" y="2548380"/>
                    <a:ext cx="3148134" cy="2687624"/>
                    <a:chOff x="653920" y="2746996"/>
                    <a:chExt cx="2115838" cy="3330587"/>
                  </a:xfrm>
                </p:grpSpPr>
                <p:grpSp>
                  <p:nvGrpSpPr>
                    <p:cNvPr id="45" name="组合 44">
                      <a:extLst>
                        <a:ext uri="{FF2B5EF4-FFF2-40B4-BE49-F238E27FC236}">
                          <a16:creationId xmlns:a16="http://schemas.microsoft.com/office/drawing/2014/main" id="{552926D2-A081-501C-0730-A37409CDEA64}"/>
                        </a:ext>
                      </a:extLst>
                    </p:cNvPr>
                    <p:cNvGrpSpPr>
                      <a:grpSpLocks noChangeAspect="1"/>
                    </p:cNvGrpSpPr>
                    <p:nvPr/>
                  </p:nvGrpSpPr>
                  <p:grpSpPr>
                    <a:xfrm>
                      <a:off x="653920" y="3306061"/>
                      <a:ext cx="2115838" cy="2771522"/>
                      <a:chOff x="4639615" y="2749264"/>
                      <a:chExt cx="6793276" cy="3506377"/>
                    </a:xfrm>
                  </p:grpSpPr>
                  <p:sp>
                    <p:nvSpPr>
                      <p:cNvPr id="47" name="ComponentBackground2">
                        <a:extLst>
                          <a:ext uri="{FF2B5EF4-FFF2-40B4-BE49-F238E27FC236}">
                            <a16:creationId xmlns:a16="http://schemas.microsoft.com/office/drawing/2014/main" id="{AC0C796E-AF8C-FC5A-AABC-0EDC572D5570}"/>
                          </a:ext>
                        </a:extLst>
                      </p:cNvPr>
                      <p:cNvSpPr>
                        <a:spLocks/>
                      </p:cNvSpPr>
                      <p:nvPr/>
                    </p:nvSpPr>
                    <p:spPr>
                      <a:xfrm>
                        <a:off x="4660423" y="2749264"/>
                        <a:ext cx="6772468" cy="3419710"/>
                      </a:xfrm>
                      <a:prstGeom prst="roundRect">
                        <a:avLst>
                          <a:gd name="adj" fmla="val 12151"/>
                        </a:avLst>
                      </a:prstGeom>
                      <a:solidFill>
                        <a:schemeClr val="bg1"/>
                      </a:solidFill>
                      <a:ln w="12700" cap="rnd">
                        <a:gradFill flip="none" rotWithShape="1">
                          <a:gsLst>
                            <a:gs pos="0">
                              <a:schemeClr val="accent1">
                                <a:lumMod val="45000"/>
                                <a:lumOff val="55000"/>
                              </a:schemeClr>
                            </a:gs>
                            <a:gs pos="100000">
                              <a:schemeClr val="accent1">
                                <a:lumMod val="30000"/>
                                <a:lumOff val="70000"/>
                                <a:alpha val="0"/>
                              </a:schemeClr>
                            </a:gs>
                          </a:gsLst>
                          <a:lin ang="16200000" scaled="1"/>
                          <a:tileRect/>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lnSpc>
                            <a:spcPct val="120000"/>
                          </a:lnSpc>
                        </a:pPr>
                        <a:endParaRPr lang="zh-CN" altLang="en-US" sz="2000" b="1">
                          <a:solidFill>
                            <a:schemeClr val="accent1"/>
                          </a:solidFill>
                          <a:sym typeface="Arial" panose="020B0604020202020204" pitchFamily="34" charset="0"/>
                        </a:endParaRPr>
                      </a:p>
                    </p:txBody>
                  </p:sp>
                  <p:sp>
                    <p:nvSpPr>
                      <p:cNvPr id="48" name="Shape2">
                        <a:extLst>
                          <a:ext uri="{FF2B5EF4-FFF2-40B4-BE49-F238E27FC236}">
                            <a16:creationId xmlns:a16="http://schemas.microsoft.com/office/drawing/2014/main" id="{037ED999-6DC9-45D1-2487-BABFC14C7C99}"/>
                          </a:ext>
                        </a:extLst>
                      </p:cNvPr>
                      <p:cNvSpPr/>
                      <p:nvPr/>
                    </p:nvSpPr>
                    <p:spPr>
                      <a:xfrm>
                        <a:off x="6755481" y="6082306"/>
                        <a:ext cx="2522778" cy="173335"/>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lnSpc>
                            <a:spcPct val="140000"/>
                          </a:lnSpc>
                        </a:pPr>
                        <a:endParaRPr lang="zh-CN" altLang="en-US" b="1">
                          <a:solidFill>
                            <a:srgbClr val="FFFFFF"/>
                          </a:solidFill>
                          <a:cs typeface="+mn-ea"/>
                        </a:endParaRPr>
                      </a:p>
                    </p:txBody>
                  </p:sp>
                  <p:sp>
                    <p:nvSpPr>
                      <p:cNvPr id="49" name="Text2">
                        <a:extLst>
                          <a:ext uri="{FF2B5EF4-FFF2-40B4-BE49-F238E27FC236}">
                            <a16:creationId xmlns:a16="http://schemas.microsoft.com/office/drawing/2014/main" id="{E833C658-8A00-0970-68E4-E0F219C8CD33}"/>
                          </a:ext>
                        </a:extLst>
                      </p:cNvPr>
                      <p:cNvSpPr/>
                      <p:nvPr/>
                    </p:nvSpPr>
                    <p:spPr bwMode="auto">
                      <a:xfrm>
                        <a:off x="4639615" y="4158821"/>
                        <a:ext cx="6772468" cy="183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50" name="Bullet2">
                        <a:extLst>
                          <a:ext uri="{FF2B5EF4-FFF2-40B4-BE49-F238E27FC236}">
                            <a16:creationId xmlns:a16="http://schemas.microsoft.com/office/drawing/2014/main" id="{4A428351-376A-7657-F5CE-3BA71B00FF13}"/>
                          </a:ext>
                        </a:extLst>
                      </p:cNvPr>
                      <p:cNvSpPr txBox="1"/>
                      <p:nvPr/>
                    </p:nvSpPr>
                    <p:spPr bwMode="auto">
                      <a:xfrm>
                        <a:off x="4964744" y="3049406"/>
                        <a:ext cx="6104255" cy="10875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20000"/>
                          </a:lnSpc>
                          <a:spcBef>
                            <a:spcPct val="0"/>
                          </a:spcBef>
                          <a:buFontTx/>
                          <a:buNone/>
                        </a:pPr>
                        <a:r>
                          <a:rPr lang="zh-CN" altLang="en-US" sz="2000" b="1" dirty="0"/>
                          <a:t>政策调整风险</a:t>
                        </a:r>
                        <a:endParaRPr lang="en-US" sz="2000" dirty="0"/>
                      </a:p>
                    </p:txBody>
                  </p:sp>
                </p:grpSp>
                <p:sp>
                  <p:nvSpPr>
                    <p:cNvPr id="46" name="Shape2">
                      <a:extLst>
                        <a:ext uri="{FF2B5EF4-FFF2-40B4-BE49-F238E27FC236}">
                          <a16:creationId xmlns:a16="http://schemas.microsoft.com/office/drawing/2014/main" id="{F5D711BA-6EB0-A66F-F8C9-5636CA643EF7}"/>
                        </a:ext>
                      </a:extLst>
                    </p:cNvPr>
                    <p:cNvSpPr txBox="1">
                      <a:spLocks noChangeAspect="1"/>
                    </p:cNvSpPr>
                    <p:nvPr/>
                  </p:nvSpPr>
                  <p:spPr>
                    <a:xfrm>
                      <a:off x="1042605" y="2746996"/>
                      <a:ext cx="1326393" cy="559064"/>
                    </a:xfrm>
                    <a:prstGeom prst="upArrow">
                      <a:avLst>
                        <a:gd name="adj1" fmla="val 50000"/>
                        <a:gd name="adj2" fmla="val 74897"/>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endParaRPr lang="zh-CN" altLang="en-US" sz="2000" dirty="0">
                        <a:sym typeface="Arial" panose="020B0604020202020204" pitchFamily="34" charset="0"/>
                      </a:endParaRPr>
                    </a:p>
                  </p:txBody>
                </p:sp>
              </p:grpSp>
              <p:cxnSp>
                <p:nvCxnSpPr>
                  <p:cNvPr id="15" name="直接连接符 14">
                    <a:extLst>
                      <a:ext uri="{FF2B5EF4-FFF2-40B4-BE49-F238E27FC236}">
                        <a16:creationId xmlns:a16="http://schemas.microsoft.com/office/drawing/2014/main" id="{2D09F707-D613-E174-31CE-51BEC36DE29A}"/>
                      </a:ext>
                    </a:extLst>
                  </p:cNvPr>
                  <p:cNvCxnSpPr>
                    <a:cxnSpLocks/>
                  </p:cNvCxnSpPr>
                  <p:nvPr/>
                </p:nvCxnSpPr>
                <p:spPr>
                  <a:xfrm flipV="1">
                    <a:off x="6060621" y="5281310"/>
                    <a:ext cx="0" cy="1576690"/>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grpSp>
            <p:grpSp>
              <p:nvGrpSpPr>
                <p:cNvPr id="21" name="组合 20">
                  <a:extLst>
                    <a:ext uri="{FF2B5EF4-FFF2-40B4-BE49-F238E27FC236}">
                      <a16:creationId xmlns:a16="http://schemas.microsoft.com/office/drawing/2014/main" id="{B65EF97D-26F5-88B8-2482-DE5A148114FE}"/>
                    </a:ext>
                  </a:extLst>
                </p:cNvPr>
                <p:cNvGrpSpPr/>
                <p:nvPr/>
              </p:nvGrpSpPr>
              <p:grpSpPr>
                <a:xfrm>
                  <a:off x="8370766" y="1706802"/>
                  <a:ext cx="3148134" cy="5151198"/>
                  <a:chOff x="8370766" y="1706802"/>
                  <a:chExt cx="3148134" cy="5151198"/>
                </a:xfrm>
              </p:grpSpPr>
              <p:grpSp>
                <p:nvGrpSpPr>
                  <p:cNvPr id="51" name="组合 50">
                    <a:extLst>
                      <a:ext uri="{FF2B5EF4-FFF2-40B4-BE49-F238E27FC236}">
                        <a16:creationId xmlns:a16="http://schemas.microsoft.com/office/drawing/2014/main" id="{0EC24EEF-717A-44CF-5DD2-A7D6BCFC00F2}"/>
                      </a:ext>
                    </a:extLst>
                  </p:cNvPr>
                  <p:cNvGrpSpPr/>
                  <p:nvPr/>
                </p:nvGrpSpPr>
                <p:grpSpPr>
                  <a:xfrm>
                    <a:off x="8370766" y="1706802"/>
                    <a:ext cx="3148134" cy="2687624"/>
                    <a:chOff x="653920" y="2746996"/>
                    <a:chExt cx="2115838" cy="3330587"/>
                  </a:xfrm>
                </p:grpSpPr>
                <p:grpSp>
                  <p:nvGrpSpPr>
                    <p:cNvPr id="52" name="组合 51">
                      <a:extLst>
                        <a:ext uri="{FF2B5EF4-FFF2-40B4-BE49-F238E27FC236}">
                          <a16:creationId xmlns:a16="http://schemas.microsoft.com/office/drawing/2014/main" id="{C70E0EA5-8139-E5DD-7B33-80EF6309C3A6}"/>
                        </a:ext>
                      </a:extLst>
                    </p:cNvPr>
                    <p:cNvGrpSpPr>
                      <a:grpSpLocks noChangeAspect="1"/>
                    </p:cNvGrpSpPr>
                    <p:nvPr/>
                  </p:nvGrpSpPr>
                  <p:grpSpPr>
                    <a:xfrm>
                      <a:off x="653920" y="3306061"/>
                      <a:ext cx="2115838" cy="2771522"/>
                      <a:chOff x="4639615" y="2749264"/>
                      <a:chExt cx="6793276" cy="3506377"/>
                    </a:xfrm>
                  </p:grpSpPr>
                  <p:sp>
                    <p:nvSpPr>
                      <p:cNvPr id="54" name="ComponentBackground3">
                        <a:extLst>
                          <a:ext uri="{FF2B5EF4-FFF2-40B4-BE49-F238E27FC236}">
                            <a16:creationId xmlns:a16="http://schemas.microsoft.com/office/drawing/2014/main" id="{F8387FC6-BA02-1582-8875-5805B9A2F9E2}"/>
                          </a:ext>
                        </a:extLst>
                      </p:cNvPr>
                      <p:cNvSpPr>
                        <a:spLocks/>
                      </p:cNvSpPr>
                      <p:nvPr/>
                    </p:nvSpPr>
                    <p:spPr>
                      <a:xfrm>
                        <a:off x="4660423" y="2749264"/>
                        <a:ext cx="6772468" cy="3419710"/>
                      </a:xfrm>
                      <a:prstGeom prst="roundRect">
                        <a:avLst>
                          <a:gd name="adj" fmla="val 12151"/>
                        </a:avLst>
                      </a:prstGeom>
                      <a:solidFill>
                        <a:schemeClr val="bg1"/>
                      </a:solidFill>
                      <a:ln w="12700" cap="rnd">
                        <a:gradFill flip="none" rotWithShape="1">
                          <a:gsLst>
                            <a:gs pos="0">
                              <a:schemeClr val="accent1">
                                <a:lumMod val="45000"/>
                                <a:lumOff val="55000"/>
                              </a:schemeClr>
                            </a:gs>
                            <a:gs pos="100000">
                              <a:schemeClr val="accent1">
                                <a:lumMod val="30000"/>
                                <a:lumOff val="70000"/>
                                <a:alpha val="0"/>
                              </a:schemeClr>
                            </a:gs>
                          </a:gsLst>
                          <a:lin ang="16200000" scaled="1"/>
                          <a:tileRect/>
                        </a:gradFill>
                        <a:prstDash val="solid"/>
                        <a:round/>
                      </a:ln>
                      <a:effectLst>
                        <a:outerShdw blurRad="254000" dist="127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r">
                          <a:lnSpc>
                            <a:spcPct val="120000"/>
                          </a:lnSpc>
                        </a:pPr>
                        <a:endParaRPr lang="zh-CN" altLang="en-US" sz="2000" b="1">
                          <a:solidFill>
                            <a:schemeClr val="accent1"/>
                          </a:solidFill>
                          <a:sym typeface="Arial" panose="020B0604020202020204" pitchFamily="34" charset="0"/>
                        </a:endParaRPr>
                      </a:p>
                    </p:txBody>
                  </p:sp>
                  <p:sp>
                    <p:nvSpPr>
                      <p:cNvPr id="55" name="Shape3">
                        <a:extLst>
                          <a:ext uri="{FF2B5EF4-FFF2-40B4-BE49-F238E27FC236}">
                            <a16:creationId xmlns:a16="http://schemas.microsoft.com/office/drawing/2014/main" id="{E05491CF-7414-869F-05D0-B35C1A0B75C3}"/>
                          </a:ext>
                        </a:extLst>
                      </p:cNvPr>
                      <p:cNvSpPr/>
                      <p:nvPr/>
                    </p:nvSpPr>
                    <p:spPr>
                      <a:xfrm>
                        <a:off x="6755481" y="6082306"/>
                        <a:ext cx="2522778" cy="173335"/>
                      </a:xfrm>
                      <a:prstGeom prst="roundRect">
                        <a:avLst>
                          <a:gd name="adj" fmla="val 50000"/>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p>
                        <a:pPr defTabSz="914354">
                          <a:lnSpc>
                            <a:spcPct val="140000"/>
                          </a:lnSpc>
                        </a:pPr>
                        <a:endParaRPr lang="zh-CN" altLang="en-US" sz="2000" b="1">
                          <a:solidFill>
                            <a:schemeClr val="tx1"/>
                          </a:solidFill>
                        </a:endParaRPr>
                      </a:p>
                    </p:txBody>
                  </p:sp>
                  <p:sp>
                    <p:nvSpPr>
                      <p:cNvPr id="56" name="Text3">
                        <a:extLst>
                          <a:ext uri="{FF2B5EF4-FFF2-40B4-BE49-F238E27FC236}">
                            <a16:creationId xmlns:a16="http://schemas.microsoft.com/office/drawing/2014/main" id="{2CED0D30-5720-6DD4-4665-2196304C1788}"/>
                          </a:ext>
                        </a:extLst>
                      </p:cNvPr>
                      <p:cNvSpPr/>
                      <p:nvPr/>
                    </p:nvSpPr>
                    <p:spPr bwMode="auto">
                      <a:xfrm>
                        <a:off x="4639615" y="4158821"/>
                        <a:ext cx="6772468" cy="183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57" name="Bullet3">
                        <a:extLst>
                          <a:ext uri="{FF2B5EF4-FFF2-40B4-BE49-F238E27FC236}">
                            <a16:creationId xmlns:a16="http://schemas.microsoft.com/office/drawing/2014/main" id="{30E8097C-5B8F-6DA8-CEC9-A1898CD70B59}"/>
                          </a:ext>
                        </a:extLst>
                      </p:cNvPr>
                      <p:cNvSpPr txBox="1"/>
                      <p:nvPr/>
                    </p:nvSpPr>
                    <p:spPr bwMode="auto">
                      <a:xfrm>
                        <a:off x="4964744" y="3049406"/>
                        <a:ext cx="6104255" cy="10875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20000"/>
                          </a:lnSpc>
                          <a:spcBef>
                            <a:spcPct val="0"/>
                          </a:spcBef>
                          <a:buFontTx/>
                          <a:buNone/>
                        </a:pPr>
                        <a:r>
                          <a:rPr lang="zh-CN" altLang="en-US" sz="2000" b="1" dirty="0"/>
                          <a:t>政策监管趋势</a:t>
                        </a:r>
                        <a:endParaRPr lang="en-US" sz="2000" dirty="0"/>
                      </a:p>
                    </p:txBody>
                  </p:sp>
                </p:grpSp>
                <p:sp>
                  <p:nvSpPr>
                    <p:cNvPr id="53" name="Shape3">
                      <a:extLst>
                        <a:ext uri="{FF2B5EF4-FFF2-40B4-BE49-F238E27FC236}">
                          <a16:creationId xmlns:a16="http://schemas.microsoft.com/office/drawing/2014/main" id="{AFD75B84-1921-16E7-A79D-22349A9E079E}"/>
                        </a:ext>
                      </a:extLst>
                    </p:cNvPr>
                    <p:cNvSpPr txBox="1">
                      <a:spLocks noChangeAspect="1"/>
                    </p:cNvSpPr>
                    <p:nvPr/>
                  </p:nvSpPr>
                  <p:spPr>
                    <a:xfrm>
                      <a:off x="1042605" y="2746996"/>
                      <a:ext cx="1326393" cy="559064"/>
                    </a:xfrm>
                    <a:prstGeom prst="upArrow">
                      <a:avLst>
                        <a:gd name="adj1" fmla="val 50000"/>
                        <a:gd name="adj2" fmla="val 74897"/>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endParaRPr lang="zh-CN" altLang="en-US" sz="2000" dirty="0">
                        <a:sym typeface="Arial" panose="020B0604020202020204" pitchFamily="34" charset="0"/>
                      </a:endParaRPr>
                    </a:p>
                  </p:txBody>
                </p:sp>
              </p:grpSp>
              <p:cxnSp>
                <p:nvCxnSpPr>
                  <p:cNvPr id="19" name="直接连接符 18">
                    <a:extLst>
                      <a:ext uri="{FF2B5EF4-FFF2-40B4-BE49-F238E27FC236}">
                        <a16:creationId xmlns:a16="http://schemas.microsoft.com/office/drawing/2014/main" id="{1979E1EA-163E-AB1B-E045-A6A6F283FD00}"/>
                      </a:ext>
                    </a:extLst>
                  </p:cNvPr>
                  <p:cNvCxnSpPr>
                    <a:cxnSpLocks/>
                  </p:cNvCxnSpPr>
                  <p:nvPr/>
                </p:nvCxnSpPr>
                <p:spPr>
                  <a:xfrm flipV="1">
                    <a:off x="9920626" y="4442762"/>
                    <a:ext cx="0" cy="2415238"/>
                  </a:xfrm>
                  <a:prstGeom prst="line">
                    <a:avLst/>
                  </a:prstGeom>
                  <a:ln>
                    <a:gradFill>
                      <a:gsLst>
                        <a:gs pos="0">
                          <a:schemeClr val="accent1">
                            <a:alpha val="0"/>
                          </a:schemeClr>
                        </a:gs>
                        <a:gs pos="100000">
                          <a:schemeClr val="accent1"/>
                        </a:gs>
                      </a:gsLst>
                      <a:lin ang="5400000" scaled="1"/>
                    </a:gradFill>
                    <a:tailEnd type="oval"/>
                  </a:ln>
                </p:spPr>
                <p:style>
                  <a:lnRef idx="2">
                    <a:schemeClr val="accent1"/>
                  </a:lnRef>
                  <a:fillRef idx="0">
                    <a:schemeClr val="accent1"/>
                  </a:fillRef>
                  <a:effectRef idx="1">
                    <a:schemeClr val="accent1"/>
                  </a:effectRef>
                  <a:fontRef idx="minor">
                    <a:schemeClr val="tx1"/>
                  </a:fontRef>
                </p:style>
              </p:cxnSp>
            </p:grpSp>
          </p:grpSp>
          <p:grpSp>
            <p:nvGrpSpPr>
              <p:cNvPr id="11" name="组合 10">
                <a:extLst>
                  <a:ext uri="{FF2B5EF4-FFF2-40B4-BE49-F238E27FC236}">
                    <a16:creationId xmlns:a16="http://schemas.microsoft.com/office/drawing/2014/main" id="{8881C00A-98F5-208A-A4C1-AD9B730999FD}"/>
                  </a:ext>
                </a:extLst>
              </p:cNvPr>
              <p:cNvGrpSpPr/>
              <p:nvPr/>
            </p:nvGrpSpPr>
            <p:grpSpPr>
              <a:xfrm>
                <a:off x="1" y="5076414"/>
                <a:ext cx="12191999" cy="1773710"/>
                <a:chOff x="1" y="4722738"/>
                <a:chExt cx="12191999" cy="2135262"/>
              </a:xfrm>
            </p:grpSpPr>
            <p:sp>
              <p:nvSpPr>
                <p:cNvPr id="12" name="任意多边形: 形状 11">
                  <a:extLst>
                    <a:ext uri="{FF2B5EF4-FFF2-40B4-BE49-F238E27FC236}">
                      <a16:creationId xmlns:a16="http://schemas.microsoft.com/office/drawing/2014/main" id="{E5CD8223-06AD-5C77-28A0-4EBBE5B3D607}"/>
                    </a:ext>
                  </a:extLst>
                </p:cNvPr>
                <p:cNvSpPr>
                  <a:spLocks noChangeAspect="1"/>
                </p:cNvSpPr>
                <p:nvPr/>
              </p:nvSpPr>
              <p:spPr>
                <a:xfrm>
                  <a:off x="1" y="4722738"/>
                  <a:ext cx="12191999" cy="2135261"/>
                </a:xfrm>
                <a:custGeom>
                  <a:avLst/>
                  <a:gdLst>
                    <a:gd name="connsiteX0" fmla="*/ 12191999 w 12191999"/>
                    <a:gd name="connsiteY0" fmla="*/ 0 h 1721321"/>
                    <a:gd name="connsiteX1" fmla="*/ 12191999 w 12191999"/>
                    <a:gd name="connsiteY1" fmla="*/ 1721321 h 1721321"/>
                    <a:gd name="connsiteX2" fmla="*/ 0 w 12191999"/>
                    <a:gd name="connsiteY2" fmla="*/ 1721321 h 1721321"/>
                    <a:gd name="connsiteX3" fmla="*/ 0 w 12191999"/>
                    <a:gd name="connsiteY3" fmla="*/ 993114 h 1721321"/>
                    <a:gd name="connsiteX4" fmla="*/ 181812 w 12191999"/>
                    <a:gd name="connsiteY4" fmla="*/ 1008852 h 1721321"/>
                    <a:gd name="connsiteX5" fmla="*/ 5124579 w 12191999"/>
                    <a:gd name="connsiteY5" fmla="*/ 1034391 h 1721321"/>
                    <a:gd name="connsiteX6" fmla="*/ 11895874 w 12191999"/>
                    <a:gd name="connsiteY6" fmla="*/ 89793 h 1721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1721321">
                      <a:moveTo>
                        <a:pt x="12191999" y="0"/>
                      </a:moveTo>
                      <a:lnTo>
                        <a:pt x="12191999" y="1721321"/>
                      </a:lnTo>
                      <a:lnTo>
                        <a:pt x="0" y="1721321"/>
                      </a:lnTo>
                      <a:lnTo>
                        <a:pt x="0" y="993114"/>
                      </a:lnTo>
                      <a:lnTo>
                        <a:pt x="181812" y="1008852"/>
                      </a:lnTo>
                      <a:cubicBezTo>
                        <a:pt x="1597719" y="1112676"/>
                        <a:pt x="3298985" y="1128310"/>
                        <a:pt x="5124579" y="1034391"/>
                      </a:cubicBezTo>
                      <a:cubicBezTo>
                        <a:pt x="7862970" y="893513"/>
                        <a:pt x="10297803" y="536149"/>
                        <a:pt x="11895874" y="89793"/>
                      </a:cubicBezTo>
                      <a:close/>
                    </a:path>
                  </a:pathLst>
                </a:custGeom>
                <a:gradFill flip="none" rotWithShape="1">
                  <a:gsLst>
                    <a:gs pos="0">
                      <a:schemeClr val="accent2">
                        <a:lumMod val="60000"/>
                        <a:lumOff val="40000"/>
                        <a:alpha val="15000"/>
                      </a:schemeClr>
                    </a:gs>
                    <a:gs pos="71000">
                      <a:schemeClr val="accent1">
                        <a:alpha val="59000"/>
                      </a:schemeClr>
                    </a:gs>
                  </a:gsLst>
                  <a:lin ang="189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2800" b="1" dirty="0">
                    <a:solidFill>
                      <a:schemeClr val="accent1"/>
                    </a:solidFill>
                    <a:latin typeface="Arial" panose="020B0604020202020204" pitchFamily="34" charset="0"/>
                    <a:cs typeface="Arial" panose="020B0604020202020204" pitchFamily="34" charset="0"/>
                  </a:endParaRPr>
                </a:p>
              </p:txBody>
            </p:sp>
            <p:sp>
              <p:nvSpPr>
                <p:cNvPr id="14" name="任意多边形: 形状 13">
                  <a:extLst>
                    <a:ext uri="{FF2B5EF4-FFF2-40B4-BE49-F238E27FC236}">
                      <a16:creationId xmlns:a16="http://schemas.microsoft.com/office/drawing/2014/main" id="{7549001A-3D67-CF2E-6C3A-3513DB21A535}"/>
                    </a:ext>
                  </a:extLst>
                </p:cNvPr>
                <p:cNvSpPr>
                  <a:spLocks noChangeAspect="1"/>
                </p:cNvSpPr>
                <p:nvPr/>
              </p:nvSpPr>
              <p:spPr>
                <a:xfrm>
                  <a:off x="1" y="5136679"/>
                  <a:ext cx="12191999" cy="1721321"/>
                </a:xfrm>
                <a:custGeom>
                  <a:avLst/>
                  <a:gdLst>
                    <a:gd name="connsiteX0" fmla="*/ 12191999 w 12191999"/>
                    <a:gd name="connsiteY0" fmla="*/ 0 h 1721321"/>
                    <a:gd name="connsiteX1" fmla="*/ 12191999 w 12191999"/>
                    <a:gd name="connsiteY1" fmla="*/ 1721321 h 1721321"/>
                    <a:gd name="connsiteX2" fmla="*/ 0 w 12191999"/>
                    <a:gd name="connsiteY2" fmla="*/ 1721321 h 1721321"/>
                    <a:gd name="connsiteX3" fmla="*/ 0 w 12191999"/>
                    <a:gd name="connsiteY3" fmla="*/ 993114 h 1721321"/>
                    <a:gd name="connsiteX4" fmla="*/ 181812 w 12191999"/>
                    <a:gd name="connsiteY4" fmla="*/ 1008852 h 1721321"/>
                    <a:gd name="connsiteX5" fmla="*/ 5124579 w 12191999"/>
                    <a:gd name="connsiteY5" fmla="*/ 1034391 h 1721321"/>
                    <a:gd name="connsiteX6" fmla="*/ 11895874 w 12191999"/>
                    <a:gd name="connsiteY6" fmla="*/ 89793 h 1721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1721321">
                      <a:moveTo>
                        <a:pt x="12191999" y="0"/>
                      </a:moveTo>
                      <a:lnTo>
                        <a:pt x="12191999" y="1721321"/>
                      </a:lnTo>
                      <a:lnTo>
                        <a:pt x="0" y="1721321"/>
                      </a:lnTo>
                      <a:lnTo>
                        <a:pt x="0" y="993114"/>
                      </a:lnTo>
                      <a:lnTo>
                        <a:pt x="181812" y="1008852"/>
                      </a:lnTo>
                      <a:cubicBezTo>
                        <a:pt x="1597719" y="1112676"/>
                        <a:pt x="3298985" y="1128310"/>
                        <a:pt x="5124579" y="1034391"/>
                      </a:cubicBezTo>
                      <a:cubicBezTo>
                        <a:pt x="7862970" y="893513"/>
                        <a:pt x="10297803" y="536149"/>
                        <a:pt x="11895874" y="89793"/>
                      </a:cubicBezTo>
                      <a:close/>
                    </a:path>
                  </a:pathLst>
                </a:custGeom>
                <a:gradFill flip="none" rotWithShape="1">
                  <a:gsLst>
                    <a:gs pos="0">
                      <a:schemeClr val="accent2">
                        <a:lumMod val="60000"/>
                        <a:lumOff val="40000"/>
                      </a:schemeClr>
                    </a:gs>
                    <a:gs pos="71000">
                      <a:schemeClr val="accent1"/>
                    </a:gs>
                  </a:gsLst>
                  <a:lin ang="108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2800" b="1">
                    <a:solidFill>
                      <a:schemeClr val="accent1"/>
                    </a:solidFill>
                    <a:latin typeface="Arial" panose="020B0604020202020204" pitchFamily="34" charset="0"/>
                    <a:cs typeface="Arial" panose="020B0604020202020204" pitchFamily="34" charset="0"/>
                  </a:endParaRPr>
                </a:p>
              </p:txBody>
            </p:sp>
          </p:grpSp>
        </p:grpSp>
        <p:sp>
          <p:nvSpPr>
            <p:cNvPr id="10" name="îṡľiḑè">
              <a:extLst>
                <a:ext uri="{FF2B5EF4-FFF2-40B4-BE49-F238E27FC236}">
                  <a16:creationId xmlns:a16="http://schemas.microsoft.com/office/drawing/2014/main" id="{53751031-B33E-92FD-D404-D4642618EEB7}"/>
                </a:ext>
              </a:extLst>
            </p:cNvPr>
            <p:cNvSpPr/>
            <p:nvPr/>
          </p:nvSpPr>
          <p:spPr bwMode="auto">
            <a:xfrm rot="19287304" flipV="1">
              <a:off x="967814" y="1266939"/>
              <a:ext cx="3161939" cy="1359106"/>
            </a:xfrm>
            <a:custGeom>
              <a:avLst/>
              <a:gdLst/>
              <a:ahLst/>
              <a:cxnLst>
                <a:cxn ang="0">
                  <a:pos x="1532" y="272"/>
                </a:cxn>
                <a:cxn ang="0">
                  <a:pos x="984" y="0"/>
                </a:cxn>
                <a:cxn ang="0">
                  <a:pos x="984" y="162"/>
                </a:cxn>
                <a:cxn ang="0">
                  <a:pos x="0" y="658"/>
                </a:cxn>
                <a:cxn ang="0">
                  <a:pos x="984" y="388"/>
                </a:cxn>
                <a:cxn ang="0">
                  <a:pos x="984" y="385"/>
                </a:cxn>
                <a:cxn ang="0">
                  <a:pos x="984" y="533"/>
                </a:cxn>
                <a:cxn ang="0">
                  <a:pos x="1532" y="272"/>
                </a:cxn>
              </a:cxnLst>
              <a:rect l="0" t="0" r="r" b="b"/>
              <a:pathLst>
                <a:path w="1532" h="658">
                  <a:moveTo>
                    <a:pt x="1532" y="272"/>
                  </a:moveTo>
                  <a:cubicBezTo>
                    <a:pt x="984" y="0"/>
                    <a:pt x="984" y="0"/>
                    <a:pt x="984" y="0"/>
                  </a:cubicBezTo>
                  <a:cubicBezTo>
                    <a:pt x="984" y="162"/>
                    <a:pt x="984" y="162"/>
                    <a:pt x="984" y="162"/>
                  </a:cubicBezTo>
                  <a:cubicBezTo>
                    <a:pt x="914" y="167"/>
                    <a:pt x="243" y="222"/>
                    <a:pt x="0" y="658"/>
                  </a:cubicBezTo>
                  <a:cubicBezTo>
                    <a:pt x="0" y="658"/>
                    <a:pt x="302" y="350"/>
                    <a:pt x="984" y="388"/>
                  </a:cubicBezTo>
                  <a:cubicBezTo>
                    <a:pt x="984" y="385"/>
                    <a:pt x="984" y="385"/>
                    <a:pt x="984" y="385"/>
                  </a:cubicBezTo>
                  <a:cubicBezTo>
                    <a:pt x="984" y="533"/>
                    <a:pt x="984" y="533"/>
                    <a:pt x="984" y="533"/>
                  </a:cubicBezTo>
                  <a:lnTo>
                    <a:pt x="1532" y="272"/>
                  </a:lnTo>
                  <a:close/>
                </a:path>
              </a:pathLst>
            </a:custGeom>
            <a:gradFill flip="none" rotWithShape="1">
              <a:gsLst>
                <a:gs pos="0">
                  <a:schemeClr val="accent2">
                    <a:lumMod val="60000"/>
                    <a:lumOff val="40000"/>
                  </a:schemeClr>
                </a:gs>
                <a:gs pos="71000">
                  <a:schemeClr val="accent1"/>
                </a:gs>
              </a:gsLst>
              <a:lin ang="10800000" scaled="1"/>
              <a:tileRect/>
            </a:gradFill>
            <a:ln w="12700">
              <a:noFill/>
            </a:ln>
            <a:effectLst>
              <a:outerShdw blurRad="1270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sz="2800" b="1" dirty="0">
                <a:solidFill>
                  <a:schemeClr val="accent1"/>
                </a:solidFill>
                <a:latin typeface="Arial" panose="020B0604020202020204" pitchFamily="34" charset="0"/>
                <a:cs typeface="Arial" panose="020B0604020202020204" pitchFamily="34"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pPr>
              <a:lnSpc>
                <a:spcPct val="120000"/>
              </a:lnSpc>
            </a:pPr>
            <a:r>
              <a:rPr lang="zh-CN" altLang="en-US" dirty="0"/>
              <a:t>行业风险与机遇</a:t>
            </a:r>
            <a:endParaRPr lang="en-US" dirty="0"/>
          </a:p>
        </p:txBody>
      </p:sp>
      <p:grpSp>
        <p:nvGrpSpPr>
          <p:cNvPr id="4" name="Group 2">
            <a:extLst>
              <a:ext uri="{FF2B5EF4-FFF2-40B4-BE49-F238E27FC236}">
                <a16:creationId xmlns:a16="http://schemas.microsoft.com/office/drawing/2014/main" id="{F358F0ED-16E7-F037-031B-358B13D29A1C}"/>
              </a:ext>
            </a:extLst>
          </p:cNvPr>
          <p:cNvGrpSpPr/>
          <p:nvPr/>
        </p:nvGrpSpPr>
        <p:grpSpPr>
          <a:xfrm>
            <a:off x="671271" y="1893741"/>
            <a:ext cx="10858500" cy="3842742"/>
            <a:chOff x="671271" y="1988991"/>
            <a:chExt cx="10858500" cy="3842742"/>
          </a:xfrm>
        </p:grpSpPr>
        <p:sp>
          <p:nvSpPr>
            <p:cNvPr id="9" name="ShapeBlockArc 71">
              <a:extLst>
                <a:ext uri="{FF2B5EF4-FFF2-40B4-BE49-F238E27FC236}">
                  <a16:creationId xmlns:a16="http://schemas.microsoft.com/office/drawing/2014/main" id="{8799C00A-517F-CE91-3F6A-358517F32155}"/>
                </a:ext>
              </a:extLst>
            </p:cNvPr>
            <p:cNvSpPr/>
            <p:nvPr/>
          </p:nvSpPr>
          <p:spPr>
            <a:xfrm flipH="1">
              <a:off x="4300522" y="1988991"/>
              <a:ext cx="3600000" cy="3600000"/>
            </a:xfrm>
            <a:prstGeom prst="blockArc">
              <a:avLst>
                <a:gd name="adj1" fmla="val 16200000"/>
                <a:gd name="adj2" fmla="val 0"/>
                <a:gd name="adj3" fmla="val 16361"/>
              </a:avLst>
            </a:pr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FFFFF"/>
                </a:solidFill>
                <a:cs typeface="+mn-ea"/>
              </a:endParaRPr>
            </a:p>
          </p:txBody>
        </p:sp>
        <p:sp>
          <p:nvSpPr>
            <p:cNvPr id="10" name="ShapeBlockArc 72">
              <a:extLst>
                <a:ext uri="{FF2B5EF4-FFF2-40B4-BE49-F238E27FC236}">
                  <a16:creationId xmlns:a16="http://schemas.microsoft.com/office/drawing/2014/main" id="{2777C336-F2FA-A463-4A53-362F734B7BAA}"/>
                </a:ext>
              </a:extLst>
            </p:cNvPr>
            <p:cNvSpPr/>
            <p:nvPr/>
          </p:nvSpPr>
          <p:spPr>
            <a:xfrm>
              <a:off x="4291479" y="1988991"/>
              <a:ext cx="3600000" cy="3600000"/>
            </a:xfrm>
            <a:prstGeom prst="blockArc">
              <a:avLst>
                <a:gd name="adj1" fmla="val 16200000"/>
                <a:gd name="adj2" fmla="val 0"/>
                <a:gd name="adj3" fmla="val 16361"/>
              </a:avLst>
            </a:pr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FFFFF"/>
                </a:solidFill>
                <a:cs typeface="+mn-ea"/>
              </a:endParaRPr>
            </a:p>
          </p:txBody>
        </p:sp>
        <p:sp>
          <p:nvSpPr>
            <p:cNvPr id="11" name="ShapeBlockArc 73">
              <a:extLst>
                <a:ext uri="{FF2B5EF4-FFF2-40B4-BE49-F238E27FC236}">
                  <a16:creationId xmlns:a16="http://schemas.microsoft.com/office/drawing/2014/main" id="{50016024-0186-EF52-1050-2965D65223C4}"/>
                </a:ext>
              </a:extLst>
            </p:cNvPr>
            <p:cNvSpPr/>
            <p:nvPr/>
          </p:nvSpPr>
          <p:spPr>
            <a:xfrm flipH="1" flipV="1">
              <a:off x="4300522" y="1988991"/>
              <a:ext cx="3600000" cy="3600000"/>
            </a:xfrm>
            <a:prstGeom prst="blockArc">
              <a:avLst>
                <a:gd name="adj1" fmla="val 16200000"/>
                <a:gd name="adj2" fmla="val 0"/>
                <a:gd name="adj3" fmla="val 16361"/>
              </a:avLst>
            </a:pr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a:solidFill>
                  <a:srgbClr val="FFFFFF"/>
                </a:solidFill>
                <a:cs typeface="+mn-ea"/>
              </a:endParaRPr>
            </a:p>
          </p:txBody>
        </p:sp>
        <p:sp>
          <p:nvSpPr>
            <p:cNvPr id="16" name="ShapeBlockArc 74">
              <a:extLst>
                <a:ext uri="{FF2B5EF4-FFF2-40B4-BE49-F238E27FC236}">
                  <a16:creationId xmlns:a16="http://schemas.microsoft.com/office/drawing/2014/main" id="{66FB2FA1-53D7-7B5F-68C8-44E7AA678EFE}"/>
                </a:ext>
              </a:extLst>
            </p:cNvPr>
            <p:cNvSpPr/>
            <p:nvPr/>
          </p:nvSpPr>
          <p:spPr>
            <a:xfrm flipV="1">
              <a:off x="4291479" y="1988991"/>
              <a:ext cx="3600000" cy="3600000"/>
            </a:xfrm>
            <a:prstGeom prst="blockArc">
              <a:avLst>
                <a:gd name="adj1" fmla="val 16200000"/>
                <a:gd name="adj2" fmla="val 0"/>
                <a:gd name="adj3" fmla="val 16361"/>
              </a:avLst>
            </a:pr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a:solidFill>
                  <a:srgbClr val="FFFFFF"/>
                </a:solidFill>
                <a:cs typeface="+mn-ea"/>
              </a:endParaRPr>
            </a:p>
          </p:txBody>
        </p:sp>
        <p:grpSp>
          <p:nvGrpSpPr>
            <p:cNvPr id="17" name="组合 16">
              <a:extLst>
                <a:ext uri="{FF2B5EF4-FFF2-40B4-BE49-F238E27FC236}">
                  <a16:creationId xmlns:a16="http://schemas.microsoft.com/office/drawing/2014/main" id="{DAD32EA8-D5FF-DC6F-0D66-CA6A2E4D75E0}"/>
                </a:ext>
              </a:extLst>
            </p:cNvPr>
            <p:cNvGrpSpPr/>
            <p:nvPr/>
          </p:nvGrpSpPr>
          <p:grpSpPr>
            <a:xfrm>
              <a:off x="671271" y="2003825"/>
              <a:ext cx="5148243" cy="1835384"/>
              <a:chOff x="671271" y="2543251"/>
              <a:chExt cx="5148243" cy="1835384"/>
            </a:xfrm>
          </p:grpSpPr>
          <p:grpSp>
            <p:nvGrpSpPr>
              <p:cNvPr id="78" name="组合 77">
                <a:extLst>
                  <a:ext uri="{FF2B5EF4-FFF2-40B4-BE49-F238E27FC236}">
                    <a16:creationId xmlns:a16="http://schemas.microsoft.com/office/drawing/2014/main" id="{6FA802B7-57DE-D059-9D07-77DC1D50245C}"/>
                  </a:ext>
                </a:extLst>
              </p:cNvPr>
              <p:cNvGrpSpPr/>
              <p:nvPr/>
            </p:nvGrpSpPr>
            <p:grpSpPr>
              <a:xfrm>
                <a:off x="671271" y="2543251"/>
                <a:ext cx="5148243" cy="1835384"/>
                <a:chOff x="671736" y="1677844"/>
                <a:chExt cx="4556038" cy="2318292"/>
              </a:xfrm>
            </p:grpSpPr>
            <p:sp>
              <p:nvSpPr>
                <p:cNvPr id="90" name="ComponentBackground1">
                  <a:extLst>
                    <a:ext uri="{FF2B5EF4-FFF2-40B4-BE49-F238E27FC236}">
                      <a16:creationId xmlns:a16="http://schemas.microsoft.com/office/drawing/2014/main" id="{468C647D-9A64-04F4-EE04-08879ECFD5FA}"/>
                    </a:ext>
                  </a:extLst>
                </p:cNvPr>
                <p:cNvSpPr/>
                <p:nvPr/>
              </p:nvSpPr>
              <p:spPr>
                <a:xfrm>
                  <a:off x="671736" y="1677844"/>
                  <a:ext cx="4556038" cy="2318292"/>
                </a:xfrm>
                <a:prstGeom prst="roundRect">
                  <a:avLst>
                    <a:gd name="adj" fmla="val 5843"/>
                  </a:avLst>
                </a:prstGeom>
                <a:gradFill flip="none" rotWithShape="1">
                  <a:gsLst>
                    <a:gs pos="0">
                      <a:schemeClr val="accent1">
                        <a:alpha val="20000"/>
                      </a:schemeClr>
                    </a:gs>
                    <a:gs pos="88000">
                      <a:schemeClr val="bg1">
                        <a:alpha val="0"/>
                      </a:schemeClr>
                    </a:gs>
                  </a:gsLst>
                  <a:lin ang="5400000" scaled="1"/>
                  <a:tileRect/>
                </a:gradFill>
                <a:ln w="12700">
                  <a:gradFill flip="none" rotWithShape="1">
                    <a:gsLst>
                      <a:gs pos="0">
                        <a:schemeClr val="accent1">
                          <a:alpha val="0"/>
                        </a:schemeClr>
                      </a:gs>
                      <a:gs pos="100000">
                        <a:schemeClr val="accent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dirty="0"/>
                </a:p>
              </p:txBody>
            </p:sp>
            <p:sp>
              <p:nvSpPr>
                <p:cNvPr id="91" name="Text1">
                  <a:extLst>
                    <a:ext uri="{FF2B5EF4-FFF2-40B4-BE49-F238E27FC236}">
                      <a16:creationId xmlns:a16="http://schemas.microsoft.com/office/drawing/2014/main" id="{5164317C-3528-0B42-447F-741E757FCF08}"/>
                    </a:ext>
                  </a:extLst>
                </p:cNvPr>
                <p:cNvSpPr/>
                <p:nvPr/>
              </p:nvSpPr>
              <p:spPr bwMode="auto">
                <a:xfrm>
                  <a:off x="777105" y="2400044"/>
                  <a:ext cx="3184394" cy="1212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92" name="Bullet1">
                  <a:extLst>
                    <a:ext uri="{FF2B5EF4-FFF2-40B4-BE49-F238E27FC236}">
                      <a16:creationId xmlns:a16="http://schemas.microsoft.com/office/drawing/2014/main" id="{E4785C97-50E3-003A-A622-2DD0EBBEADA2}"/>
                    </a:ext>
                  </a:extLst>
                </p:cNvPr>
                <p:cNvSpPr txBox="1"/>
                <p:nvPr/>
              </p:nvSpPr>
              <p:spPr bwMode="auto">
                <a:xfrm>
                  <a:off x="777105" y="1756969"/>
                  <a:ext cx="2873964" cy="6430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20000"/>
                    </a:lnSpc>
                    <a:spcBef>
                      <a:spcPct val="0"/>
                    </a:spcBef>
                    <a:buFontTx/>
                    <a:buNone/>
                  </a:pPr>
                  <a:r>
                    <a:rPr lang="zh-CN" altLang="en-US" sz="2000" b="1" dirty="0"/>
                    <a:t>政策风险</a:t>
                  </a:r>
                  <a:endParaRPr lang="en-US" sz="2000" dirty="0"/>
                </a:p>
              </p:txBody>
            </p:sp>
          </p:grpSp>
          <p:sp>
            <p:nvSpPr>
              <p:cNvPr id="80" name="IconBackground1">
                <a:extLst>
                  <a:ext uri="{FF2B5EF4-FFF2-40B4-BE49-F238E27FC236}">
                    <a16:creationId xmlns:a16="http://schemas.microsoft.com/office/drawing/2014/main" id="{749E87A2-EC44-1038-88E9-6757A937E4B0}"/>
                  </a:ext>
                </a:extLst>
              </p:cNvPr>
              <p:cNvSpPr txBox="1"/>
              <p:nvPr/>
            </p:nvSpPr>
            <p:spPr>
              <a:xfrm>
                <a:off x="4453768" y="2771159"/>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ctr" defTabSz="914400" rtl="0" eaLnBrk="1" latinLnBrk="0" hangingPunct="1">
                  <a:defRPr sz="1800" b="1" kern="1200">
                    <a:solidFill>
                      <a:srgbClr val="FFFFFF"/>
                    </a:solidFill>
                    <a:latin typeface="+mn-lt"/>
                    <a:ea typeface="+mn-ea"/>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sz="1400" dirty="0"/>
                  <a:t>01</a:t>
                </a:r>
                <a:endParaRPr lang="zh-CN" altLang="en-US" sz="1400" dirty="0"/>
              </a:p>
            </p:txBody>
          </p:sp>
        </p:grpSp>
        <p:grpSp>
          <p:nvGrpSpPr>
            <p:cNvPr id="18" name="组合 17">
              <a:extLst>
                <a:ext uri="{FF2B5EF4-FFF2-40B4-BE49-F238E27FC236}">
                  <a16:creationId xmlns:a16="http://schemas.microsoft.com/office/drawing/2014/main" id="{54B5F05B-8791-F9F6-A288-4A9394D8D438}"/>
                </a:ext>
              </a:extLst>
            </p:cNvPr>
            <p:cNvGrpSpPr/>
            <p:nvPr/>
          </p:nvGrpSpPr>
          <p:grpSpPr>
            <a:xfrm>
              <a:off x="6381527" y="2003825"/>
              <a:ext cx="5148244" cy="1835384"/>
              <a:chOff x="6381527" y="2543251"/>
              <a:chExt cx="5148244" cy="1835384"/>
            </a:xfrm>
          </p:grpSpPr>
          <p:grpSp>
            <p:nvGrpSpPr>
              <p:cNvPr id="63" name="组合 62">
                <a:extLst>
                  <a:ext uri="{FF2B5EF4-FFF2-40B4-BE49-F238E27FC236}">
                    <a16:creationId xmlns:a16="http://schemas.microsoft.com/office/drawing/2014/main" id="{CF6E4001-7609-F91D-9524-EF692EF96C2C}"/>
                  </a:ext>
                </a:extLst>
              </p:cNvPr>
              <p:cNvGrpSpPr/>
              <p:nvPr/>
            </p:nvGrpSpPr>
            <p:grpSpPr>
              <a:xfrm flipH="1">
                <a:off x="6381527" y="2543251"/>
                <a:ext cx="5148244" cy="1835384"/>
                <a:chOff x="671736" y="1677844"/>
                <a:chExt cx="4556039" cy="2318292"/>
              </a:xfrm>
            </p:grpSpPr>
            <p:sp>
              <p:nvSpPr>
                <p:cNvPr id="75" name="ComponentBackground2">
                  <a:extLst>
                    <a:ext uri="{FF2B5EF4-FFF2-40B4-BE49-F238E27FC236}">
                      <a16:creationId xmlns:a16="http://schemas.microsoft.com/office/drawing/2014/main" id="{4B9C3CDD-BD32-8D7E-1E6C-A9C7666681F7}"/>
                    </a:ext>
                  </a:extLst>
                </p:cNvPr>
                <p:cNvSpPr/>
                <p:nvPr/>
              </p:nvSpPr>
              <p:spPr>
                <a:xfrm>
                  <a:off x="671736" y="1677844"/>
                  <a:ext cx="4556039" cy="2318292"/>
                </a:xfrm>
                <a:prstGeom prst="roundRect">
                  <a:avLst>
                    <a:gd name="adj" fmla="val 5843"/>
                  </a:avLst>
                </a:prstGeom>
                <a:gradFill flip="none" rotWithShape="1">
                  <a:gsLst>
                    <a:gs pos="0">
                      <a:schemeClr val="accent2">
                        <a:alpha val="20000"/>
                      </a:schemeClr>
                    </a:gs>
                    <a:gs pos="88000">
                      <a:schemeClr val="bg1">
                        <a:alpha val="0"/>
                      </a:schemeClr>
                    </a:gs>
                  </a:gsLst>
                  <a:lin ang="5400000" scaled="0"/>
                  <a:tileRect/>
                </a:gradFill>
                <a:ln w="12700">
                  <a:gradFill flip="none" rotWithShape="1">
                    <a:gsLst>
                      <a:gs pos="0">
                        <a:schemeClr val="accent2">
                          <a:alpha val="0"/>
                        </a:schemeClr>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lnSpc>
                      <a:spcPct val="120000"/>
                    </a:lnSpc>
                  </a:pPr>
                  <a:endParaRPr lang="zh-CN" altLang="en-US" sz="2000" dirty="0"/>
                </a:p>
              </p:txBody>
            </p:sp>
            <p:sp>
              <p:nvSpPr>
                <p:cNvPr id="76" name="Text2">
                  <a:extLst>
                    <a:ext uri="{FF2B5EF4-FFF2-40B4-BE49-F238E27FC236}">
                      <a16:creationId xmlns:a16="http://schemas.microsoft.com/office/drawing/2014/main" id="{967312B9-41B3-000D-C44B-ACA1C35C981B}"/>
                    </a:ext>
                  </a:extLst>
                </p:cNvPr>
                <p:cNvSpPr/>
                <p:nvPr/>
              </p:nvSpPr>
              <p:spPr bwMode="auto">
                <a:xfrm>
                  <a:off x="777105" y="2400044"/>
                  <a:ext cx="3147943" cy="1212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77" name="Bullet2">
                  <a:extLst>
                    <a:ext uri="{FF2B5EF4-FFF2-40B4-BE49-F238E27FC236}">
                      <a16:creationId xmlns:a16="http://schemas.microsoft.com/office/drawing/2014/main" id="{0458D8DA-E497-851D-4967-AD8F79934CA9}"/>
                    </a:ext>
                  </a:extLst>
                </p:cNvPr>
                <p:cNvSpPr txBox="1"/>
                <p:nvPr/>
              </p:nvSpPr>
              <p:spPr bwMode="auto">
                <a:xfrm>
                  <a:off x="777105" y="1756969"/>
                  <a:ext cx="2873964" cy="6430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1" hangingPunct="1">
                    <a:lnSpc>
                      <a:spcPct val="120000"/>
                    </a:lnSpc>
                    <a:spcBef>
                      <a:spcPct val="0"/>
                    </a:spcBef>
                    <a:buFontTx/>
                    <a:buNone/>
                  </a:pPr>
                  <a:r>
                    <a:rPr lang="zh-CN" altLang="en-US" sz="2000" b="1" dirty="0"/>
                    <a:t>市场竞争</a:t>
                  </a:r>
                  <a:endParaRPr lang="en-US" sz="2000" dirty="0"/>
                </a:p>
              </p:txBody>
            </p:sp>
          </p:grpSp>
          <p:sp>
            <p:nvSpPr>
              <p:cNvPr id="65" name="IconBackground2">
                <a:extLst>
                  <a:ext uri="{FF2B5EF4-FFF2-40B4-BE49-F238E27FC236}">
                    <a16:creationId xmlns:a16="http://schemas.microsoft.com/office/drawing/2014/main" id="{D16088E8-4872-80F3-DBC9-A4F4994615AF}"/>
                  </a:ext>
                </a:extLst>
              </p:cNvPr>
              <p:cNvSpPr txBox="1"/>
              <p:nvPr/>
            </p:nvSpPr>
            <p:spPr>
              <a:xfrm>
                <a:off x="7185533" y="2771159"/>
                <a:ext cx="540000" cy="540000"/>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ctr" defTabSz="914400" rtl="0" eaLnBrk="1" latinLnBrk="0" hangingPunct="1">
                  <a:defRPr sz="1800" b="1" kern="1200">
                    <a:solidFill>
                      <a:srgbClr val="FFFFFF"/>
                    </a:solidFill>
                    <a:latin typeface="+mn-lt"/>
                    <a:ea typeface="+mn-ea"/>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sz="1400" dirty="0"/>
                  <a:t>02</a:t>
                </a:r>
                <a:endParaRPr lang="zh-CN" altLang="en-US" sz="1400" dirty="0"/>
              </a:p>
            </p:txBody>
          </p:sp>
        </p:grpSp>
        <p:grpSp>
          <p:nvGrpSpPr>
            <p:cNvPr id="19" name="组合 18">
              <a:extLst>
                <a:ext uri="{FF2B5EF4-FFF2-40B4-BE49-F238E27FC236}">
                  <a16:creationId xmlns:a16="http://schemas.microsoft.com/office/drawing/2014/main" id="{9F1D2FC0-4A3F-962E-0D50-F1F1D062E80A}"/>
                </a:ext>
              </a:extLst>
            </p:cNvPr>
            <p:cNvGrpSpPr/>
            <p:nvPr/>
          </p:nvGrpSpPr>
          <p:grpSpPr>
            <a:xfrm>
              <a:off x="671271" y="3996349"/>
              <a:ext cx="5148243" cy="1835384"/>
              <a:chOff x="671271" y="4173347"/>
              <a:chExt cx="5148243" cy="1835384"/>
            </a:xfrm>
          </p:grpSpPr>
          <p:grpSp>
            <p:nvGrpSpPr>
              <p:cNvPr id="56" name="组合 55">
                <a:extLst>
                  <a:ext uri="{FF2B5EF4-FFF2-40B4-BE49-F238E27FC236}">
                    <a16:creationId xmlns:a16="http://schemas.microsoft.com/office/drawing/2014/main" id="{2861885F-988B-F670-5EB0-74F7EAAB051D}"/>
                  </a:ext>
                </a:extLst>
              </p:cNvPr>
              <p:cNvGrpSpPr/>
              <p:nvPr/>
            </p:nvGrpSpPr>
            <p:grpSpPr>
              <a:xfrm>
                <a:off x="671271" y="4173347"/>
                <a:ext cx="5148243" cy="1835384"/>
                <a:chOff x="671736" y="1677844"/>
                <a:chExt cx="4556038" cy="2318292"/>
              </a:xfrm>
            </p:grpSpPr>
            <p:sp>
              <p:nvSpPr>
                <p:cNvPr id="60" name="ComponentBackground4">
                  <a:extLst>
                    <a:ext uri="{FF2B5EF4-FFF2-40B4-BE49-F238E27FC236}">
                      <a16:creationId xmlns:a16="http://schemas.microsoft.com/office/drawing/2014/main" id="{F66FE146-FEAE-A626-0364-4BD0642BD223}"/>
                    </a:ext>
                  </a:extLst>
                </p:cNvPr>
                <p:cNvSpPr/>
                <p:nvPr/>
              </p:nvSpPr>
              <p:spPr>
                <a:xfrm>
                  <a:off x="671736" y="1677844"/>
                  <a:ext cx="4556038" cy="2318292"/>
                </a:xfrm>
                <a:prstGeom prst="roundRect">
                  <a:avLst>
                    <a:gd name="adj" fmla="val 5843"/>
                  </a:avLst>
                </a:prstGeom>
                <a:gradFill flip="none" rotWithShape="1">
                  <a:gsLst>
                    <a:gs pos="0">
                      <a:schemeClr val="accent2">
                        <a:alpha val="20000"/>
                      </a:schemeClr>
                    </a:gs>
                    <a:gs pos="88000">
                      <a:schemeClr val="bg1">
                        <a:alpha val="0"/>
                      </a:schemeClr>
                    </a:gs>
                  </a:gsLst>
                  <a:lin ang="5400000" scaled="0"/>
                  <a:tileRect/>
                </a:gradFill>
                <a:ln w="12700">
                  <a:gradFill flip="none" rotWithShape="1">
                    <a:gsLst>
                      <a:gs pos="0">
                        <a:schemeClr val="accent2">
                          <a:alpha val="0"/>
                        </a:schemeClr>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lnSpc>
                      <a:spcPct val="120000"/>
                    </a:lnSpc>
                  </a:pPr>
                  <a:endParaRPr lang="zh-CN" altLang="en-US" sz="2000" dirty="0"/>
                </a:p>
              </p:txBody>
            </p:sp>
            <p:sp>
              <p:nvSpPr>
                <p:cNvPr id="61" name="Text4">
                  <a:extLst>
                    <a:ext uri="{FF2B5EF4-FFF2-40B4-BE49-F238E27FC236}">
                      <a16:creationId xmlns:a16="http://schemas.microsoft.com/office/drawing/2014/main" id="{3B17F15F-DFA2-559B-69F6-C4929B81F701}"/>
                    </a:ext>
                  </a:extLst>
                </p:cNvPr>
                <p:cNvSpPr/>
                <p:nvPr/>
              </p:nvSpPr>
              <p:spPr bwMode="auto">
                <a:xfrm>
                  <a:off x="777105" y="2400044"/>
                  <a:ext cx="3184394" cy="1212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62" name="Bullet4">
                  <a:extLst>
                    <a:ext uri="{FF2B5EF4-FFF2-40B4-BE49-F238E27FC236}">
                      <a16:creationId xmlns:a16="http://schemas.microsoft.com/office/drawing/2014/main" id="{50E96080-38D0-3B37-3A3C-A2E555CF815A}"/>
                    </a:ext>
                  </a:extLst>
                </p:cNvPr>
                <p:cNvSpPr txBox="1"/>
                <p:nvPr/>
              </p:nvSpPr>
              <p:spPr bwMode="auto">
                <a:xfrm>
                  <a:off x="777105" y="1756969"/>
                  <a:ext cx="2873964" cy="6430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20000"/>
                    </a:lnSpc>
                    <a:spcBef>
                      <a:spcPct val="0"/>
                    </a:spcBef>
                    <a:buFontTx/>
                    <a:buNone/>
                  </a:pPr>
                  <a:r>
                    <a:rPr lang="zh-CN" altLang="en-US" sz="2000" b="1" dirty="0"/>
                    <a:t>资源瓶颈</a:t>
                  </a:r>
                  <a:endParaRPr lang="en-US" sz="2000" dirty="0"/>
                </a:p>
              </p:txBody>
            </p:sp>
          </p:grpSp>
          <p:sp>
            <p:nvSpPr>
              <p:cNvPr id="58" name="IconBackground4">
                <a:extLst>
                  <a:ext uri="{FF2B5EF4-FFF2-40B4-BE49-F238E27FC236}">
                    <a16:creationId xmlns:a16="http://schemas.microsoft.com/office/drawing/2014/main" id="{8D34BA67-3BDF-E216-CB9E-DA19B52401A5}"/>
                  </a:ext>
                </a:extLst>
              </p:cNvPr>
              <p:cNvSpPr txBox="1"/>
              <p:nvPr/>
            </p:nvSpPr>
            <p:spPr>
              <a:xfrm>
                <a:off x="4453768" y="5086615"/>
                <a:ext cx="540000" cy="540000"/>
              </a:xfrm>
              <a:prstGeom prst="roundRect">
                <a:avLst>
                  <a:gd name="adj" fmla="val 50000"/>
                </a:avLst>
              </a:prstGeom>
              <a:gradFill flip="none" rotWithShape="1">
                <a:gsLst>
                  <a:gs pos="0">
                    <a:schemeClr val="accent2">
                      <a:lumMod val="60000"/>
                      <a:lumOff val="40000"/>
                    </a:schemeClr>
                  </a:gs>
                  <a:gs pos="75000">
                    <a:schemeClr val="accent2"/>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ctr" defTabSz="914400" rtl="0" eaLnBrk="1" latinLnBrk="0" hangingPunct="1">
                  <a:defRPr sz="1800" b="1" kern="1200">
                    <a:solidFill>
                      <a:srgbClr val="FFFFFF"/>
                    </a:solidFill>
                    <a:latin typeface="+mn-lt"/>
                    <a:ea typeface="+mn-ea"/>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sz="1400" dirty="0"/>
                  <a:t>03</a:t>
                </a:r>
                <a:endParaRPr lang="zh-CN" altLang="en-US" sz="1400" dirty="0"/>
              </a:p>
            </p:txBody>
          </p:sp>
        </p:grpSp>
        <p:grpSp>
          <p:nvGrpSpPr>
            <p:cNvPr id="20" name="组合 19">
              <a:extLst>
                <a:ext uri="{FF2B5EF4-FFF2-40B4-BE49-F238E27FC236}">
                  <a16:creationId xmlns:a16="http://schemas.microsoft.com/office/drawing/2014/main" id="{584925A1-997E-A4CD-5C4F-3B6A8D53B057}"/>
                </a:ext>
              </a:extLst>
            </p:cNvPr>
            <p:cNvGrpSpPr/>
            <p:nvPr/>
          </p:nvGrpSpPr>
          <p:grpSpPr>
            <a:xfrm>
              <a:off x="6381527" y="3996349"/>
              <a:ext cx="5148244" cy="1835384"/>
              <a:chOff x="6381527" y="4173347"/>
              <a:chExt cx="5148244" cy="1835384"/>
            </a:xfrm>
          </p:grpSpPr>
          <p:grpSp>
            <p:nvGrpSpPr>
              <p:cNvPr id="48" name="组合 47">
                <a:extLst>
                  <a:ext uri="{FF2B5EF4-FFF2-40B4-BE49-F238E27FC236}">
                    <a16:creationId xmlns:a16="http://schemas.microsoft.com/office/drawing/2014/main" id="{AF753ABB-31C7-ABFB-F181-7F22A3B4DF01}"/>
                  </a:ext>
                </a:extLst>
              </p:cNvPr>
              <p:cNvGrpSpPr/>
              <p:nvPr/>
            </p:nvGrpSpPr>
            <p:grpSpPr>
              <a:xfrm flipH="1">
                <a:off x="6381527" y="4173347"/>
                <a:ext cx="5148244" cy="1835384"/>
                <a:chOff x="671736" y="1677844"/>
                <a:chExt cx="4556039" cy="2318292"/>
              </a:xfrm>
            </p:grpSpPr>
            <p:sp>
              <p:nvSpPr>
                <p:cNvPr id="52" name="ComponentBackground3">
                  <a:extLst>
                    <a:ext uri="{FF2B5EF4-FFF2-40B4-BE49-F238E27FC236}">
                      <a16:creationId xmlns:a16="http://schemas.microsoft.com/office/drawing/2014/main" id="{546B78CB-53DE-2903-DEED-B59887BF6CE2}"/>
                    </a:ext>
                  </a:extLst>
                </p:cNvPr>
                <p:cNvSpPr/>
                <p:nvPr/>
              </p:nvSpPr>
              <p:spPr>
                <a:xfrm>
                  <a:off x="671736" y="1677844"/>
                  <a:ext cx="4556039" cy="2318292"/>
                </a:xfrm>
                <a:prstGeom prst="roundRect">
                  <a:avLst>
                    <a:gd name="adj" fmla="val 5843"/>
                  </a:avLst>
                </a:prstGeom>
                <a:gradFill flip="none" rotWithShape="1">
                  <a:gsLst>
                    <a:gs pos="0">
                      <a:schemeClr val="accent1">
                        <a:alpha val="20000"/>
                      </a:schemeClr>
                    </a:gs>
                    <a:gs pos="88000">
                      <a:schemeClr val="bg1">
                        <a:alpha val="0"/>
                      </a:schemeClr>
                    </a:gs>
                  </a:gsLst>
                  <a:lin ang="5400000" scaled="1"/>
                  <a:tileRect/>
                </a:gradFill>
                <a:ln w="12700">
                  <a:gradFill flip="none" rotWithShape="1">
                    <a:gsLst>
                      <a:gs pos="0">
                        <a:schemeClr val="accent1">
                          <a:alpha val="0"/>
                        </a:schemeClr>
                      </a:gs>
                      <a:gs pos="100000">
                        <a:schemeClr val="accent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dirty="0"/>
                </a:p>
              </p:txBody>
            </p:sp>
            <p:sp>
              <p:nvSpPr>
                <p:cNvPr id="53" name="Text3">
                  <a:extLst>
                    <a:ext uri="{FF2B5EF4-FFF2-40B4-BE49-F238E27FC236}">
                      <a16:creationId xmlns:a16="http://schemas.microsoft.com/office/drawing/2014/main" id="{0B23323F-6C88-235A-0B3F-8B95952C085F}"/>
                    </a:ext>
                  </a:extLst>
                </p:cNvPr>
                <p:cNvSpPr/>
                <p:nvPr/>
              </p:nvSpPr>
              <p:spPr bwMode="auto">
                <a:xfrm>
                  <a:off x="777105" y="2400044"/>
                  <a:ext cx="3147943" cy="1212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55" name="Bullet3">
                  <a:extLst>
                    <a:ext uri="{FF2B5EF4-FFF2-40B4-BE49-F238E27FC236}">
                      <a16:creationId xmlns:a16="http://schemas.microsoft.com/office/drawing/2014/main" id="{70C02A42-15E2-9530-A337-A0F733E7D47C}"/>
                    </a:ext>
                  </a:extLst>
                </p:cNvPr>
                <p:cNvSpPr txBox="1"/>
                <p:nvPr/>
              </p:nvSpPr>
              <p:spPr bwMode="auto">
                <a:xfrm>
                  <a:off x="777105" y="1756969"/>
                  <a:ext cx="2873964" cy="64307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1" hangingPunct="1">
                    <a:lnSpc>
                      <a:spcPct val="120000"/>
                    </a:lnSpc>
                    <a:spcBef>
                      <a:spcPct val="0"/>
                    </a:spcBef>
                    <a:buFontTx/>
                    <a:buNone/>
                  </a:pPr>
                  <a:r>
                    <a:rPr lang="zh-CN" altLang="en-US" sz="2000" b="1" dirty="0"/>
                    <a:t>技术变革</a:t>
                  </a:r>
                  <a:endParaRPr lang="en-US" sz="2000" dirty="0"/>
                </a:p>
              </p:txBody>
            </p:sp>
          </p:grpSp>
          <p:sp>
            <p:nvSpPr>
              <p:cNvPr id="50" name="IconBackground3">
                <a:extLst>
                  <a:ext uri="{FF2B5EF4-FFF2-40B4-BE49-F238E27FC236}">
                    <a16:creationId xmlns:a16="http://schemas.microsoft.com/office/drawing/2014/main" id="{89FB1546-A487-4DCB-BE06-20D0445F4BA1}"/>
                  </a:ext>
                </a:extLst>
              </p:cNvPr>
              <p:cNvSpPr txBox="1"/>
              <p:nvPr/>
            </p:nvSpPr>
            <p:spPr>
              <a:xfrm>
                <a:off x="7185533" y="5086615"/>
                <a:ext cx="540000" cy="540000"/>
              </a:xfrm>
              <a:prstGeom prst="roundRect">
                <a:avLst>
                  <a:gd name="adj" fmla="val 50000"/>
                </a:avLst>
              </a:prstGeom>
              <a:gradFill flip="none" rotWithShape="1">
                <a:gsLst>
                  <a:gs pos="0">
                    <a:schemeClr val="accent1">
                      <a:lumMod val="60000"/>
                      <a:lumOff val="40000"/>
                    </a:schemeClr>
                  </a:gs>
                  <a:gs pos="75000">
                    <a:schemeClr val="accent1"/>
                  </a:gs>
                </a:gsLst>
                <a:lin ang="2700000" scaled="1"/>
                <a:tileRect/>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ctr" defTabSz="914400" rtl="0" eaLnBrk="1" latinLnBrk="0" hangingPunct="1">
                  <a:defRPr sz="1800" b="1" kern="1200">
                    <a:solidFill>
                      <a:srgbClr val="FFFFFF"/>
                    </a:solidFill>
                    <a:latin typeface="+mn-lt"/>
                    <a:ea typeface="+mn-ea"/>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sz="1400" dirty="0"/>
                  <a:t>04</a:t>
                </a:r>
                <a:endParaRPr lang="zh-CN" altLang="en-US" sz="1400" dirty="0"/>
              </a:p>
            </p:txBody>
          </p:sp>
        </p:grpSp>
        <p:sp>
          <p:nvSpPr>
            <p:cNvPr id="21" name="íSļïḓê">
              <a:extLst>
                <a:ext uri="{FF2B5EF4-FFF2-40B4-BE49-F238E27FC236}">
                  <a16:creationId xmlns:a16="http://schemas.microsoft.com/office/drawing/2014/main" id="{AEB3DBB7-A358-B885-C384-F4832CDFBAA1}"/>
                </a:ext>
              </a:extLst>
            </p:cNvPr>
            <p:cNvSpPr/>
            <p:nvPr/>
          </p:nvSpPr>
          <p:spPr>
            <a:xfrm>
              <a:off x="4818530" y="2522386"/>
              <a:ext cx="2563984" cy="2563984"/>
            </a:xfrm>
            <a:prstGeom prst="ellipse">
              <a:avLst/>
            </a:prstGeom>
            <a:solidFill>
              <a:schemeClr val="bg1"/>
            </a:soli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en-US" altLang="zh-CN" sz="4800" b="1" dirty="0">
                <a:solidFill>
                  <a:srgbClr val="FFFFFF"/>
                </a:solidFill>
                <a:cs typeface="+mn-ea"/>
              </a:endParaRPr>
            </a:p>
          </p:txBody>
        </p:sp>
        <p:grpSp>
          <p:nvGrpSpPr>
            <p:cNvPr id="34" name="组合 33">
              <a:extLst>
                <a:ext uri="{FF2B5EF4-FFF2-40B4-BE49-F238E27FC236}">
                  <a16:creationId xmlns:a16="http://schemas.microsoft.com/office/drawing/2014/main" id="{DB3CE64E-CBB9-01DE-CEB3-9F4F04CDFA55}"/>
                </a:ext>
              </a:extLst>
            </p:cNvPr>
            <p:cNvGrpSpPr/>
            <p:nvPr/>
          </p:nvGrpSpPr>
          <p:grpSpPr>
            <a:xfrm>
              <a:off x="4863045" y="2617145"/>
              <a:ext cx="2468880" cy="2374466"/>
              <a:chOff x="4863045" y="2985445"/>
              <a:chExt cx="2468880" cy="2374466"/>
            </a:xfrm>
          </p:grpSpPr>
          <p:sp>
            <p:nvSpPr>
              <p:cNvPr id="35" name="Number1">
                <a:extLst>
                  <a:ext uri="{FF2B5EF4-FFF2-40B4-BE49-F238E27FC236}">
                    <a16:creationId xmlns:a16="http://schemas.microsoft.com/office/drawing/2014/main" id="{B469D060-B0D6-04A6-38B7-903C77E439CF}"/>
                  </a:ext>
                </a:extLst>
              </p:cNvPr>
              <p:cNvSpPr txBox="1"/>
              <p:nvPr/>
            </p:nvSpPr>
            <p:spPr>
              <a:xfrm>
                <a:off x="5289602" y="3311160"/>
                <a:ext cx="595035" cy="830997"/>
              </a:xfrm>
              <a:prstGeom prst="rect">
                <a:avLst/>
              </a:prstGeom>
              <a:noFill/>
            </p:spPr>
            <p:txBody>
              <a:bodyPr wrap="none" rtlCol="0" anchor="ctr" anchorCtr="0">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4800" b="1" dirty="0">
                    <a:solidFill>
                      <a:schemeClr val="accent1"/>
                    </a:solidFill>
                  </a:rPr>
                  <a:t>S</a:t>
                </a:r>
                <a:endParaRPr lang="en-US" dirty="0"/>
              </a:p>
            </p:txBody>
          </p:sp>
          <p:cxnSp>
            <p:nvCxnSpPr>
              <p:cNvPr id="36" name="îSļîḍè">
                <a:extLst>
                  <a:ext uri="{FF2B5EF4-FFF2-40B4-BE49-F238E27FC236}">
                    <a16:creationId xmlns:a16="http://schemas.microsoft.com/office/drawing/2014/main" id="{85053CE3-9B21-9FC4-6B73-73EFA13D0571}"/>
                  </a:ext>
                </a:extLst>
              </p:cNvPr>
              <p:cNvCxnSpPr>
                <a:cxnSpLocks/>
              </p:cNvCxnSpPr>
              <p:nvPr/>
            </p:nvCxnSpPr>
            <p:spPr>
              <a:xfrm>
                <a:off x="4863045" y="4157291"/>
                <a:ext cx="246888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ïṥlîdé">
                <a:extLst>
                  <a:ext uri="{FF2B5EF4-FFF2-40B4-BE49-F238E27FC236}">
                    <a16:creationId xmlns:a16="http://schemas.microsoft.com/office/drawing/2014/main" id="{DF968C87-4A13-763D-E4FA-766921006F32}"/>
                  </a:ext>
                </a:extLst>
              </p:cNvPr>
              <p:cNvCxnSpPr/>
              <p:nvPr/>
            </p:nvCxnSpPr>
            <p:spPr>
              <a:xfrm>
                <a:off x="6091479" y="2985445"/>
                <a:ext cx="0" cy="2374466"/>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5" name="Number2">
                <a:extLst>
                  <a:ext uri="{FF2B5EF4-FFF2-40B4-BE49-F238E27FC236}">
                    <a16:creationId xmlns:a16="http://schemas.microsoft.com/office/drawing/2014/main" id="{2C6FB1DF-29C9-1CB9-7868-8ABC33687A94}"/>
                  </a:ext>
                </a:extLst>
              </p:cNvPr>
              <p:cNvSpPr txBox="1"/>
              <p:nvPr/>
            </p:nvSpPr>
            <p:spPr>
              <a:xfrm>
                <a:off x="6290059" y="3311159"/>
                <a:ext cx="764953" cy="830997"/>
              </a:xfrm>
              <a:prstGeom prst="rect">
                <a:avLst/>
              </a:prstGeom>
              <a:noFill/>
            </p:spPr>
            <p:txBody>
              <a:bodyPr wrap="none" rtlCol="0" anchor="ctr" anchorCtr="0">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4800" b="1" dirty="0">
                    <a:solidFill>
                      <a:schemeClr val="accent2"/>
                    </a:solidFill>
                  </a:rPr>
                  <a:t>W</a:t>
                </a:r>
                <a:endParaRPr lang="en-US" dirty="0"/>
              </a:p>
            </p:txBody>
          </p:sp>
          <p:sp>
            <p:nvSpPr>
              <p:cNvPr id="46" name="Number3">
                <a:extLst>
                  <a:ext uri="{FF2B5EF4-FFF2-40B4-BE49-F238E27FC236}">
                    <a16:creationId xmlns:a16="http://schemas.microsoft.com/office/drawing/2014/main" id="{5E8FB207-6B1E-E4A9-7735-0EE578FF1A11}"/>
                  </a:ext>
                </a:extLst>
              </p:cNvPr>
              <p:cNvSpPr txBox="1"/>
              <p:nvPr/>
            </p:nvSpPr>
            <p:spPr>
              <a:xfrm>
                <a:off x="6281016" y="4153586"/>
                <a:ext cx="663964" cy="830997"/>
              </a:xfrm>
              <a:prstGeom prst="rect">
                <a:avLst/>
              </a:prstGeom>
              <a:noFill/>
            </p:spPr>
            <p:txBody>
              <a:bodyPr wrap="none" rtlCol="0" anchor="ctr" anchorCtr="0">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4800" b="1" dirty="0">
                    <a:solidFill>
                      <a:schemeClr val="accent1"/>
                    </a:solidFill>
                  </a:rPr>
                  <a:t>O</a:t>
                </a:r>
                <a:endParaRPr lang="en-US" sz="4800" b="1" dirty="0">
                  <a:solidFill>
                    <a:schemeClr val="accent1"/>
                  </a:solidFill>
                </a:endParaRPr>
              </a:p>
            </p:txBody>
          </p:sp>
          <p:sp>
            <p:nvSpPr>
              <p:cNvPr id="47" name="Number4">
                <a:extLst>
                  <a:ext uri="{FF2B5EF4-FFF2-40B4-BE49-F238E27FC236}">
                    <a16:creationId xmlns:a16="http://schemas.microsoft.com/office/drawing/2014/main" id="{3EF8D6C2-3B83-54F7-AD9F-795D27DE14B5}"/>
                  </a:ext>
                </a:extLst>
              </p:cNvPr>
              <p:cNvSpPr txBox="1"/>
              <p:nvPr/>
            </p:nvSpPr>
            <p:spPr>
              <a:xfrm>
                <a:off x="5303573" y="4142156"/>
                <a:ext cx="561372" cy="830997"/>
              </a:xfrm>
              <a:prstGeom prst="rect">
                <a:avLst/>
              </a:prstGeom>
              <a:noFill/>
            </p:spPr>
            <p:txBody>
              <a:bodyPr wrap="none" rtlCol="0" anchor="ctr" anchorCtr="0">
                <a:normAutofit fontScale="925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4800" b="1" dirty="0">
                    <a:solidFill>
                      <a:schemeClr val="accent2"/>
                    </a:solidFill>
                  </a:rPr>
                  <a:t>T</a:t>
                </a:r>
                <a:endParaRPr lang="en-US" sz="4800" b="1" dirty="0">
                  <a:solidFill>
                    <a:schemeClr val="accent2"/>
                  </a:solidFill>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388100" y="2273232"/>
            <a:ext cx="5130799" cy="1073883"/>
          </a:xfrm>
        </p:spPr>
        <p:txBody>
          <a:bodyPr/>
          <a:lstStyle/>
          <a:p>
            <a:pPr>
              <a:lnSpc>
                <a:spcPct val="120000"/>
              </a:lnSpc>
            </a:pPr>
            <a:r>
              <a:rPr lang="zh-CN" altLang="en-US" dirty="0"/>
              <a:t>各领域季度业绩</a:t>
            </a:r>
            <a:endParaRPr lang="en-US" dirty="0"/>
          </a:p>
        </p:txBody>
      </p:sp>
      <p:sp>
        <p:nvSpPr>
          <p:cNvPr id="25" name="文本占位符 24"/>
          <p:cNvSpPr>
            <a:spLocks noGrp="1"/>
          </p:cNvSpPr>
          <p:nvPr>
            <p:ph type="body" sz="quarter" idx="1" hasCustomPrompt="1"/>
          </p:nvPr>
        </p:nvSpPr>
        <p:spPr>
          <a:xfrm>
            <a:off x="6388100" y="3358969"/>
            <a:ext cx="5130799" cy="1104991"/>
          </a:xfrm>
        </p:spPr>
        <p:txBody>
          <a:bodyPr/>
          <a:lstStyle/>
          <a:p>
            <a:pPr>
              <a:spcBef>
                <a:spcPts val="0"/>
              </a:spcBef>
            </a:pPr>
            <a:r>
              <a:rPr lang="zh-CN" altLang="en-US" dirty="0"/>
              <a:t>深入分析通用行业各领域业绩</a:t>
            </a:r>
            <a:endParaRPr lang="en-US" dirty="0"/>
          </a:p>
        </p:txBody>
      </p:sp>
      <p:sp>
        <p:nvSpPr>
          <p:cNvPr id="2" name="Rectangle 1">
            <a:extLst>
              <a:ext uri="{FF2B5EF4-FFF2-40B4-BE49-F238E27FC236}">
                <a16:creationId xmlns:a16="http://schemas.microsoft.com/office/drawing/2014/main" id="{C8B05205-7555-B30C-5C89-DCDB485BEA1E}"/>
              </a:ext>
            </a:extLst>
          </p:cNvPr>
          <p:cNvSpPr txBox="1">
            <a:spLocks noChangeArrowheads="1"/>
          </p:cNvSpPr>
          <p:nvPr/>
        </p:nvSpPr>
        <p:spPr bwMode="auto">
          <a:xfrm>
            <a:off x="1901883" y="2355918"/>
            <a:ext cx="2749952" cy="1967021"/>
          </a:xfrm>
          <a:prstGeom prst="rect">
            <a:avLst/>
          </a:prstGeom>
          <a:noFill/>
          <a:ln>
            <a:noFill/>
          </a:ln>
          <a:effectLst/>
        </p:spPr>
        <p:txBody>
          <a:bodyPr vert="horz" wrap="square" lIns="0" tIns="-12696" rIns="0" bIns="-12696"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eaLnBrk="0" fontAlgn="base" hangingPunct="0">
              <a:lnSpc>
                <a:spcPct val="120000"/>
              </a:lnSpc>
              <a:spcAft>
                <a:spcPct val="0"/>
              </a:spcAft>
            </a:pPr>
            <a:r>
              <a:rPr lang="en-US" altLang="zh-CN" sz="11500" dirty="0">
                <a:solidFill>
                  <a:schemeClr val="bg1"/>
                </a:solidFill>
                <a:latin typeface="华文琥珀" panose="02010800040101010101" pitchFamily="2" charset="-122"/>
                <a:ea typeface="华文琥珀" panose="02010800040101010101" pitchFamily="2" charset="-122"/>
              </a:rPr>
              <a:t>02</a:t>
            </a:r>
            <a:r>
              <a:rPr lang="zh-CN" altLang="zh-CN" sz="11500" dirty="0">
                <a:solidFill>
                  <a:schemeClr val="bg1"/>
                </a:solidFill>
                <a:latin typeface="华文琥珀" panose="02010800040101010101" pitchFamily="2" charset="-122"/>
                <a:ea typeface="华文琥珀" panose="02010800040101010101" pitchFamily="2" charset="-122"/>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pPr>
              <a:lnSpc>
                <a:spcPct val="120000"/>
              </a:lnSpc>
            </a:pPr>
            <a:r>
              <a:rPr lang="zh-CN" altLang="en-US" dirty="0"/>
              <a:t>制造业</a:t>
            </a:r>
            <a:endParaRPr lang="en-US" dirty="0"/>
          </a:p>
        </p:txBody>
      </p:sp>
      <p:grpSp>
        <p:nvGrpSpPr>
          <p:cNvPr id="171" name="Group 102">
            <a:extLst>
              <a:ext uri="{FF2B5EF4-FFF2-40B4-BE49-F238E27FC236}">
                <a16:creationId xmlns:a16="http://schemas.microsoft.com/office/drawing/2014/main" id="{EF96722D-0E07-B377-A86E-F70B2375A4B2}"/>
              </a:ext>
            </a:extLst>
          </p:cNvPr>
          <p:cNvGrpSpPr/>
          <p:nvPr/>
        </p:nvGrpSpPr>
        <p:grpSpPr>
          <a:xfrm>
            <a:off x="660400" y="1238237"/>
            <a:ext cx="10858500" cy="4997462"/>
            <a:chOff x="660400" y="1752575"/>
            <a:chExt cx="10858500" cy="4997462"/>
          </a:xfrm>
        </p:grpSpPr>
        <p:sp>
          <p:nvSpPr>
            <p:cNvPr id="172" name="v">
              <a:extLst>
                <a:ext uri="{FF2B5EF4-FFF2-40B4-BE49-F238E27FC236}">
                  <a16:creationId xmlns:a16="http://schemas.microsoft.com/office/drawing/2014/main" id="{8ACBCE3D-8091-4C57-6739-35B48D78DADA}"/>
                </a:ext>
              </a:extLst>
            </p:cNvPr>
            <p:cNvSpPr/>
            <p:nvPr/>
          </p:nvSpPr>
          <p:spPr>
            <a:xfrm>
              <a:off x="661315" y="1752575"/>
              <a:ext cx="5309946" cy="2673216"/>
            </a:xfrm>
            <a:prstGeom prst="roundRect">
              <a:avLst>
                <a:gd name="adj" fmla="val 3200"/>
              </a:avLst>
            </a:prstGeom>
            <a:gradFill flip="none" rotWithShape="1">
              <a:gsLst>
                <a:gs pos="0">
                  <a:schemeClr val="accent1">
                    <a:alpha val="10000"/>
                  </a:schemeClr>
                </a:gs>
                <a:gs pos="100000">
                  <a:schemeClr val="accent1">
                    <a:alpha val="0"/>
                  </a:schemeClr>
                </a:gs>
              </a:gsLst>
              <a:lin ang="5400000" scaled="1"/>
              <a:tileRect/>
            </a:gradFill>
            <a:ln w="6350">
              <a:gradFill flip="none" rotWithShape="1">
                <a:gsLst>
                  <a:gs pos="0">
                    <a:schemeClr val="accent1">
                      <a:alpha val="50000"/>
                    </a:schemeClr>
                  </a:gs>
                  <a:gs pos="100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a:p>
          </p:txBody>
        </p:sp>
        <p:sp>
          <p:nvSpPr>
            <p:cNvPr id="173" name="C">
              <a:extLst>
                <a:ext uri="{FF2B5EF4-FFF2-40B4-BE49-F238E27FC236}">
                  <a16:creationId xmlns:a16="http://schemas.microsoft.com/office/drawing/2014/main" id="{9C086F0F-41F6-112B-7CB1-AB087BB8F9C0}"/>
                </a:ext>
              </a:extLst>
            </p:cNvPr>
            <p:cNvSpPr/>
            <p:nvPr/>
          </p:nvSpPr>
          <p:spPr>
            <a:xfrm>
              <a:off x="6208954" y="1752575"/>
              <a:ext cx="5309946" cy="2673216"/>
            </a:xfrm>
            <a:prstGeom prst="roundRect">
              <a:avLst>
                <a:gd name="adj" fmla="val 3200"/>
              </a:avLst>
            </a:prstGeom>
            <a:gradFill flip="none" rotWithShape="1">
              <a:gsLst>
                <a:gs pos="0">
                  <a:schemeClr val="accent1">
                    <a:alpha val="10000"/>
                  </a:schemeClr>
                </a:gs>
                <a:gs pos="100000">
                  <a:schemeClr val="accent1">
                    <a:alpha val="0"/>
                  </a:schemeClr>
                </a:gs>
              </a:gsLst>
              <a:lin ang="5400000" scaled="1"/>
              <a:tileRect/>
            </a:gradFill>
            <a:ln w="6350">
              <a:gradFill flip="none" rotWithShape="1">
                <a:gsLst>
                  <a:gs pos="0">
                    <a:schemeClr val="accent1">
                      <a:alpha val="50000"/>
                    </a:schemeClr>
                  </a:gs>
                  <a:gs pos="100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a:p>
          </p:txBody>
        </p:sp>
        <p:graphicFrame>
          <p:nvGraphicFramePr>
            <p:cNvPr id="174" name="Obj2">
              <a:extLst>
                <a:ext uri="{FF2B5EF4-FFF2-40B4-BE49-F238E27FC236}">
                  <a16:creationId xmlns:a16="http://schemas.microsoft.com/office/drawing/2014/main" id="{CDC361AE-AAF7-B7BB-0F61-EDBC52AFE437}"/>
                </a:ext>
              </a:extLst>
            </p:cNvPr>
            <p:cNvGraphicFramePr/>
            <p:nvPr/>
          </p:nvGraphicFramePr>
          <p:xfrm>
            <a:off x="758826" y="1920783"/>
            <a:ext cx="5114925" cy="233680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75" name="Obj1">
              <a:extLst>
                <a:ext uri="{FF2B5EF4-FFF2-40B4-BE49-F238E27FC236}">
                  <a16:creationId xmlns:a16="http://schemas.microsoft.com/office/drawing/2014/main" id="{4F8EAA07-9223-3ADC-D70A-1B43F92F728B}"/>
                </a:ext>
              </a:extLst>
            </p:cNvPr>
            <p:cNvGraphicFramePr>
              <a:graphicFrameLocks/>
            </p:cNvGraphicFramePr>
            <p:nvPr/>
          </p:nvGraphicFramePr>
          <p:xfrm>
            <a:off x="6407737" y="1961675"/>
            <a:ext cx="4912380" cy="2255016"/>
          </p:xfrm>
          <a:graphic>
            <a:graphicData uri="http://schemas.openxmlformats.org/drawingml/2006/chart">
              <c:chart xmlns:c="http://schemas.openxmlformats.org/drawingml/2006/chart" xmlns:r="http://schemas.openxmlformats.org/officeDocument/2006/relationships" r:id="rId3"/>
            </a:graphicData>
          </a:graphic>
        </p:graphicFrame>
        <p:grpSp>
          <p:nvGrpSpPr>
            <p:cNvPr id="176" name="组合 175">
              <a:extLst>
                <a:ext uri="{FF2B5EF4-FFF2-40B4-BE49-F238E27FC236}">
                  <a16:creationId xmlns:a16="http://schemas.microsoft.com/office/drawing/2014/main" id="{256FEF2A-7053-FFB8-980D-D0888A63570A}"/>
                </a:ext>
              </a:extLst>
            </p:cNvPr>
            <p:cNvGrpSpPr/>
            <p:nvPr/>
          </p:nvGrpSpPr>
          <p:grpSpPr>
            <a:xfrm>
              <a:off x="660400" y="4538662"/>
              <a:ext cx="3545361" cy="2211375"/>
              <a:chOff x="660400" y="4538662"/>
              <a:chExt cx="3545361" cy="2211375"/>
            </a:xfrm>
          </p:grpSpPr>
          <p:sp>
            <p:nvSpPr>
              <p:cNvPr id="191" name="ComponentBackground1">
                <a:extLst>
                  <a:ext uri="{FF2B5EF4-FFF2-40B4-BE49-F238E27FC236}">
                    <a16:creationId xmlns:a16="http://schemas.microsoft.com/office/drawing/2014/main" id="{B3D5FF75-9CEC-FECC-6116-431E888F7DE8}"/>
                  </a:ext>
                </a:extLst>
              </p:cNvPr>
              <p:cNvSpPr/>
              <p:nvPr/>
            </p:nvSpPr>
            <p:spPr>
              <a:xfrm>
                <a:off x="965114" y="4538662"/>
                <a:ext cx="3240647" cy="1595438"/>
              </a:xfrm>
              <a:prstGeom prst="roundRect">
                <a:avLst>
                  <a:gd name="adj" fmla="val 3200"/>
                </a:avLst>
              </a:prstGeom>
              <a:gradFill flip="none" rotWithShape="1">
                <a:gsLst>
                  <a:gs pos="0">
                    <a:schemeClr val="accent1">
                      <a:alpha val="10000"/>
                    </a:schemeClr>
                  </a:gs>
                  <a:gs pos="100000">
                    <a:schemeClr val="accent1">
                      <a:alpha val="0"/>
                    </a:schemeClr>
                  </a:gs>
                </a:gsLst>
                <a:lin ang="5400000" scaled="1"/>
                <a:tileRect/>
              </a:gradFill>
              <a:ln w="6350">
                <a:gradFill flip="none" rotWithShape="1">
                  <a:gsLst>
                    <a:gs pos="0">
                      <a:schemeClr val="accent1">
                        <a:alpha val="50000"/>
                      </a:schemeClr>
                    </a:gs>
                    <a:gs pos="100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a:p>
            </p:txBody>
          </p:sp>
          <p:sp>
            <p:nvSpPr>
              <p:cNvPr id="192" name="Text1">
                <a:extLst>
                  <a:ext uri="{FF2B5EF4-FFF2-40B4-BE49-F238E27FC236}">
                    <a16:creationId xmlns:a16="http://schemas.microsoft.com/office/drawing/2014/main" id="{043F0C01-B7F7-A667-4363-5190E1F4846B}"/>
                  </a:ext>
                </a:extLst>
              </p:cNvPr>
              <p:cNvSpPr>
                <a:spLocks/>
              </p:cNvSpPr>
              <p:nvPr/>
            </p:nvSpPr>
            <p:spPr>
              <a:xfrm>
                <a:off x="1339878" y="5287340"/>
                <a:ext cx="2787622" cy="14626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sp>
            <p:nvSpPr>
              <p:cNvPr id="193" name="Bullet1">
                <a:extLst>
                  <a:ext uri="{FF2B5EF4-FFF2-40B4-BE49-F238E27FC236}">
                    <a16:creationId xmlns:a16="http://schemas.microsoft.com/office/drawing/2014/main" id="{B42A5BC9-5EC1-D0C5-6424-C0709C287848}"/>
                  </a:ext>
                </a:extLst>
              </p:cNvPr>
              <p:cNvSpPr>
                <a:spLocks/>
              </p:cNvSpPr>
              <p:nvPr/>
            </p:nvSpPr>
            <p:spPr>
              <a:xfrm>
                <a:off x="1339877" y="4578191"/>
                <a:ext cx="2787622" cy="598936"/>
              </a:xfrm>
              <a:prstGeom prst="roundRect">
                <a:avLst>
                  <a:gd name="adj" fmla="val 0"/>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0" lang="zh-CN" altLang="en-US" sz="2000" b="1" i="0" u="none" strike="noStrike" kern="1200" cap="none" spc="0" normalizeH="0" baseline="0" noProof="0" dirty="0">
                    <a:ln>
                      <a:noFill/>
                    </a:ln>
                    <a:solidFill>
                      <a:schemeClr val="tx1"/>
                    </a:solidFill>
                    <a:effectLst/>
                    <a:uLnTx/>
                    <a:uFillTx/>
                  </a:rPr>
                  <a:t>主要产品产量</a:t>
                </a:r>
                <a:endParaRPr lang="en-US" altLang="zh-CN" sz="2000" dirty="0">
                  <a:solidFill>
                    <a:schemeClr val="tx1"/>
                  </a:solidFill>
                </a:endParaRPr>
              </a:p>
            </p:txBody>
          </p:sp>
          <p:cxnSp>
            <p:nvCxnSpPr>
              <p:cNvPr id="194" name="Line1">
                <a:extLst>
                  <a:ext uri="{FF2B5EF4-FFF2-40B4-BE49-F238E27FC236}">
                    <a16:creationId xmlns:a16="http://schemas.microsoft.com/office/drawing/2014/main" id="{F3E721F7-3E64-BFE8-ED6F-E0B554066FE8}"/>
                  </a:ext>
                </a:extLst>
              </p:cNvPr>
              <p:cNvCxnSpPr>
                <a:cxnSpLocks/>
              </p:cNvCxnSpPr>
              <p:nvPr/>
            </p:nvCxnSpPr>
            <p:spPr>
              <a:xfrm>
                <a:off x="1429363" y="5232233"/>
                <a:ext cx="2628734" cy="0"/>
              </a:xfrm>
              <a:prstGeom prst="line">
                <a:avLst/>
              </a:prstGeom>
              <a:ln>
                <a:gradFill flip="none" rotWithShape="1">
                  <a:gsLst>
                    <a:gs pos="0">
                      <a:schemeClr val="accent2"/>
                    </a:gs>
                    <a:gs pos="100000">
                      <a:schemeClr val="accent2">
                        <a:alpha val="0"/>
                      </a:schemeClr>
                    </a:gs>
                  </a:gsLst>
                  <a:lin ang="0" scaled="1"/>
                  <a:tileRect/>
                </a:gradFill>
              </a:ln>
            </p:spPr>
            <p:style>
              <a:lnRef idx="2">
                <a:schemeClr val="accent1"/>
              </a:lnRef>
              <a:fillRef idx="0">
                <a:schemeClr val="accent1"/>
              </a:fillRef>
              <a:effectRef idx="1">
                <a:schemeClr val="accent1"/>
              </a:effectRef>
              <a:fontRef idx="minor">
                <a:schemeClr val="tx1"/>
              </a:fontRef>
            </p:style>
          </p:cxnSp>
          <p:sp>
            <p:nvSpPr>
              <p:cNvPr id="195" name="IconBackground1">
                <a:extLst>
                  <a:ext uri="{FF2B5EF4-FFF2-40B4-BE49-F238E27FC236}">
                    <a16:creationId xmlns:a16="http://schemas.microsoft.com/office/drawing/2014/main" id="{45D6ABB8-2AD1-46F9-643A-8A422E747EA5}"/>
                  </a:ext>
                </a:extLst>
              </p:cNvPr>
              <p:cNvSpPr/>
              <p:nvPr/>
            </p:nvSpPr>
            <p:spPr>
              <a:xfrm>
                <a:off x="660400" y="5018970"/>
                <a:ext cx="634827" cy="634822"/>
              </a:xfrm>
              <a:prstGeom prst="ellipse">
                <a:avLst/>
              </a:prstGeom>
              <a:gradFill>
                <a:gsLst>
                  <a:gs pos="0">
                    <a:schemeClr val="accent2">
                      <a:lumMod val="60000"/>
                      <a:lumOff val="40000"/>
                    </a:schemeClr>
                  </a:gs>
                  <a:gs pos="74000">
                    <a:schemeClr val="accent2"/>
                  </a:gs>
                </a:gsLst>
                <a:lin ang="2700000" scaled="0"/>
              </a:gradFill>
              <a:ln w="825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lang="en-US" altLang="zh-CN" sz="2400" b="1" i="1" dirty="0">
                    <a:latin typeface="Arial" panose="020B0604020202020204" pitchFamily="34" charset="0"/>
                    <a:ea typeface="微软雅黑" panose="020B0503020204020204" pitchFamily="34" charset="-122"/>
                  </a:rPr>
                  <a:t>01</a:t>
                </a:r>
                <a:endParaRPr lang="zh-CN" altLang="en-US" sz="2400" b="1" i="1" dirty="0">
                  <a:latin typeface="Arial" panose="020B0604020202020204" pitchFamily="34" charset="0"/>
                  <a:ea typeface="微软雅黑" panose="020B0503020204020204" pitchFamily="34" charset="-122"/>
                </a:endParaRPr>
              </a:p>
            </p:txBody>
          </p:sp>
        </p:grpSp>
        <p:grpSp>
          <p:nvGrpSpPr>
            <p:cNvPr id="177" name="组合 176">
              <a:extLst>
                <a:ext uri="{FF2B5EF4-FFF2-40B4-BE49-F238E27FC236}">
                  <a16:creationId xmlns:a16="http://schemas.microsoft.com/office/drawing/2014/main" id="{EF941931-E4D3-4387-66AC-36D6330F311D}"/>
                </a:ext>
              </a:extLst>
            </p:cNvPr>
            <p:cNvGrpSpPr/>
            <p:nvPr/>
          </p:nvGrpSpPr>
          <p:grpSpPr>
            <a:xfrm>
              <a:off x="4316969" y="4538662"/>
              <a:ext cx="3545361" cy="2211375"/>
              <a:chOff x="4316969" y="4538662"/>
              <a:chExt cx="3545361" cy="2211375"/>
            </a:xfrm>
          </p:grpSpPr>
          <p:sp>
            <p:nvSpPr>
              <p:cNvPr id="185" name="ComponentBackground2">
                <a:extLst>
                  <a:ext uri="{FF2B5EF4-FFF2-40B4-BE49-F238E27FC236}">
                    <a16:creationId xmlns:a16="http://schemas.microsoft.com/office/drawing/2014/main" id="{58A4A268-2303-D64A-A83B-D85ACC0D5947}"/>
                  </a:ext>
                </a:extLst>
              </p:cNvPr>
              <p:cNvSpPr/>
              <p:nvPr/>
            </p:nvSpPr>
            <p:spPr>
              <a:xfrm>
                <a:off x="4621683" y="4538662"/>
                <a:ext cx="3240647" cy="1595438"/>
              </a:xfrm>
              <a:prstGeom prst="roundRect">
                <a:avLst>
                  <a:gd name="adj" fmla="val 3200"/>
                </a:avLst>
              </a:prstGeom>
              <a:gradFill flip="none" rotWithShape="1">
                <a:gsLst>
                  <a:gs pos="0">
                    <a:schemeClr val="accent1">
                      <a:alpha val="10000"/>
                    </a:schemeClr>
                  </a:gs>
                  <a:gs pos="100000">
                    <a:schemeClr val="accent1">
                      <a:alpha val="0"/>
                    </a:schemeClr>
                  </a:gs>
                </a:gsLst>
                <a:lin ang="5400000" scaled="1"/>
                <a:tileRect/>
              </a:gradFill>
              <a:ln w="6350">
                <a:gradFill flip="none" rotWithShape="1">
                  <a:gsLst>
                    <a:gs pos="0">
                      <a:schemeClr val="accent1">
                        <a:alpha val="50000"/>
                      </a:schemeClr>
                    </a:gs>
                    <a:gs pos="100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a:p>
            </p:txBody>
          </p:sp>
          <p:sp>
            <p:nvSpPr>
              <p:cNvPr id="186" name="Text2">
                <a:extLst>
                  <a:ext uri="{FF2B5EF4-FFF2-40B4-BE49-F238E27FC236}">
                    <a16:creationId xmlns:a16="http://schemas.microsoft.com/office/drawing/2014/main" id="{99BBA447-9E7A-324D-E7B0-8083794677C4}"/>
                  </a:ext>
                </a:extLst>
              </p:cNvPr>
              <p:cNvSpPr>
                <a:spLocks/>
              </p:cNvSpPr>
              <p:nvPr/>
            </p:nvSpPr>
            <p:spPr>
              <a:xfrm>
                <a:off x="4996447" y="5287340"/>
                <a:ext cx="2787622" cy="14626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sp>
            <p:nvSpPr>
              <p:cNvPr id="187" name="Bullet2">
                <a:extLst>
                  <a:ext uri="{FF2B5EF4-FFF2-40B4-BE49-F238E27FC236}">
                    <a16:creationId xmlns:a16="http://schemas.microsoft.com/office/drawing/2014/main" id="{AEBCF821-1637-94D4-220F-FA807BC379C4}"/>
                  </a:ext>
                </a:extLst>
              </p:cNvPr>
              <p:cNvSpPr>
                <a:spLocks/>
              </p:cNvSpPr>
              <p:nvPr/>
            </p:nvSpPr>
            <p:spPr>
              <a:xfrm>
                <a:off x="4996446" y="4578191"/>
                <a:ext cx="2787622" cy="598936"/>
              </a:xfrm>
              <a:prstGeom prst="roundRect">
                <a:avLst>
                  <a:gd name="adj" fmla="val 0"/>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0" lang="zh-CN" altLang="en-US" sz="2000" b="1" i="0" u="none" strike="noStrike" kern="1200" cap="none" spc="0" normalizeH="0" baseline="0" noProof="0" dirty="0">
                    <a:ln>
                      <a:noFill/>
                    </a:ln>
                    <a:solidFill>
                      <a:schemeClr val="tx1"/>
                    </a:solidFill>
                    <a:effectLst/>
                    <a:uLnTx/>
                    <a:uFillTx/>
                  </a:rPr>
                  <a:t>出口额分析</a:t>
                </a:r>
                <a:endParaRPr lang="en-US" altLang="zh-CN" sz="2000" dirty="0">
                  <a:solidFill>
                    <a:schemeClr val="tx1"/>
                  </a:solidFill>
                </a:endParaRPr>
              </a:p>
            </p:txBody>
          </p:sp>
          <p:cxnSp>
            <p:nvCxnSpPr>
              <p:cNvPr id="188" name="Line2">
                <a:extLst>
                  <a:ext uri="{FF2B5EF4-FFF2-40B4-BE49-F238E27FC236}">
                    <a16:creationId xmlns:a16="http://schemas.microsoft.com/office/drawing/2014/main" id="{7D823D7A-5C8C-23B7-8628-5E0B99DCC459}"/>
                  </a:ext>
                </a:extLst>
              </p:cNvPr>
              <p:cNvCxnSpPr>
                <a:cxnSpLocks/>
              </p:cNvCxnSpPr>
              <p:nvPr/>
            </p:nvCxnSpPr>
            <p:spPr>
              <a:xfrm>
                <a:off x="5085932" y="5232233"/>
                <a:ext cx="2628734" cy="0"/>
              </a:xfrm>
              <a:prstGeom prst="line">
                <a:avLst/>
              </a:prstGeom>
              <a:ln>
                <a:gradFill flip="none" rotWithShape="1">
                  <a:gsLst>
                    <a:gs pos="0">
                      <a:schemeClr val="accent2"/>
                    </a:gs>
                    <a:gs pos="100000">
                      <a:schemeClr val="accent2">
                        <a:alpha val="0"/>
                      </a:schemeClr>
                    </a:gs>
                  </a:gsLst>
                  <a:lin ang="0" scaled="1"/>
                  <a:tileRect/>
                </a:gradFill>
              </a:ln>
            </p:spPr>
            <p:style>
              <a:lnRef idx="2">
                <a:schemeClr val="accent1"/>
              </a:lnRef>
              <a:fillRef idx="0">
                <a:schemeClr val="accent1"/>
              </a:fillRef>
              <a:effectRef idx="1">
                <a:schemeClr val="accent1"/>
              </a:effectRef>
              <a:fontRef idx="minor">
                <a:schemeClr val="tx1"/>
              </a:fontRef>
            </p:style>
          </p:cxnSp>
          <p:sp>
            <p:nvSpPr>
              <p:cNvPr id="189" name="IconBackground2">
                <a:extLst>
                  <a:ext uri="{FF2B5EF4-FFF2-40B4-BE49-F238E27FC236}">
                    <a16:creationId xmlns:a16="http://schemas.microsoft.com/office/drawing/2014/main" id="{7D23DA25-F0AA-E1E1-8B47-A5E85922B5B4}"/>
                  </a:ext>
                </a:extLst>
              </p:cNvPr>
              <p:cNvSpPr/>
              <p:nvPr/>
            </p:nvSpPr>
            <p:spPr>
              <a:xfrm>
                <a:off x="4316969" y="5018970"/>
                <a:ext cx="634827" cy="634822"/>
              </a:xfrm>
              <a:prstGeom prst="ellipse">
                <a:avLst/>
              </a:prstGeom>
              <a:gradFill>
                <a:gsLst>
                  <a:gs pos="0">
                    <a:schemeClr val="accent2">
                      <a:lumMod val="60000"/>
                      <a:lumOff val="40000"/>
                    </a:schemeClr>
                  </a:gs>
                  <a:gs pos="74000">
                    <a:schemeClr val="accent2"/>
                  </a:gs>
                </a:gsLst>
                <a:lin ang="2700000" scaled="0"/>
              </a:gradFill>
              <a:ln w="825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lang="en-US" altLang="zh-CN" sz="2400" b="1" i="1" dirty="0">
                    <a:latin typeface="Arial" panose="020B0604020202020204" pitchFamily="34" charset="0"/>
                    <a:ea typeface="微软雅黑" panose="020B0503020204020204" pitchFamily="34" charset="-122"/>
                  </a:rPr>
                  <a:t>02</a:t>
                </a:r>
                <a:endParaRPr lang="zh-CN" altLang="en-US" sz="2400" b="1" i="1" dirty="0">
                  <a:latin typeface="Arial" panose="020B0604020202020204" pitchFamily="34" charset="0"/>
                  <a:ea typeface="微软雅黑" panose="020B0503020204020204" pitchFamily="34" charset="-122"/>
                </a:endParaRPr>
              </a:p>
            </p:txBody>
          </p:sp>
        </p:grpSp>
        <p:grpSp>
          <p:nvGrpSpPr>
            <p:cNvPr id="178" name="组合 177">
              <a:extLst>
                <a:ext uri="{FF2B5EF4-FFF2-40B4-BE49-F238E27FC236}">
                  <a16:creationId xmlns:a16="http://schemas.microsoft.com/office/drawing/2014/main" id="{DCF3CDA6-E0FE-3CDC-81D0-F120CFFD7F44}"/>
                </a:ext>
              </a:extLst>
            </p:cNvPr>
            <p:cNvGrpSpPr/>
            <p:nvPr/>
          </p:nvGrpSpPr>
          <p:grpSpPr>
            <a:xfrm>
              <a:off x="7973540" y="4538662"/>
              <a:ext cx="3545360" cy="2211375"/>
              <a:chOff x="7973540" y="4538662"/>
              <a:chExt cx="3545360" cy="2211375"/>
            </a:xfrm>
          </p:grpSpPr>
          <p:sp>
            <p:nvSpPr>
              <p:cNvPr id="179" name="ComponentBackground3">
                <a:extLst>
                  <a:ext uri="{FF2B5EF4-FFF2-40B4-BE49-F238E27FC236}">
                    <a16:creationId xmlns:a16="http://schemas.microsoft.com/office/drawing/2014/main" id="{E1A1A60C-1C76-C961-DF40-6F3F4DAAF9FB}"/>
                  </a:ext>
                </a:extLst>
              </p:cNvPr>
              <p:cNvSpPr/>
              <p:nvPr/>
            </p:nvSpPr>
            <p:spPr>
              <a:xfrm>
                <a:off x="8278253" y="4538662"/>
                <a:ext cx="3240647" cy="1595438"/>
              </a:xfrm>
              <a:prstGeom prst="roundRect">
                <a:avLst>
                  <a:gd name="adj" fmla="val 3200"/>
                </a:avLst>
              </a:prstGeom>
              <a:gradFill flip="none" rotWithShape="1">
                <a:gsLst>
                  <a:gs pos="0">
                    <a:schemeClr val="accent1">
                      <a:alpha val="10000"/>
                    </a:schemeClr>
                  </a:gs>
                  <a:gs pos="100000">
                    <a:schemeClr val="accent1">
                      <a:alpha val="0"/>
                    </a:schemeClr>
                  </a:gs>
                </a:gsLst>
                <a:lin ang="5400000" scaled="1"/>
                <a:tileRect/>
              </a:gradFill>
              <a:ln w="6350">
                <a:gradFill flip="none" rotWithShape="1">
                  <a:gsLst>
                    <a:gs pos="0">
                      <a:schemeClr val="accent1">
                        <a:alpha val="50000"/>
                      </a:schemeClr>
                    </a:gs>
                    <a:gs pos="100000">
                      <a:schemeClr val="accent1">
                        <a:alpha val="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a:p>
            </p:txBody>
          </p:sp>
          <p:sp>
            <p:nvSpPr>
              <p:cNvPr id="180" name="Text3">
                <a:extLst>
                  <a:ext uri="{FF2B5EF4-FFF2-40B4-BE49-F238E27FC236}">
                    <a16:creationId xmlns:a16="http://schemas.microsoft.com/office/drawing/2014/main" id="{714C7159-DF72-42AD-9545-A20041DEBDEE}"/>
                  </a:ext>
                </a:extLst>
              </p:cNvPr>
              <p:cNvSpPr>
                <a:spLocks/>
              </p:cNvSpPr>
              <p:nvPr/>
            </p:nvSpPr>
            <p:spPr>
              <a:xfrm>
                <a:off x="8653017" y="5287340"/>
                <a:ext cx="2787622" cy="14626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sp>
            <p:nvSpPr>
              <p:cNvPr id="181" name="Bullet3">
                <a:extLst>
                  <a:ext uri="{FF2B5EF4-FFF2-40B4-BE49-F238E27FC236}">
                    <a16:creationId xmlns:a16="http://schemas.microsoft.com/office/drawing/2014/main" id="{98304496-20C8-7B2E-91E9-EE1F8EEEB8F6}"/>
                  </a:ext>
                </a:extLst>
              </p:cNvPr>
              <p:cNvSpPr>
                <a:spLocks/>
              </p:cNvSpPr>
              <p:nvPr/>
            </p:nvSpPr>
            <p:spPr>
              <a:xfrm>
                <a:off x="8653016" y="4578191"/>
                <a:ext cx="2787622" cy="598936"/>
              </a:xfrm>
              <a:prstGeom prst="roundRect">
                <a:avLst>
                  <a:gd name="adj" fmla="val 0"/>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0" lang="zh-CN" altLang="en-US" sz="2000" b="1" i="0" u="none" strike="noStrike" kern="1200" cap="none" spc="0" normalizeH="0" baseline="0" noProof="0" dirty="0">
                    <a:ln>
                      <a:noFill/>
                    </a:ln>
                    <a:solidFill>
                      <a:schemeClr val="tx1"/>
                    </a:solidFill>
                    <a:effectLst/>
                    <a:uLnTx/>
                    <a:uFillTx/>
                  </a:rPr>
                  <a:t>增长因素分析</a:t>
                </a:r>
                <a:endParaRPr lang="en-US" altLang="zh-CN" sz="2000" dirty="0">
                  <a:solidFill>
                    <a:schemeClr val="tx1"/>
                  </a:solidFill>
                </a:endParaRPr>
              </a:p>
            </p:txBody>
          </p:sp>
          <p:cxnSp>
            <p:nvCxnSpPr>
              <p:cNvPr id="182" name="Line3">
                <a:extLst>
                  <a:ext uri="{FF2B5EF4-FFF2-40B4-BE49-F238E27FC236}">
                    <a16:creationId xmlns:a16="http://schemas.microsoft.com/office/drawing/2014/main" id="{7D3DD7A2-3E3E-D1C7-046A-579DFC85717B}"/>
                  </a:ext>
                </a:extLst>
              </p:cNvPr>
              <p:cNvCxnSpPr>
                <a:cxnSpLocks/>
              </p:cNvCxnSpPr>
              <p:nvPr/>
            </p:nvCxnSpPr>
            <p:spPr>
              <a:xfrm>
                <a:off x="8742502" y="5232233"/>
                <a:ext cx="2628734" cy="0"/>
              </a:xfrm>
              <a:prstGeom prst="line">
                <a:avLst/>
              </a:prstGeom>
              <a:ln>
                <a:gradFill flip="none" rotWithShape="1">
                  <a:gsLst>
                    <a:gs pos="0">
                      <a:schemeClr val="accent2"/>
                    </a:gs>
                    <a:gs pos="100000">
                      <a:schemeClr val="accent2">
                        <a:alpha val="0"/>
                      </a:schemeClr>
                    </a:gs>
                  </a:gsLst>
                  <a:lin ang="0" scaled="1"/>
                  <a:tileRect/>
                </a:gradFill>
              </a:ln>
            </p:spPr>
            <p:style>
              <a:lnRef idx="2">
                <a:schemeClr val="accent1"/>
              </a:lnRef>
              <a:fillRef idx="0">
                <a:schemeClr val="accent1"/>
              </a:fillRef>
              <a:effectRef idx="1">
                <a:schemeClr val="accent1"/>
              </a:effectRef>
              <a:fontRef idx="minor">
                <a:schemeClr val="tx1"/>
              </a:fontRef>
            </p:style>
          </p:cxnSp>
          <p:sp>
            <p:nvSpPr>
              <p:cNvPr id="183" name="IconBackground3">
                <a:extLst>
                  <a:ext uri="{FF2B5EF4-FFF2-40B4-BE49-F238E27FC236}">
                    <a16:creationId xmlns:a16="http://schemas.microsoft.com/office/drawing/2014/main" id="{A568ADB9-5D02-7E77-D29C-C8454965784C}"/>
                  </a:ext>
                </a:extLst>
              </p:cNvPr>
              <p:cNvSpPr/>
              <p:nvPr/>
            </p:nvSpPr>
            <p:spPr>
              <a:xfrm>
                <a:off x="7973540" y="5018970"/>
                <a:ext cx="634827" cy="634822"/>
              </a:xfrm>
              <a:prstGeom prst="ellipse">
                <a:avLst/>
              </a:prstGeom>
              <a:gradFill>
                <a:gsLst>
                  <a:gs pos="0">
                    <a:schemeClr val="accent2">
                      <a:lumMod val="60000"/>
                      <a:lumOff val="40000"/>
                    </a:schemeClr>
                  </a:gs>
                  <a:gs pos="74000">
                    <a:schemeClr val="accent2"/>
                  </a:gs>
                </a:gsLst>
                <a:lin ang="2700000" scaled="0"/>
              </a:gradFill>
              <a:ln w="825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lang="en-US" altLang="zh-CN" sz="2400" b="1" i="1" dirty="0">
                    <a:latin typeface="Arial" panose="020B0604020202020204" pitchFamily="34" charset="0"/>
                    <a:ea typeface="微软雅黑" panose="020B0503020204020204" pitchFamily="34" charset="-122"/>
                  </a:rPr>
                  <a:t>03</a:t>
                </a:r>
                <a:endParaRPr lang="zh-CN" altLang="en-US" sz="2400" b="1" i="1" dirty="0">
                  <a:latin typeface="Arial" panose="020B0604020202020204" pitchFamily="34" charset="0"/>
                  <a:ea typeface="微软雅黑" panose="020B0503020204020204" pitchFamily="34" charset="-122"/>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pPr>
              <a:lnSpc>
                <a:spcPct val="120000"/>
              </a:lnSpc>
            </a:pPr>
            <a:r>
              <a:rPr lang="zh-CN" altLang="en-US" dirty="0"/>
              <a:t>零售业</a:t>
            </a:r>
            <a:endParaRPr lang="en-US" dirty="0"/>
          </a:p>
        </p:txBody>
      </p:sp>
      <p:grpSp>
        <p:nvGrpSpPr>
          <p:cNvPr id="3" name="组合 2">
            <a:extLst>
              <a:ext uri="{FF2B5EF4-FFF2-40B4-BE49-F238E27FC236}">
                <a16:creationId xmlns:a16="http://schemas.microsoft.com/office/drawing/2014/main" id="{4358A9D6-2759-1FE5-A24F-5FFFD4EFF475}"/>
              </a:ext>
            </a:extLst>
          </p:cNvPr>
          <p:cNvGrpSpPr/>
          <p:nvPr/>
        </p:nvGrpSpPr>
        <p:grpSpPr>
          <a:xfrm>
            <a:off x="0" y="1130300"/>
            <a:ext cx="12192000" cy="5727700"/>
            <a:chOff x="0" y="1130300"/>
            <a:chExt cx="12192000" cy="5727700"/>
          </a:xfrm>
        </p:grpSpPr>
        <p:sp>
          <p:nvSpPr>
            <p:cNvPr id="8" name="Title">
              <a:extLst>
                <a:ext uri="{FF2B5EF4-FFF2-40B4-BE49-F238E27FC236}">
                  <a16:creationId xmlns:a16="http://schemas.microsoft.com/office/drawing/2014/main" id="{EC480193-E4CD-D73E-060E-47014AABB8C9}"/>
                </a:ext>
              </a:extLst>
            </p:cNvPr>
            <p:cNvSpPr txBox="1"/>
            <p:nvPr/>
          </p:nvSpPr>
          <p:spPr>
            <a:xfrm>
              <a:off x="660400" y="1130300"/>
              <a:ext cx="10858500" cy="524329"/>
            </a:xfrm>
            <a:prstGeom prst="rect">
              <a:avLst/>
            </a:prstGeom>
            <a:gradFill>
              <a:gsLst>
                <a:gs pos="0">
                  <a:schemeClr val="accent1">
                    <a:alpha val="20000"/>
                  </a:schemeClr>
                </a:gs>
                <a:gs pos="100000">
                  <a:schemeClr val="accent1">
                    <a:alpha val="20000"/>
                  </a:schemeClr>
                </a:gs>
                <a:gs pos="50000">
                  <a:schemeClr val="accent1">
                    <a:alpha val="0"/>
                  </a:schemeClr>
                </a:gs>
              </a:gsLst>
              <a:lin ang="10800000" scaled="1"/>
            </a:gradFill>
          </p:spPr>
          <p:txBody>
            <a:bodyPr wrap="square" rtlCol="0" anchor="ctr">
              <a:normAutofit/>
            </a:bodyPr>
            <a:lstStyle/>
            <a:p>
              <a:pPr algn="ctr">
                <a:lnSpc>
                  <a:spcPct val="120000"/>
                </a:lnSpc>
              </a:pPr>
              <a:r>
                <a:rPr lang="zh-CN" altLang="en-US" sz="2400" b="1" dirty="0"/>
                <a:t>销售额、顾客流量及消费趋势</a:t>
              </a:r>
            </a:p>
          </p:txBody>
        </p:sp>
        <p:sp>
          <p:nvSpPr>
            <p:cNvPr id="9" name="矩形 8">
              <a:extLst>
                <a:ext uri="{FF2B5EF4-FFF2-40B4-BE49-F238E27FC236}">
                  <a16:creationId xmlns:a16="http://schemas.microsoft.com/office/drawing/2014/main" id="{F7DFE9DB-C843-867B-9B4C-D00B82DAAD10}"/>
                </a:ext>
              </a:extLst>
            </p:cNvPr>
            <p:cNvSpPr/>
            <p:nvPr/>
          </p:nvSpPr>
          <p:spPr>
            <a:xfrm>
              <a:off x="0" y="6444343"/>
              <a:ext cx="12192000" cy="413657"/>
            </a:xfrm>
            <a:prstGeom prst="rect">
              <a:avLst/>
            </a:prstGeom>
            <a:gradFill flip="none" rotWithShape="1">
              <a:gsLst>
                <a:gs pos="50000">
                  <a:schemeClr val="accent2">
                    <a:alpha val="50000"/>
                  </a:schemeClr>
                </a:gs>
                <a:gs pos="100000">
                  <a:schemeClr val="accent2">
                    <a:lumMod val="60000"/>
                    <a:lumOff val="40000"/>
                    <a:alpha val="2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sz="2000"/>
            </a:p>
          </p:txBody>
        </p:sp>
        <p:grpSp>
          <p:nvGrpSpPr>
            <p:cNvPr id="15" name="组合 14">
              <a:extLst>
                <a:ext uri="{FF2B5EF4-FFF2-40B4-BE49-F238E27FC236}">
                  <a16:creationId xmlns:a16="http://schemas.microsoft.com/office/drawing/2014/main" id="{097E9AB3-E61D-2959-6F98-2301EE4C3FC6}"/>
                </a:ext>
              </a:extLst>
            </p:cNvPr>
            <p:cNvGrpSpPr/>
            <p:nvPr/>
          </p:nvGrpSpPr>
          <p:grpSpPr>
            <a:xfrm>
              <a:off x="660400" y="3991429"/>
              <a:ext cx="3445328" cy="2142671"/>
              <a:chOff x="660400" y="3991429"/>
              <a:chExt cx="3445328" cy="2142671"/>
            </a:xfrm>
          </p:grpSpPr>
          <p:sp>
            <p:nvSpPr>
              <p:cNvPr id="32" name="ComponentBackground1">
                <a:extLst>
                  <a:ext uri="{FF2B5EF4-FFF2-40B4-BE49-F238E27FC236}">
                    <a16:creationId xmlns:a16="http://schemas.microsoft.com/office/drawing/2014/main" id="{4C9BA9E4-F59D-F487-50A8-7C3CEE4DB9D6}"/>
                  </a:ext>
                </a:extLst>
              </p:cNvPr>
              <p:cNvSpPr/>
              <p:nvPr/>
            </p:nvSpPr>
            <p:spPr>
              <a:xfrm>
                <a:off x="660400" y="3991429"/>
                <a:ext cx="3445328" cy="2142671"/>
              </a:xfrm>
              <a:prstGeom prst="roundRect">
                <a:avLst>
                  <a:gd name="adj" fmla="val 9467"/>
                </a:avLst>
              </a:prstGeom>
              <a:gradFill>
                <a:gsLst>
                  <a:gs pos="56000">
                    <a:schemeClr val="accent1">
                      <a:alpha val="0"/>
                    </a:schemeClr>
                  </a:gs>
                  <a:gs pos="100000">
                    <a:schemeClr val="accent1">
                      <a:alpha val="10000"/>
                    </a:schemeClr>
                  </a:gs>
                </a:gsLst>
                <a:lin ang="5400000" scaled="1"/>
              </a:gradFill>
              <a:ln w="6350">
                <a:gradFill flip="none" rotWithShape="1">
                  <a:gsLst>
                    <a:gs pos="0">
                      <a:schemeClr val="accent1">
                        <a:alpha val="50000"/>
                      </a:schemeClr>
                    </a:gs>
                    <a:gs pos="100000">
                      <a:schemeClr val="accent1">
                        <a:alpha val="10000"/>
                      </a:schemeClr>
                    </a:gs>
                  </a:gsLst>
                  <a:lin ang="5400000" scaled="1"/>
                  <a:tileRect/>
                </a:gradFill>
              </a:ln>
              <a:effectLst>
                <a:outerShdw blurRad="254000" dist="63500" dir="5400000" sx="80000" sy="80000" algn="t" rotWithShape="0">
                  <a:schemeClr val="bg1">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b="1">
                  <a:solidFill>
                    <a:srgbClr val="FFFFFF"/>
                  </a:solidFill>
                </a:endParaRPr>
              </a:p>
            </p:txBody>
          </p:sp>
          <p:sp>
            <p:nvSpPr>
              <p:cNvPr id="33" name="Bullet1">
                <a:extLst>
                  <a:ext uri="{FF2B5EF4-FFF2-40B4-BE49-F238E27FC236}">
                    <a16:creationId xmlns:a16="http://schemas.microsoft.com/office/drawing/2014/main" id="{67CAC89A-E1A1-1849-47A6-0B53F87FB7CF}"/>
                  </a:ext>
                </a:extLst>
              </p:cNvPr>
              <p:cNvSpPr txBox="1"/>
              <p:nvPr/>
            </p:nvSpPr>
            <p:spPr>
              <a:xfrm>
                <a:off x="758372" y="4111309"/>
                <a:ext cx="3249385" cy="645103"/>
              </a:xfrm>
              <a:prstGeom prst="rect">
                <a:avLst/>
              </a:prstGeom>
              <a:noFill/>
            </p:spPr>
            <p:txBody>
              <a:bodyPr wrap="square" rtlCol="0" anchor="b">
                <a:normAutofit/>
              </a:bodyPr>
              <a:lstStyle/>
              <a:p>
                <a:pPr>
                  <a:lnSpc>
                    <a:spcPct val="120000"/>
                  </a:lnSpc>
                </a:pPr>
                <a:r>
                  <a:rPr lang="zh-CN" altLang="en-US" sz="2000" b="1" dirty="0"/>
                  <a:t>同比增长</a:t>
                </a:r>
              </a:p>
            </p:txBody>
          </p:sp>
          <p:sp>
            <p:nvSpPr>
              <p:cNvPr id="34" name="Text1">
                <a:extLst>
                  <a:ext uri="{FF2B5EF4-FFF2-40B4-BE49-F238E27FC236}">
                    <a16:creationId xmlns:a16="http://schemas.microsoft.com/office/drawing/2014/main" id="{4DC4BEC4-20B8-0032-8F43-48DF67F859B0}"/>
                  </a:ext>
                </a:extLst>
              </p:cNvPr>
              <p:cNvSpPr txBox="1"/>
              <p:nvPr/>
            </p:nvSpPr>
            <p:spPr>
              <a:xfrm>
                <a:off x="758372" y="4979432"/>
                <a:ext cx="3249385" cy="1075680"/>
              </a:xfrm>
              <a:prstGeom prst="rect">
                <a:avLst/>
              </a:prstGeom>
              <a:noFill/>
            </p:spPr>
            <p:txBody>
              <a:bodyPr wrap="square" rtlCol="0">
                <a:normAutofit fontScale="92500" lnSpcReduction="10000"/>
              </a:bodyPr>
              <a:lstStyle/>
              <a:p>
                <a:pPr marL="0" indent="0" algn="l">
                  <a:lnSpc>
                    <a:spcPct val="13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cxnSp>
            <p:nvCxnSpPr>
              <p:cNvPr id="37" name="Line1">
                <a:extLst>
                  <a:ext uri="{FF2B5EF4-FFF2-40B4-BE49-F238E27FC236}">
                    <a16:creationId xmlns:a16="http://schemas.microsoft.com/office/drawing/2014/main" id="{929A69B1-EFD2-F46D-F8EE-4355C3A6CFE1}"/>
                  </a:ext>
                </a:extLst>
              </p:cNvPr>
              <p:cNvCxnSpPr>
                <a:cxnSpLocks/>
              </p:cNvCxnSpPr>
              <p:nvPr/>
            </p:nvCxnSpPr>
            <p:spPr>
              <a:xfrm>
                <a:off x="758372" y="4873083"/>
                <a:ext cx="3249385" cy="0"/>
              </a:xfrm>
              <a:prstGeom prst="line">
                <a:avLst/>
              </a:prstGeom>
              <a:ln>
                <a:headEnd type="ova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1E4CE8AB-30D6-591B-5243-125E994B28A4}"/>
                </a:ext>
              </a:extLst>
            </p:cNvPr>
            <p:cNvGrpSpPr/>
            <p:nvPr/>
          </p:nvGrpSpPr>
          <p:grpSpPr>
            <a:xfrm>
              <a:off x="4373336" y="3991429"/>
              <a:ext cx="3445328" cy="2142671"/>
              <a:chOff x="660400" y="3991429"/>
              <a:chExt cx="3445328" cy="2142671"/>
            </a:xfrm>
          </p:grpSpPr>
          <p:sp>
            <p:nvSpPr>
              <p:cNvPr id="28" name="ComponentBackground2">
                <a:extLst>
                  <a:ext uri="{FF2B5EF4-FFF2-40B4-BE49-F238E27FC236}">
                    <a16:creationId xmlns:a16="http://schemas.microsoft.com/office/drawing/2014/main" id="{3E4150BF-658F-3E9D-CBB7-0DDF1FA2E408}"/>
                  </a:ext>
                </a:extLst>
              </p:cNvPr>
              <p:cNvSpPr/>
              <p:nvPr/>
            </p:nvSpPr>
            <p:spPr>
              <a:xfrm>
                <a:off x="660400" y="3991429"/>
                <a:ext cx="3445328" cy="2142671"/>
              </a:xfrm>
              <a:prstGeom prst="roundRect">
                <a:avLst>
                  <a:gd name="adj" fmla="val 9467"/>
                </a:avLst>
              </a:prstGeom>
              <a:gradFill>
                <a:gsLst>
                  <a:gs pos="56000">
                    <a:schemeClr val="accent2">
                      <a:alpha val="0"/>
                    </a:schemeClr>
                  </a:gs>
                  <a:gs pos="100000">
                    <a:schemeClr val="accent2">
                      <a:alpha val="10000"/>
                    </a:schemeClr>
                  </a:gs>
                </a:gsLst>
                <a:lin ang="5400000" scaled="1"/>
              </a:gradFill>
              <a:ln w="6350">
                <a:gradFill flip="none" rotWithShape="1">
                  <a:gsLst>
                    <a:gs pos="0">
                      <a:schemeClr val="accent2">
                        <a:alpha val="50000"/>
                      </a:schemeClr>
                    </a:gs>
                    <a:gs pos="100000">
                      <a:schemeClr val="accent2">
                        <a:alpha val="10000"/>
                      </a:schemeClr>
                    </a:gs>
                  </a:gsLst>
                  <a:lin ang="5400000" scaled="1"/>
                  <a:tileRect/>
                </a:gradFill>
              </a:ln>
              <a:effectLst>
                <a:outerShdw blurRad="254000" dist="63500" dir="5400000" sx="80000" sy="80000" algn="t" rotWithShape="0">
                  <a:schemeClr val="bg1">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b="1">
                  <a:solidFill>
                    <a:srgbClr val="FFFFFF"/>
                  </a:solidFill>
                </a:endParaRPr>
              </a:p>
            </p:txBody>
          </p:sp>
          <p:sp>
            <p:nvSpPr>
              <p:cNvPr id="29" name="Bullet2">
                <a:extLst>
                  <a:ext uri="{FF2B5EF4-FFF2-40B4-BE49-F238E27FC236}">
                    <a16:creationId xmlns:a16="http://schemas.microsoft.com/office/drawing/2014/main" id="{199E63FD-5B29-2AEC-6F69-3821C1F8E374}"/>
                  </a:ext>
                </a:extLst>
              </p:cNvPr>
              <p:cNvSpPr txBox="1"/>
              <p:nvPr/>
            </p:nvSpPr>
            <p:spPr>
              <a:xfrm>
                <a:off x="758372" y="4111309"/>
                <a:ext cx="3249385" cy="645103"/>
              </a:xfrm>
              <a:prstGeom prst="rect">
                <a:avLst/>
              </a:prstGeom>
              <a:noFill/>
            </p:spPr>
            <p:txBody>
              <a:bodyPr wrap="square" rtlCol="0" anchor="b">
                <a:normAutofit/>
              </a:bodyPr>
              <a:lstStyle/>
              <a:p>
                <a:pPr>
                  <a:lnSpc>
                    <a:spcPct val="120000"/>
                  </a:lnSpc>
                </a:pPr>
                <a:r>
                  <a:rPr lang="zh-CN" altLang="en-US" sz="2000" b="1" dirty="0">
                    <a:solidFill>
                      <a:srgbClr val="000000"/>
                    </a:solidFill>
                    <a:sym typeface="Arial" panose="020B0604020202020204" pitchFamily="34" charset="0"/>
                  </a:rPr>
                  <a:t>线上线下融合</a:t>
                </a:r>
                <a:endParaRPr lang="en-US" altLang="zh-CN" sz="2000" dirty="0"/>
              </a:p>
            </p:txBody>
          </p:sp>
          <p:sp>
            <p:nvSpPr>
              <p:cNvPr id="30" name="Text2">
                <a:extLst>
                  <a:ext uri="{FF2B5EF4-FFF2-40B4-BE49-F238E27FC236}">
                    <a16:creationId xmlns:a16="http://schemas.microsoft.com/office/drawing/2014/main" id="{31FDFAEB-F0E9-9DF1-5109-52869FB51087}"/>
                  </a:ext>
                </a:extLst>
              </p:cNvPr>
              <p:cNvSpPr txBox="1"/>
              <p:nvPr/>
            </p:nvSpPr>
            <p:spPr>
              <a:xfrm>
                <a:off x="758372" y="4979432"/>
                <a:ext cx="3249385" cy="1075680"/>
              </a:xfrm>
              <a:prstGeom prst="rect">
                <a:avLst/>
              </a:prstGeom>
              <a:noFill/>
            </p:spPr>
            <p:txBody>
              <a:bodyPr wrap="square" rtlCol="0">
                <a:normAutofit fontScale="92500" lnSpcReduction="10000"/>
              </a:bodyPr>
              <a:lstStyle/>
              <a:p>
                <a:pPr marL="0" indent="0" algn="l">
                  <a:lnSpc>
                    <a:spcPct val="13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cxnSp>
            <p:nvCxnSpPr>
              <p:cNvPr id="31" name="Line2">
                <a:extLst>
                  <a:ext uri="{FF2B5EF4-FFF2-40B4-BE49-F238E27FC236}">
                    <a16:creationId xmlns:a16="http://schemas.microsoft.com/office/drawing/2014/main" id="{9EC810A5-19E8-6118-5959-7E9435209686}"/>
                  </a:ext>
                </a:extLst>
              </p:cNvPr>
              <p:cNvCxnSpPr>
                <a:cxnSpLocks/>
              </p:cNvCxnSpPr>
              <p:nvPr/>
            </p:nvCxnSpPr>
            <p:spPr>
              <a:xfrm>
                <a:off x="758372" y="4873083"/>
                <a:ext cx="3249385" cy="0"/>
              </a:xfrm>
              <a:prstGeom prst="line">
                <a:avLst/>
              </a:prstGeom>
              <a:ln>
                <a:solidFill>
                  <a:schemeClr val="accent2"/>
                </a:solidFill>
                <a:headEnd type="ova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8AC458C5-E234-E506-DAA4-24116C2E5D48}"/>
                </a:ext>
              </a:extLst>
            </p:cNvPr>
            <p:cNvGrpSpPr/>
            <p:nvPr/>
          </p:nvGrpSpPr>
          <p:grpSpPr>
            <a:xfrm>
              <a:off x="8073572" y="3991429"/>
              <a:ext cx="3445328" cy="2142671"/>
              <a:chOff x="660400" y="3991429"/>
              <a:chExt cx="3445328" cy="2142671"/>
            </a:xfrm>
          </p:grpSpPr>
          <p:sp>
            <p:nvSpPr>
              <p:cNvPr id="24" name="ComponentBackground3">
                <a:extLst>
                  <a:ext uri="{FF2B5EF4-FFF2-40B4-BE49-F238E27FC236}">
                    <a16:creationId xmlns:a16="http://schemas.microsoft.com/office/drawing/2014/main" id="{3D1C45C3-B5E4-CA7B-0971-E7772FE8DD96}"/>
                  </a:ext>
                </a:extLst>
              </p:cNvPr>
              <p:cNvSpPr/>
              <p:nvPr/>
            </p:nvSpPr>
            <p:spPr>
              <a:xfrm>
                <a:off x="660400" y="3991429"/>
                <a:ext cx="3445328" cy="2142671"/>
              </a:xfrm>
              <a:prstGeom prst="roundRect">
                <a:avLst>
                  <a:gd name="adj" fmla="val 9467"/>
                </a:avLst>
              </a:prstGeom>
              <a:gradFill>
                <a:gsLst>
                  <a:gs pos="56000">
                    <a:schemeClr val="accent2">
                      <a:alpha val="0"/>
                    </a:schemeClr>
                  </a:gs>
                  <a:gs pos="100000">
                    <a:schemeClr val="accent2">
                      <a:alpha val="10000"/>
                    </a:schemeClr>
                  </a:gs>
                </a:gsLst>
                <a:lin ang="5400000" scaled="1"/>
              </a:gradFill>
              <a:ln w="6350">
                <a:gradFill flip="none" rotWithShape="1">
                  <a:gsLst>
                    <a:gs pos="0">
                      <a:schemeClr val="accent2">
                        <a:alpha val="50000"/>
                      </a:schemeClr>
                    </a:gs>
                    <a:gs pos="100000">
                      <a:schemeClr val="accent2">
                        <a:alpha val="10000"/>
                      </a:schemeClr>
                    </a:gs>
                  </a:gsLst>
                  <a:lin ang="5400000" scaled="1"/>
                  <a:tileRect/>
                </a:gradFill>
              </a:ln>
              <a:effectLst>
                <a:outerShdw blurRad="254000" dist="63500" dir="5400000" sx="80000" sy="80000" algn="t" rotWithShape="0">
                  <a:schemeClr val="bg1">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b="1">
                  <a:solidFill>
                    <a:srgbClr val="FFFFFF"/>
                  </a:solidFill>
                </a:endParaRPr>
              </a:p>
            </p:txBody>
          </p:sp>
          <p:sp>
            <p:nvSpPr>
              <p:cNvPr id="25" name="Bullet3">
                <a:extLst>
                  <a:ext uri="{FF2B5EF4-FFF2-40B4-BE49-F238E27FC236}">
                    <a16:creationId xmlns:a16="http://schemas.microsoft.com/office/drawing/2014/main" id="{27330F58-2E4A-D85D-A20C-B67061C8709A}"/>
                  </a:ext>
                </a:extLst>
              </p:cNvPr>
              <p:cNvSpPr txBox="1"/>
              <p:nvPr/>
            </p:nvSpPr>
            <p:spPr>
              <a:xfrm>
                <a:off x="758372" y="4111309"/>
                <a:ext cx="3249385" cy="645103"/>
              </a:xfrm>
              <a:prstGeom prst="rect">
                <a:avLst/>
              </a:prstGeom>
              <a:noFill/>
            </p:spPr>
            <p:txBody>
              <a:bodyPr wrap="square" rtlCol="0" anchor="b">
                <a:normAutofit/>
              </a:bodyPr>
              <a:lstStyle/>
              <a:p>
                <a:pPr>
                  <a:lnSpc>
                    <a:spcPct val="120000"/>
                  </a:lnSpc>
                </a:pPr>
                <a:r>
                  <a:rPr lang="zh-CN" altLang="en-US" sz="2000" b="1" dirty="0">
                    <a:solidFill>
                      <a:srgbClr val="000000"/>
                    </a:solidFill>
                    <a:sym typeface="Arial" panose="020B0604020202020204" pitchFamily="34" charset="0"/>
                  </a:rPr>
                  <a:t>高端市场表现</a:t>
                </a:r>
                <a:endParaRPr lang="en-US" altLang="zh-CN" sz="2000" dirty="0"/>
              </a:p>
            </p:txBody>
          </p:sp>
          <p:sp>
            <p:nvSpPr>
              <p:cNvPr id="26" name="Text3">
                <a:extLst>
                  <a:ext uri="{FF2B5EF4-FFF2-40B4-BE49-F238E27FC236}">
                    <a16:creationId xmlns:a16="http://schemas.microsoft.com/office/drawing/2014/main" id="{65EEBA06-12C0-29DC-5A63-DD6CD6F81A97}"/>
                  </a:ext>
                </a:extLst>
              </p:cNvPr>
              <p:cNvSpPr txBox="1"/>
              <p:nvPr/>
            </p:nvSpPr>
            <p:spPr>
              <a:xfrm>
                <a:off x="758372" y="4979432"/>
                <a:ext cx="3249385" cy="1075680"/>
              </a:xfrm>
              <a:prstGeom prst="rect">
                <a:avLst/>
              </a:prstGeom>
              <a:noFill/>
            </p:spPr>
            <p:txBody>
              <a:bodyPr wrap="square" rtlCol="0">
                <a:normAutofit fontScale="92500" lnSpcReduction="10000"/>
              </a:bodyPr>
              <a:lstStyle/>
              <a:p>
                <a:pPr marL="0" indent="0" algn="l">
                  <a:lnSpc>
                    <a:spcPct val="13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cxnSp>
            <p:nvCxnSpPr>
              <p:cNvPr id="27" name="Line3">
                <a:extLst>
                  <a:ext uri="{FF2B5EF4-FFF2-40B4-BE49-F238E27FC236}">
                    <a16:creationId xmlns:a16="http://schemas.microsoft.com/office/drawing/2014/main" id="{32E1BB82-0846-203B-F10F-A2AC7900CE2F}"/>
                  </a:ext>
                </a:extLst>
              </p:cNvPr>
              <p:cNvCxnSpPr>
                <a:cxnSpLocks/>
              </p:cNvCxnSpPr>
              <p:nvPr/>
            </p:nvCxnSpPr>
            <p:spPr>
              <a:xfrm>
                <a:off x="758372" y="4873083"/>
                <a:ext cx="3249385" cy="0"/>
              </a:xfrm>
              <a:prstGeom prst="line">
                <a:avLst/>
              </a:prstGeom>
              <a:ln>
                <a:solidFill>
                  <a:schemeClr val="accent2"/>
                </a:solidFill>
                <a:headEnd type="oval"/>
              </a:ln>
            </p:spPr>
            <p:style>
              <a:lnRef idx="1">
                <a:schemeClr val="accent1"/>
              </a:lnRef>
              <a:fillRef idx="0">
                <a:schemeClr val="accent1"/>
              </a:fillRef>
              <a:effectRef idx="0">
                <a:schemeClr val="accent1"/>
              </a:effectRef>
              <a:fontRef idx="minor">
                <a:schemeClr val="tx1"/>
              </a:fontRef>
            </p:style>
          </p:cxnSp>
        </p:grpSp>
        <p:graphicFrame>
          <p:nvGraphicFramePr>
            <p:cNvPr id="21" name="图表 20">
              <a:extLst>
                <a:ext uri="{FF2B5EF4-FFF2-40B4-BE49-F238E27FC236}">
                  <a16:creationId xmlns:a16="http://schemas.microsoft.com/office/drawing/2014/main" id="{45E319D7-EDAC-8039-F32F-A5722CEF80C1}"/>
                </a:ext>
              </a:extLst>
            </p:cNvPr>
            <p:cNvGraphicFramePr/>
            <p:nvPr>
              <p:extLst>
                <p:ext uri="{D42A27DB-BD31-4B8C-83A1-F6EECF244321}">
                  <p14:modId xmlns:p14="http://schemas.microsoft.com/office/powerpoint/2010/main" val="924443279"/>
                </p:ext>
              </p:extLst>
            </p:nvPr>
          </p:nvGraphicFramePr>
          <p:xfrm>
            <a:off x="673100" y="1654629"/>
            <a:ext cx="3432628" cy="233680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图表 21">
              <a:extLst>
                <a:ext uri="{FF2B5EF4-FFF2-40B4-BE49-F238E27FC236}">
                  <a16:creationId xmlns:a16="http://schemas.microsoft.com/office/drawing/2014/main" id="{21047207-54F2-6429-28BB-97A63113D1A7}"/>
                </a:ext>
              </a:extLst>
            </p:cNvPr>
            <p:cNvGraphicFramePr/>
            <p:nvPr>
              <p:extLst>
                <p:ext uri="{D42A27DB-BD31-4B8C-83A1-F6EECF244321}">
                  <p14:modId xmlns:p14="http://schemas.microsoft.com/office/powerpoint/2010/main" val="2452808672"/>
                </p:ext>
              </p:extLst>
            </p:nvPr>
          </p:nvGraphicFramePr>
          <p:xfrm>
            <a:off x="4373336" y="1654629"/>
            <a:ext cx="3445328" cy="233680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图表 22">
              <a:extLst>
                <a:ext uri="{FF2B5EF4-FFF2-40B4-BE49-F238E27FC236}">
                  <a16:creationId xmlns:a16="http://schemas.microsoft.com/office/drawing/2014/main" id="{DCD3DD59-5DE2-A913-2813-B43E3D620ECE}"/>
                </a:ext>
              </a:extLst>
            </p:cNvPr>
            <p:cNvGraphicFramePr/>
            <p:nvPr>
              <p:extLst>
                <p:ext uri="{D42A27DB-BD31-4B8C-83A1-F6EECF244321}">
                  <p14:modId xmlns:p14="http://schemas.microsoft.com/office/powerpoint/2010/main" val="85137412"/>
                </p:ext>
              </p:extLst>
            </p:nvPr>
          </p:nvGraphicFramePr>
          <p:xfrm>
            <a:off x="8073572" y="1654628"/>
            <a:ext cx="3445328" cy="2336801"/>
          </p:xfrm>
          <a:graphic>
            <a:graphicData uri="http://schemas.openxmlformats.org/drawingml/2006/chart">
              <c:chart xmlns:c="http://schemas.openxmlformats.org/drawingml/2006/chart" xmlns:r="http://schemas.openxmlformats.org/officeDocument/2006/relationships" r:id="rId4"/>
            </a:graphicData>
          </a:graphic>
        </p:graphicFrame>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128587"/>
            <a:ext cx="10858500" cy="900112"/>
          </a:xfrm>
        </p:spPr>
        <p:txBody>
          <a:bodyPr/>
          <a:lstStyle/>
          <a:p>
            <a:pPr>
              <a:lnSpc>
                <a:spcPct val="120000"/>
              </a:lnSpc>
            </a:pPr>
            <a:r>
              <a:rPr lang="zh-CN" altLang="en-US" dirty="0"/>
              <a:t>金融业</a:t>
            </a:r>
            <a:endParaRPr lang="en-US" dirty="0"/>
          </a:p>
        </p:txBody>
      </p:sp>
      <p:sp>
        <p:nvSpPr>
          <p:cNvPr id="4" name="Title">
            <a:extLst>
              <a:ext uri="{FF2B5EF4-FFF2-40B4-BE49-F238E27FC236}">
                <a16:creationId xmlns:a16="http://schemas.microsoft.com/office/drawing/2014/main" id="{DD2E1F73-A1C4-4980-B5BC-E32426436E1C}"/>
              </a:ext>
            </a:extLst>
          </p:cNvPr>
          <p:cNvSpPr/>
          <p:nvPr/>
        </p:nvSpPr>
        <p:spPr bwMode="auto">
          <a:xfrm>
            <a:off x="709792" y="4318003"/>
            <a:ext cx="10858499" cy="1816096"/>
          </a:xfrm>
          <a:prstGeom prst="rect">
            <a:avLst/>
          </a:prstGeom>
          <a:solidFill>
            <a:schemeClr val="tx2">
              <a:alpha val="15000"/>
            </a:schemeClr>
          </a:solidFill>
          <a:ln w="6350">
            <a:noFill/>
            <a:miter lim="800000"/>
            <a:headEnd/>
            <a:tailEnd/>
          </a:ln>
          <a:effectLst/>
        </p:spPr>
        <p:txBody>
          <a:bodyPr wrap="square" lIns="90000" tIns="46800" rIns="90000" bIns="46800" anchor="ctr">
            <a:normAutofit/>
          </a:bodyPr>
          <a:lstStyle>
            <a:lvl1pPr>
              <a:defRPr sz="1300" b="1">
                <a:solidFill>
                  <a:srgbClr val="000000"/>
                </a:solidFill>
              </a:defRPr>
            </a:lvl1pPr>
            <a:lvl2pPr marL="742950" indent="-285750">
              <a:defRPr sz="1300" b="1">
                <a:solidFill>
                  <a:srgbClr val="000000"/>
                </a:solidFill>
              </a:defRPr>
            </a:lvl2pPr>
            <a:lvl3pPr marL="1143000" indent="-228600">
              <a:defRPr sz="1300" b="1">
                <a:solidFill>
                  <a:srgbClr val="000000"/>
                </a:solidFill>
              </a:defRPr>
            </a:lvl3pPr>
            <a:lvl4pPr marL="1600200" indent="-228600">
              <a:defRPr sz="1300" b="1">
                <a:solidFill>
                  <a:srgbClr val="000000"/>
                </a:solidFill>
              </a:defRPr>
            </a:lvl4pPr>
            <a:lvl5pPr marL="2057400" indent="-228600">
              <a:defRPr sz="1300" b="1">
                <a:solidFill>
                  <a:srgbClr val="000000"/>
                </a:solidFill>
              </a:defRPr>
            </a:lvl5pPr>
            <a:lvl6pPr marL="2514600" indent="-228600" eaLnBrk="0" fontAlgn="base" hangingPunct="0">
              <a:spcBef>
                <a:spcPct val="0"/>
              </a:spcBef>
              <a:spcAft>
                <a:spcPct val="0"/>
              </a:spcAft>
              <a:defRPr sz="1300" b="1">
                <a:solidFill>
                  <a:srgbClr val="000000"/>
                </a:solidFill>
              </a:defRPr>
            </a:lvl6pPr>
            <a:lvl7pPr marL="2971800" indent="-228600" eaLnBrk="0" fontAlgn="base" hangingPunct="0">
              <a:spcBef>
                <a:spcPct val="0"/>
              </a:spcBef>
              <a:spcAft>
                <a:spcPct val="0"/>
              </a:spcAft>
              <a:defRPr sz="1300" b="1">
                <a:solidFill>
                  <a:srgbClr val="000000"/>
                </a:solidFill>
              </a:defRPr>
            </a:lvl7pPr>
            <a:lvl8pPr marL="3429000" indent="-228600" eaLnBrk="0" fontAlgn="base" hangingPunct="0">
              <a:spcBef>
                <a:spcPct val="0"/>
              </a:spcBef>
              <a:spcAft>
                <a:spcPct val="0"/>
              </a:spcAft>
              <a:defRPr sz="1300" b="1">
                <a:solidFill>
                  <a:srgbClr val="000000"/>
                </a:solidFill>
              </a:defRPr>
            </a:lvl8pPr>
            <a:lvl9pPr marL="3886200" indent="-228600" eaLnBrk="0" fontAlgn="base" hangingPunct="0">
              <a:spcBef>
                <a:spcPct val="0"/>
              </a:spcBef>
              <a:spcAft>
                <a:spcPct val="0"/>
              </a:spcAft>
              <a:defRPr sz="1300" b="1">
                <a:solidFill>
                  <a:srgbClr val="000000"/>
                </a:solidFill>
              </a:defRPr>
            </a:lvl9pPr>
          </a:lstStyle>
          <a:p>
            <a:pPr algn="ctr">
              <a:lnSpc>
                <a:spcPct val="120000"/>
              </a:lnSpc>
            </a:pPr>
            <a:endParaRPr lang="en-US" dirty="0"/>
          </a:p>
        </p:txBody>
      </p:sp>
      <p:grpSp>
        <p:nvGrpSpPr>
          <p:cNvPr id="38" name="组合 37">
            <a:extLst>
              <a:ext uri="{FF2B5EF4-FFF2-40B4-BE49-F238E27FC236}">
                <a16:creationId xmlns:a16="http://schemas.microsoft.com/office/drawing/2014/main" id="{12E26BA6-9DC7-A31A-E209-CB19193AB6FF}"/>
              </a:ext>
            </a:extLst>
          </p:cNvPr>
          <p:cNvGrpSpPr/>
          <p:nvPr/>
        </p:nvGrpSpPr>
        <p:grpSpPr>
          <a:xfrm>
            <a:off x="660400" y="1130300"/>
            <a:ext cx="10858500" cy="5023704"/>
            <a:chOff x="660400" y="1130300"/>
            <a:chExt cx="10858500" cy="5023704"/>
          </a:xfrm>
        </p:grpSpPr>
        <p:sp>
          <p:nvSpPr>
            <p:cNvPr id="39" name="Title">
              <a:extLst>
                <a:ext uri="{FF2B5EF4-FFF2-40B4-BE49-F238E27FC236}">
                  <a16:creationId xmlns:a16="http://schemas.microsoft.com/office/drawing/2014/main" id="{27286127-A8EB-B0AE-EFCA-27864EC91508}"/>
                </a:ext>
              </a:extLst>
            </p:cNvPr>
            <p:cNvSpPr txBox="1"/>
            <p:nvPr/>
          </p:nvSpPr>
          <p:spPr>
            <a:xfrm>
              <a:off x="660400" y="1130300"/>
              <a:ext cx="10858500" cy="517407"/>
            </a:xfrm>
            <a:prstGeom prst="rect">
              <a:avLst/>
            </a:prstGeom>
            <a:gradFill>
              <a:gsLst>
                <a:gs pos="100000">
                  <a:schemeClr val="accent1">
                    <a:alpha val="30000"/>
                  </a:schemeClr>
                </a:gs>
                <a:gs pos="0">
                  <a:schemeClr val="accent1">
                    <a:alpha val="30000"/>
                  </a:schemeClr>
                </a:gs>
                <a:gs pos="50000">
                  <a:schemeClr val="accent1">
                    <a:alpha val="0"/>
                  </a:schemeClr>
                </a:gs>
              </a:gsLst>
              <a:lin ang="0" scaled="1"/>
            </a:gradFill>
          </p:spPr>
          <p:txBody>
            <a:bodyPr vert="horz" wrap="square" rtlCol="0" anchor="ctr">
              <a:normAutofit/>
            </a:bodyPr>
            <a:lstStyle/>
            <a:p>
              <a:pPr algn="ctr">
                <a:lnSpc>
                  <a:spcPct val="120000"/>
                </a:lnSpc>
              </a:pPr>
              <a:r>
                <a:rPr lang="zh-CN" altLang="en-US" sz="2400" b="1" dirty="0">
                  <a:solidFill>
                    <a:schemeClr val="tx1"/>
                  </a:solidFill>
                </a:rPr>
                <a:t>资产、利润及业务发展分析</a:t>
              </a:r>
              <a:endParaRPr lang="en-US" altLang="zh-CN" sz="2400" b="1" dirty="0"/>
            </a:p>
          </p:txBody>
        </p:sp>
        <p:grpSp>
          <p:nvGrpSpPr>
            <p:cNvPr id="40" name="组合 39">
              <a:extLst>
                <a:ext uri="{FF2B5EF4-FFF2-40B4-BE49-F238E27FC236}">
                  <a16:creationId xmlns:a16="http://schemas.microsoft.com/office/drawing/2014/main" id="{E02D8026-567C-01C1-E253-87C0AD8730AA}"/>
                </a:ext>
              </a:extLst>
            </p:cNvPr>
            <p:cNvGrpSpPr/>
            <p:nvPr/>
          </p:nvGrpSpPr>
          <p:grpSpPr>
            <a:xfrm>
              <a:off x="879277" y="4189186"/>
              <a:ext cx="3186150" cy="1964818"/>
              <a:chOff x="1016775" y="4189186"/>
              <a:chExt cx="3186150" cy="1964818"/>
            </a:xfrm>
          </p:grpSpPr>
          <p:sp>
            <p:nvSpPr>
              <p:cNvPr id="52" name="Bullet1">
                <a:extLst>
                  <a:ext uri="{FF2B5EF4-FFF2-40B4-BE49-F238E27FC236}">
                    <a16:creationId xmlns:a16="http://schemas.microsoft.com/office/drawing/2014/main" id="{3D8CEC7A-7934-B34C-E661-7E07226D38CE}"/>
                  </a:ext>
                </a:extLst>
              </p:cNvPr>
              <p:cNvSpPr/>
              <p:nvPr/>
            </p:nvSpPr>
            <p:spPr>
              <a:xfrm>
                <a:off x="1016775" y="4189186"/>
                <a:ext cx="3186150" cy="7250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pPr eaLnBrk="1" hangingPunct="1">
                  <a:lnSpc>
                    <a:spcPct val="120000"/>
                  </a:lnSpc>
                  <a:spcBef>
                    <a:spcPct val="0"/>
                  </a:spcBef>
                </a:pPr>
                <a:r>
                  <a:rPr lang="zh-CN" altLang="en-US" sz="2000" b="1" dirty="0">
                    <a:solidFill>
                      <a:schemeClr val="tx1"/>
                    </a:solidFill>
                  </a:rPr>
                  <a:t>资产规模分析</a:t>
                </a:r>
                <a:endParaRPr lang="en-US" altLang="zh-CN" sz="2000" dirty="0">
                  <a:solidFill>
                    <a:schemeClr val="tx1"/>
                  </a:solidFill>
                </a:endParaRPr>
              </a:p>
            </p:txBody>
          </p:sp>
          <p:sp>
            <p:nvSpPr>
              <p:cNvPr id="53" name="Text1">
                <a:extLst>
                  <a:ext uri="{FF2B5EF4-FFF2-40B4-BE49-F238E27FC236}">
                    <a16:creationId xmlns:a16="http://schemas.microsoft.com/office/drawing/2014/main" id="{F2C7FDA9-F678-6AB4-7DAF-E502CA428C7B}"/>
                  </a:ext>
                </a:extLst>
              </p:cNvPr>
              <p:cNvSpPr/>
              <p:nvPr/>
            </p:nvSpPr>
            <p:spPr>
              <a:xfrm>
                <a:off x="1016775" y="5043051"/>
                <a:ext cx="3186150" cy="111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marL="0" indent="0" algn="l">
                  <a:lnSpc>
                    <a:spcPct val="13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cxnSp>
            <p:nvCxnSpPr>
              <p:cNvPr id="54" name="Line1">
                <a:extLst>
                  <a:ext uri="{FF2B5EF4-FFF2-40B4-BE49-F238E27FC236}">
                    <a16:creationId xmlns:a16="http://schemas.microsoft.com/office/drawing/2014/main" id="{845B0E39-7AA8-9E2D-2EB0-7A46233E1841}"/>
                  </a:ext>
                </a:extLst>
              </p:cNvPr>
              <p:cNvCxnSpPr>
                <a:cxnSpLocks/>
              </p:cNvCxnSpPr>
              <p:nvPr/>
            </p:nvCxnSpPr>
            <p:spPr>
              <a:xfrm>
                <a:off x="1653606" y="4975956"/>
                <a:ext cx="2439423"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Shape1">
                <a:extLst>
                  <a:ext uri="{FF2B5EF4-FFF2-40B4-BE49-F238E27FC236}">
                    <a16:creationId xmlns:a16="http://schemas.microsoft.com/office/drawing/2014/main" id="{3FB54B68-4434-5B67-AAEB-A6C852945717}"/>
                  </a:ext>
                </a:extLst>
              </p:cNvPr>
              <p:cNvSpPr/>
              <p:nvPr/>
            </p:nvSpPr>
            <p:spPr>
              <a:xfrm>
                <a:off x="1016775" y="4956050"/>
                <a:ext cx="667564" cy="45187"/>
              </a:xfrm>
              <a:prstGeom prst="parallelogram">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p>
            </p:txBody>
          </p:sp>
        </p:grpSp>
        <p:grpSp>
          <p:nvGrpSpPr>
            <p:cNvPr id="41" name="组合 40">
              <a:extLst>
                <a:ext uri="{FF2B5EF4-FFF2-40B4-BE49-F238E27FC236}">
                  <a16:creationId xmlns:a16="http://schemas.microsoft.com/office/drawing/2014/main" id="{4946D497-6920-39CA-BC4B-A9D4FCBBEE27}"/>
                </a:ext>
              </a:extLst>
            </p:cNvPr>
            <p:cNvGrpSpPr/>
            <p:nvPr/>
          </p:nvGrpSpPr>
          <p:grpSpPr>
            <a:xfrm>
              <a:off x="4496576" y="4189186"/>
              <a:ext cx="3186150" cy="1964818"/>
              <a:chOff x="1016775" y="4189186"/>
              <a:chExt cx="3186150" cy="1964818"/>
            </a:xfrm>
          </p:grpSpPr>
          <p:sp>
            <p:nvSpPr>
              <p:cNvPr id="48" name="Bullet2">
                <a:extLst>
                  <a:ext uri="{FF2B5EF4-FFF2-40B4-BE49-F238E27FC236}">
                    <a16:creationId xmlns:a16="http://schemas.microsoft.com/office/drawing/2014/main" id="{F4D44C88-5DDC-FCFF-A307-C8F77246C5D5}"/>
                  </a:ext>
                </a:extLst>
              </p:cNvPr>
              <p:cNvSpPr/>
              <p:nvPr/>
            </p:nvSpPr>
            <p:spPr>
              <a:xfrm>
                <a:off x="1016775" y="4189186"/>
                <a:ext cx="3186150" cy="7250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pPr eaLnBrk="1" hangingPunct="1">
                  <a:lnSpc>
                    <a:spcPct val="120000"/>
                  </a:lnSpc>
                  <a:spcBef>
                    <a:spcPct val="0"/>
                  </a:spcBef>
                </a:pPr>
                <a:r>
                  <a:rPr lang="zh-CN" altLang="en-US" sz="2000" b="1" dirty="0">
                    <a:solidFill>
                      <a:schemeClr val="tx1"/>
                    </a:solidFill>
                  </a:rPr>
                  <a:t>利润表现</a:t>
                </a:r>
                <a:endParaRPr lang="en-US" altLang="zh-CN" sz="2000" dirty="0">
                  <a:solidFill>
                    <a:schemeClr val="tx1"/>
                  </a:solidFill>
                </a:endParaRPr>
              </a:p>
            </p:txBody>
          </p:sp>
          <p:sp>
            <p:nvSpPr>
              <p:cNvPr id="49" name="Text2">
                <a:extLst>
                  <a:ext uri="{FF2B5EF4-FFF2-40B4-BE49-F238E27FC236}">
                    <a16:creationId xmlns:a16="http://schemas.microsoft.com/office/drawing/2014/main" id="{BC0343FE-C8E7-38C0-236F-CC1959967FDB}"/>
                  </a:ext>
                </a:extLst>
              </p:cNvPr>
              <p:cNvSpPr/>
              <p:nvPr/>
            </p:nvSpPr>
            <p:spPr>
              <a:xfrm>
                <a:off x="1016775" y="5043051"/>
                <a:ext cx="3186150" cy="111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marL="0" indent="0" algn="l">
                  <a:lnSpc>
                    <a:spcPct val="13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cxnSp>
            <p:nvCxnSpPr>
              <p:cNvPr id="50" name="Line2">
                <a:extLst>
                  <a:ext uri="{FF2B5EF4-FFF2-40B4-BE49-F238E27FC236}">
                    <a16:creationId xmlns:a16="http://schemas.microsoft.com/office/drawing/2014/main" id="{3B39FC5F-4F11-EB62-C092-A0E01B67681A}"/>
                  </a:ext>
                </a:extLst>
              </p:cNvPr>
              <p:cNvCxnSpPr>
                <a:cxnSpLocks/>
              </p:cNvCxnSpPr>
              <p:nvPr/>
            </p:nvCxnSpPr>
            <p:spPr>
              <a:xfrm>
                <a:off x="1653606" y="4975956"/>
                <a:ext cx="2439423"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Shape2">
                <a:extLst>
                  <a:ext uri="{FF2B5EF4-FFF2-40B4-BE49-F238E27FC236}">
                    <a16:creationId xmlns:a16="http://schemas.microsoft.com/office/drawing/2014/main" id="{EFDF565B-F7F1-2861-9CB8-EF7A98941FAF}"/>
                  </a:ext>
                </a:extLst>
              </p:cNvPr>
              <p:cNvSpPr/>
              <p:nvPr/>
            </p:nvSpPr>
            <p:spPr>
              <a:xfrm>
                <a:off x="1016775" y="4956050"/>
                <a:ext cx="667564" cy="45187"/>
              </a:xfrm>
              <a:prstGeom prst="parallelogram">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p>
            </p:txBody>
          </p:sp>
        </p:grpSp>
        <p:grpSp>
          <p:nvGrpSpPr>
            <p:cNvPr id="42" name="组合 41">
              <a:extLst>
                <a:ext uri="{FF2B5EF4-FFF2-40B4-BE49-F238E27FC236}">
                  <a16:creationId xmlns:a16="http://schemas.microsoft.com/office/drawing/2014/main" id="{EEAA0614-B5E8-4686-2D69-DF4578881B7D}"/>
                </a:ext>
              </a:extLst>
            </p:cNvPr>
            <p:cNvGrpSpPr/>
            <p:nvPr/>
          </p:nvGrpSpPr>
          <p:grpSpPr>
            <a:xfrm>
              <a:off x="8113875" y="4189186"/>
              <a:ext cx="3186150" cy="1964818"/>
              <a:chOff x="1016775" y="4189186"/>
              <a:chExt cx="3186150" cy="1964818"/>
            </a:xfrm>
          </p:grpSpPr>
          <p:sp>
            <p:nvSpPr>
              <p:cNvPr id="44" name="Bullet3">
                <a:extLst>
                  <a:ext uri="{FF2B5EF4-FFF2-40B4-BE49-F238E27FC236}">
                    <a16:creationId xmlns:a16="http://schemas.microsoft.com/office/drawing/2014/main" id="{4BFB05E4-209B-7636-FFBE-852F89E083FB}"/>
                  </a:ext>
                </a:extLst>
              </p:cNvPr>
              <p:cNvSpPr/>
              <p:nvPr/>
            </p:nvSpPr>
            <p:spPr>
              <a:xfrm>
                <a:off x="1016775" y="4189186"/>
                <a:ext cx="3186150" cy="7250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pPr eaLnBrk="1" hangingPunct="1">
                  <a:lnSpc>
                    <a:spcPct val="120000"/>
                  </a:lnSpc>
                  <a:spcBef>
                    <a:spcPct val="0"/>
                  </a:spcBef>
                </a:pPr>
                <a:r>
                  <a:rPr lang="zh-CN" altLang="en-US" sz="2000" b="1" dirty="0">
                    <a:solidFill>
                      <a:schemeClr val="tx1"/>
                    </a:solidFill>
                  </a:rPr>
                  <a:t>业务发展动态</a:t>
                </a:r>
                <a:endParaRPr lang="en-US" altLang="zh-CN" sz="2000" dirty="0">
                  <a:solidFill>
                    <a:schemeClr val="tx1"/>
                  </a:solidFill>
                </a:endParaRPr>
              </a:p>
            </p:txBody>
          </p:sp>
          <p:sp>
            <p:nvSpPr>
              <p:cNvPr id="45" name="Text3">
                <a:extLst>
                  <a:ext uri="{FF2B5EF4-FFF2-40B4-BE49-F238E27FC236}">
                    <a16:creationId xmlns:a16="http://schemas.microsoft.com/office/drawing/2014/main" id="{21F38A98-8370-7A26-EB4E-5FF803B8AE00}"/>
                  </a:ext>
                </a:extLst>
              </p:cNvPr>
              <p:cNvSpPr/>
              <p:nvPr/>
            </p:nvSpPr>
            <p:spPr>
              <a:xfrm>
                <a:off x="1016775" y="5043051"/>
                <a:ext cx="3186150" cy="111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marL="0" indent="0" algn="l">
                  <a:lnSpc>
                    <a:spcPct val="13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cxnSp>
            <p:nvCxnSpPr>
              <p:cNvPr id="46" name="Line3">
                <a:extLst>
                  <a:ext uri="{FF2B5EF4-FFF2-40B4-BE49-F238E27FC236}">
                    <a16:creationId xmlns:a16="http://schemas.microsoft.com/office/drawing/2014/main" id="{2505D6DA-958D-4972-FC6F-52C9AE2093C1}"/>
                  </a:ext>
                </a:extLst>
              </p:cNvPr>
              <p:cNvCxnSpPr>
                <a:cxnSpLocks/>
              </p:cNvCxnSpPr>
              <p:nvPr/>
            </p:nvCxnSpPr>
            <p:spPr>
              <a:xfrm>
                <a:off x="1653606" y="4975956"/>
                <a:ext cx="243942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Shape3">
                <a:extLst>
                  <a:ext uri="{FF2B5EF4-FFF2-40B4-BE49-F238E27FC236}">
                    <a16:creationId xmlns:a16="http://schemas.microsoft.com/office/drawing/2014/main" id="{DC764650-8788-4EAB-9280-583AD3D2A282}"/>
                  </a:ext>
                </a:extLst>
              </p:cNvPr>
              <p:cNvSpPr/>
              <p:nvPr/>
            </p:nvSpPr>
            <p:spPr>
              <a:xfrm>
                <a:off x="1016775" y="4956050"/>
                <a:ext cx="667564" cy="45187"/>
              </a:xfrm>
              <a:prstGeom prst="parallelogram">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dirty="0"/>
              </a:p>
            </p:txBody>
          </p:sp>
        </p:grpSp>
        <p:graphicFrame>
          <p:nvGraphicFramePr>
            <p:cNvPr id="43" name="图表 42">
              <a:extLst>
                <a:ext uri="{FF2B5EF4-FFF2-40B4-BE49-F238E27FC236}">
                  <a16:creationId xmlns:a16="http://schemas.microsoft.com/office/drawing/2014/main" id="{9BD12D49-6445-8AC3-19ED-8B8BF1C58246}"/>
                </a:ext>
              </a:extLst>
            </p:cNvPr>
            <p:cNvGraphicFramePr/>
            <p:nvPr>
              <p:extLst>
                <p:ext uri="{D42A27DB-BD31-4B8C-83A1-F6EECF244321}">
                  <p14:modId xmlns:p14="http://schemas.microsoft.com/office/powerpoint/2010/main" val="3321348394"/>
                </p:ext>
              </p:extLst>
            </p:nvPr>
          </p:nvGraphicFramePr>
          <p:xfrm>
            <a:off x="777422" y="1776523"/>
            <a:ext cx="10624458" cy="2412664"/>
          </p:xfrm>
          <a:graphic>
            <a:graphicData uri="http://schemas.openxmlformats.org/drawingml/2006/chart">
              <c:chart xmlns:c="http://schemas.openxmlformats.org/drawingml/2006/chart" xmlns:r="http://schemas.openxmlformats.org/officeDocument/2006/relationships" r:id="rId2"/>
            </a:graphicData>
          </a:graphic>
        </p:graphicFrame>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388100" y="2273232"/>
            <a:ext cx="5130799" cy="1073883"/>
          </a:xfrm>
        </p:spPr>
        <p:txBody>
          <a:bodyPr>
            <a:normAutofit fontScale="90000"/>
          </a:bodyPr>
          <a:lstStyle/>
          <a:p>
            <a:pPr>
              <a:lnSpc>
                <a:spcPct val="120000"/>
              </a:lnSpc>
            </a:pPr>
            <a:r>
              <a:rPr lang="zh-CN" altLang="en-US" dirty="0"/>
              <a:t>行业发展趋势与预测</a:t>
            </a:r>
            <a:endParaRPr lang="en-US" dirty="0"/>
          </a:p>
        </p:txBody>
      </p:sp>
      <p:sp>
        <p:nvSpPr>
          <p:cNvPr id="25" name="文本占位符 24"/>
          <p:cNvSpPr>
            <a:spLocks noGrp="1"/>
          </p:cNvSpPr>
          <p:nvPr>
            <p:ph type="body" sz="quarter" idx="1" hasCustomPrompt="1"/>
          </p:nvPr>
        </p:nvSpPr>
        <p:spPr>
          <a:xfrm>
            <a:off x="6388100" y="3358969"/>
            <a:ext cx="5130799" cy="1104991"/>
          </a:xfrm>
        </p:spPr>
        <p:txBody>
          <a:bodyPr/>
          <a:lstStyle/>
          <a:p>
            <a:pPr>
              <a:spcBef>
                <a:spcPts val="0"/>
              </a:spcBef>
            </a:pPr>
            <a:r>
              <a:rPr lang="zh-CN" altLang="en-US" dirty="0"/>
              <a:t>预测未来行业发展趋势</a:t>
            </a:r>
            <a:endParaRPr lang="en-US" dirty="0"/>
          </a:p>
        </p:txBody>
      </p:sp>
      <p:sp>
        <p:nvSpPr>
          <p:cNvPr id="2" name="Rectangle 1">
            <a:extLst>
              <a:ext uri="{FF2B5EF4-FFF2-40B4-BE49-F238E27FC236}">
                <a16:creationId xmlns:a16="http://schemas.microsoft.com/office/drawing/2014/main" id="{735275D3-1900-ACB7-471F-1BC578BBA3C1}"/>
              </a:ext>
            </a:extLst>
          </p:cNvPr>
          <p:cNvSpPr txBox="1">
            <a:spLocks noChangeArrowheads="1"/>
          </p:cNvSpPr>
          <p:nvPr/>
        </p:nvSpPr>
        <p:spPr bwMode="auto">
          <a:xfrm>
            <a:off x="1901883" y="2355918"/>
            <a:ext cx="2749952" cy="1967021"/>
          </a:xfrm>
          <a:prstGeom prst="rect">
            <a:avLst/>
          </a:prstGeom>
          <a:noFill/>
          <a:ln>
            <a:noFill/>
          </a:ln>
          <a:effectLst/>
        </p:spPr>
        <p:txBody>
          <a:bodyPr vert="horz" wrap="square" lIns="0" tIns="-12696" rIns="0" bIns="-12696"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eaLnBrk="0" fontAlgn="base" hangingPunct="0">
              <a:lnSpc>
                <a:spcPct val="120000"/>
              </a:lnSpc>
              <a:spcAft>
                <a:spcPct val="0"/>
              </a:spcAft>
            </a:pPr>
            <a:r>
              <a:rPr lang="en-US" altLang="zh-CN" sz="11500" dirty="0">
                <a:solidFill>
                  <a:schemeClr val="bg1"/>
                </a:solidFill>
                <a:latin typeface="华文琥珀" panose="02010800040101010101" pitchFamily="2" charset="-122"/>
                <a:ea typeface="华文琥珀" panose="02010800040101010101" pitchFamily="2" charset="-122"/>
              </a:rPr>
              <a:t>03</a:t>
            </a:r>
            <a:r>
              <a:rPr lang="zh-CN" altLang="zh-CN" sz="11500" dirty="0">
                <a:solidFill>
                  <a:schemeClr val="bg1"/>
                </a:solidFill>
                <a:latin typeface="华文琥珀" panose="02010800040101010101" pitchFamily="2" charset="-122"/>
                <a:ea typeface="华文琥珀" panose="02010800040101010101" pitchFamily="2" charset="-122"/>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219DD5F8-6E92-FF66-54D8-050EC8E5FA75}"/>
              </a:ext>
            </a:extLst>
          </p:cNvPr>
          <p:cNvGrpSpPr/>
          <p:nvPr/>
        </p:nvGrpSpPr>
        <p:grpSpPr>
          <a:xfrm>
            <a:off x="0" y="953985"/>
            <a:ext cx="12192001" cy="6012872"/>
            <a:chOff x="0" y="1188182"/>
            <a:chExt cx="12192001" cy="5662723"/>
          </a:xfrm>
        </p:grpSpPr>
        <p:sp>
          <p:nvSpPr>
            <p:cNvPr id="40" name="矩形 39">
              <a:extLst>
                <a:ext uri="{FF2B5EF4-FFF2-40B4-BE49-F238E27FC236}">
                  <a16:creationId xmlns:a16="http://schemas.microsoft.com/office/drawing/2014/main" id="{506264C7-0FB3-534C-EA2E-EA73273D4663}"/>
                </a:ext>
              </a:extLst>
            </p:cNvPr>
            <p:cNvSpPr>
              <a:spLocks noChangeAspect="1"/>
            </p:cNvSpPr>
            <p:nvPr/>
          </p:nvSpPr>
          <p:spPr>
            <a:xfrm flipH="1">
              <a:off x="1" y="1258545"/>
              <a:ext cx="12192000" cy="4016220"/>
            </a:xfrm>
            <a:prstGeom prst="rect">
              <a:avLst/>
            </a:prstGeom>
            <a:blipFill dpi="0" rotWithShape="1">
              <a:blip r:embed="rId3"/>
              <a:srcRect/>
              <a:stretch>
                <a:fillRect t="-46245" b="-45967"/>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dk1"/>
                  </a:solidFill>
                  <a:prstDash val="solid"/>
                  <a:miter lim="800000"/>
                </a14:hiddenLine>
              </a:ext>
            </a:extLst>
          </p:spPr>
          <p:style>
            <a:lnRef idx="2">
              <a:schemeClr val="dk1"/>
            </a:lnRef>
            <a:fillRef idx="1">
              <a:schemeClr val="lt1"/>
            </a:fillRef>
            <a:effectRef idx="0">
              <a:schemeClr val="dk1"/>
            </a:effectRef>
            <a:fontRef idx="minor">
              <a:schemeClr val="dk1"/>
            </a:fontRef>
          </p:style>
          <p:txBody>
            <a:bodyPr rtlCol="0" anchor="ctr"/>
            <a:lstStyle/>
            <a:p>
              <a:pPr algn="ctr">
                <a:lnSpc>
                  <a:spcPct val="120000"/>
                </a:lnSpc>
              </a:pPr>
              <a:endParaRPr lang="zh-CN" altLang="en-US" sz="2000" dirty="0"/>
            </a:p>
          </p:txBody>
        </p:sp>
        <p:sp>
          <p:nvSpPr>
            <p:cNvPr id="41" name="矩形 40">
              <a:extLst>
                <a:ext uri="{FF2B5EF4-FFF2-40B4-BE49-F238E27FC236}">
                  <a16:creationId xmlns:a16="http://schemas.microsoft.com/office/drawing/2014/main" id="{0E379679-C1A3-1BA1-C8B2-4FCCE76677FF}"/>
                </a:ext>
              </a:extLst>
            </p:cNvPr>
            <p:cNvSpPr>
              <a:spLocks noChangeAspect="1"/>
            </p:cNvSpPr>
            <p:nvPr/>
          </p:nvSpPr>
          <p:spPr>
            <a:xfrm flipH="1">
              <a:off x="0" y="1233528"/>
              <a:ext cx="12192000" cy="4041237"/>
            </a:xfrm>
            <a:prstGeom prst="rect">
              <a:avLst/>
            </a:prstGeom>
            <a:gradFill>
              <a:gsLst>
                <a:gs pos="7000">
                  <a:srgbClr val="F8F8F8"/>
                </a:gs>
                <a:gs pos="57000">
                  <a:schemeClr val="accent1">
                    <a:lumMod val="30000"/>
                    <a:lumOff val="70000"/>
                    <a:alpha val="0"/>
                  </a:schemeClr>
                </a:gs>
              </a:gsLst>
              <a:lin ang="5400000" scaled="1"/>
            </a:gradFill>
            <a:ln w="12700" cap="flat" cmpd="sng" algn="ctr">
              <a:noFill/>
              <a:prstDash val="solid"/>
              <a:miter lim="800000"/>
            </a:ln>
            <a:effectLst/>
          </p:spPr>
          <p:style>
            <a:lnRef idx="2">
              <a:schemeClr val="dk1"/>
            </a:lnRef>
            <a:fillRef idx="1">
              <a:schemeClr val="lt1"/>
            </a:fillRef>
            <a:effectRef idx="0">
              <a:schemeClr val="dk1"/>
            </a:effectRef>
            <a:fontRef idx="minor">
              <a:schemeClr val="dk1"/>
            </a:fontRef>
          </p:style>
          <p:txBody>
            <a:bodyPr rtlCol="0" anchor="ctr"/>
            <a:lstStyle/>
            <a:p>
              <a:pPr algn="ctr">
                <a:lnSpc>
                  <a:spcPct val="120000"/>
                </a:lnSpc>
              </a:pPr>
              <a:endParaRPr lang="zh-CN" altLang="en-US" sz="2000" dirty="0"/>
            </a:p>
          </p:txBody>
        </p:sp>
        <p:grpSp>
          <p:nvGrpSpPr>
            <p:cNvPr id="38" name="组合 37">
              <a:extLst>
                <a:ext uri="{FF2B5EF4-FFF2-40B4-BE49-F238E27FC236}">
                  <a16:creationId xmlns:a16="http://schemas.microsoft.com/office/drawing/2014/main" id="{A0A47A92-CD41-9897-CCA0-19FD11DB4CA5}"/>
                </a:ext>
              </a:extLst>
            </p:cNvPr>
            <p:cNvGrpSpPr/>
            <p:nvPr/>
          </p:nvGrpSpPr>
          <p:grpSpPr>
            <a:xfrm>
              <a:off x="0" y="1188182"/>
              <a:ext cx="12192000" cy="5662723"/>
              <a:chOff x="0" y="1188182"/>
              <a:chExt cx="12192000" cy="5662723"/>
            </a:xfrm>
          </p:grpSpPr>
          <p:grpSp>
            <p:nvGrpSpPr>
              <p:cNvPr id="44" name="d9686c6a-c34c-40b2-8b5e-81b14b05bf34.source.6.zh-Hans">
                <a:extLst>
                  <a:ext uri="{FF2B5EF4-FFF2-40B4-BE49-F238E27FC236}">
                    <a16:creationId xmlns:a16="http://schemas.microsoft.com/office/drawing/2014/main" id="{4A5B56D9-AC2F-29CD-4C70-5C558311CD36}"/>
                  </a:ext>
                </a:extLst>
              </p:cNvPr>
              <p:cNvGrpSpPr/>
              <p:nvPr/>
            </p:nvGrpSpPr>
            <p:grpSpPr>
              <a:xfrm>
                <a:off x="0" y="1188182"/>
                <a:ext cx="12192000" cy="5662723"/>
                <a:chOff x="0" y="1195277"/>
                <a:chExt cx="12192000" cy="5662723"/>
              </a:xfrm>
            </p:grpSpPr>
            <p:sp>
              <p:nvSpPr>
                <p:cNvPr id="33" name="任意多边形: 形状 32">
                  <a:extLst>
                    <a:ext uri="{FF2B5EF4-FFF2-40B4-BE49-F238E27FC236}">
                      <a16:creationId xmlns:a16="http://schemas.microsoft.com/office/drawing/2014/main" id="{5C67264F-AE9D-3F20-F8C5-2A57FE68F4AA}"/>
                    </a:ext>
                  </a:extLst>
                </p:cNvPr>
                <p:cNvSpPr/>
                <p:nvPr/>
              </p:nvSpPr>
              <p:spPr>
                <a:xfrm>
                  <a:off x="0" y="2937317"/>
                  <a:ext cx="12192000" cy="3920683"/>
                </a:xfrm>
                <a:custGeom>
                  <a:avLst/>
                  <a:gdLst>
                    <a:gd name="connsiteX0" fmla="*/ 12192000 w 12192000"/>
                    <a:gd name="connsiteY0" fmla="*/ 0 h 3920683"/>
                    <a:gd name="connsiteX1" fmla="*/ 12192000 w 12192000"/>
                    <a:gd name="connsiteY1" fmla="*/ 3920683 h 3920683"/>
                    <a:gd name="connsiteX2" fmla="*/ 0 w 12192000"/>
                    <a:gd name="connsiteY2" fmla="*/ 3920683 h 3920683"/>
                    <a:gd name="connsiteX3" fmla="*/ 0 w 12192000"/>
                    <a:gd name="connsiteY3" fmla="*/ 1949012 h 3920683"/>
                  </a:gdLst>
                  <a:ahLst/>
                  <a:cxnLst>
                    <a:cxn ang="0">
                      <a:pos x="connsiteX0" y="connsiteY0"/>
                    </a:cxn>
                    <a:cxn ang="0">
                      <a:pos x="connsiteX1" y="connsiteY1"/>
                    </a:cxn>
                    <a:cxn ang="0">
                      <a:pos x="connsiteX2" y="connsiteY2"/>
                    </a:cxn>
                    <a:cxn ang="0">
                      <a:pos x="connsiteX3" y="connsiteY3"/>
                    </a:cxn>
                  </a:cxnLst>
                  <a:rect l="l" t="t" r="r" b="b"/>
                  <a:pathLst>
                    <a:path w="12192000" h="3920683">
                      <a:moveTo>
                        <a:pt x="12192000" y="0"/>
                      </a:moveTo>
                      <a:lnTo>
                        <a:pt x="12192000" y="3920683"/>
                      </a:lnTo>
                      <a:lnTo>
                        <a:pt x="0" y="3920683"/>
                      </a:lnTo>
                      <a:lnTo>
                        <a:pt x="0" y="1949012"/>
                      </a:lnTo>
                      <a:close/>
                    </a:path>
                  </a:pathLst>
                </a:custGeom>
                <a:gradFill flip="none" rotWithShape="1">
                  <a:gsLst>
                    <a:gs pos="54000">
                      <a:schemeClr val="accent1"/>
                    </a:gs>
                    <a:gs pos="100000">
                      <a:schemeClr val="accent2">
                        <a:lumMod val="60000"/>
                        <a:lumOff val="40000"/>
                      </a:schemeClr>
                    </a:gs>
                  </a:gsLst>
                  <a:lin ang="27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216000" tIns="45720" rIns="91440" bIns="45720" rtlCol="0" anchor="ctr">
                  <a:noAutofit/>
                </a:bodyPr>
                <a:lstStyle/>
                <a:p>
                  <a:pPr algn="ctr">
                    <a:lnSpc>
                      <a:spcPct val="120000"/>
                    </a:lnSpc>
                  </a:pPr>
                  <a:endParaRPr lang="zh-CN" altLang="en-US" sz="2000" b="1">
                    <a:solidFill>
                      <a:srgbClr val="FFFFFF"/>
                    </a:solidFill>
                    <a:cs typeface="+mn-ea"/>
                  </a:endParaRPr>
                </a:p>
              </p:txBody>
            </p:sp>
            <p:grpSp>
              <p:nvGrpSpPr>
                <p:cNvPr id="43" name="组合 42">
                  <a:extLst>
                    <a:ext uri="{FF2B5EF4-FFF2-40B4-BE49-F238E27FC236}">
                      <a16:creationId xmlns:a16="http://schemas.microsoft.com/office/drawing/2014/main" id="{0A310402-434B-A62B-A96A-392CAE647BEA}"/>
                    </a:ext>
                  </a:extLst>
                </p:cNvPr>
                <p:cNvGrpSpPr/>
                <p:nvPr/>
              </p:nvGrpSpPr>
              <p:grpSpPr>
                <a:xfrm>
                  <a:off x="660400" y="1195277"/>
                  <a:ext cx="10858500" cy="5662723"/>
                  <a:chOff x="660400" y="1195277"/>
                  <a:chExt cx="10858500" cy="5662723"/>
                </a:xfrm>
              </p:grpSpPr>
              <p:grpSp>
                <p:nvGrpSpPr>
                  <p:cNvPr id="71" name="组合 70">
                    <a:extLst>
                      <a:ext uri="{FF2B5EF4-FFF2-40B4-BE49-F238E27FC236}">
                        <a16:creationId xmlns:a16="http://schemas.microsoft.com/office/drawing/2014/main" id="{D3BB7849-869F-B57D-228C-F77FB600C527}"/>
                      </a:ext>
                    </a:extLst>
                  </p:cNvPr>
                  <p:cNvGrpSpPr/>
                  <p:nvPr/>
                </p:nvGrpSpPr>
                <p:grpSpPr>
                  <a:xfrm>
                    <a:off x="660400" y="1195277"/>
                    <a:ext cx="10858500" cy="5662723"/>
                    <a:chOff x="660400" y="1195277"/>
                    <a:chExt cx="10858500" cy="5662723"/>
                  </a:xfrm>
                </p:grpSpPr>
                <p:grpSp>
                  <p:nvGrpSpPr>
                    <p:cNvPr id="6" name="组合 5">
                      <a:extLst>
                        <a:ext uri="{FF2B5EF4-FFF2-40B4-BE49-F238E27FC236}">
                          <a16:creationId xmlns:a16="http://schemas.microsoft.com/office/drawing/2014/main" id="{5C003942-AF1A-181C-970B-A9478C4918B7}"/>
                        </a:ext>
                      </a:extLst>
                    </p:cNvPr>
                    <p:cNvGrpSpPr/>
                    <p:nvPr/>
                  </p:nvGrpSpPr>
                  <p:grpSpPr>
                    <a:xfrm>
                      <a:off x="660400" y="3580118"/>
                      <a:ext cx="1795586" cy="3277882"/>
                      <a:chOff x="431800" y="3580118"/>
                      <a:chExt cx="2259542" cy="3277882"/>
                    </a:xfrm>
                  </p:grpSpPr>
                  <p:sp>
                    <p:nvSpPr>
                      <p:cNvPr id="34" name="ComponentBackground1">
                        <a:extLst>
                          <a:ext uri="{FF2B5EF4-FFF2-40B4-BE49-F238E27FC236}">
                            <a16:creationId xmlns:a16="http://schemas.microsoft.com/office/drawing/2014/main" id="{98850309-CEBA-7321-D8EF-CDF581C02669}"/>
                          </a:ext>
                        </a:extLst>
                      </p:cNvPr>
                      <p:cNvSpPr>
                        <a:spLocks/>
                      </p:cNvSpPr>
                      <p:nvPr/>
                    </p:nvSpPr>
                    <p:spPr>
                      <a:xfrm flipH="1">
                        <a:off x="660399" y="3832562"/>
                        <a:ext cx="2030942" cy="3025438"/>
                      </a:xfrm>
                      <a:prstGeom prst="round1Rect">
                        <a:avLst/>
                      </a:prstGeom>
                      <a:gradFill flip="none" rotWithShape="1">
                        <a:gsLst>
                          <a:gs pos="24000">
                            <a:schemeClr val="bg1"/>
                          </a:gs>
                          <a:gs pos="100000">
                            <a:schemeClr val="bg1">
                              <a:alpha val="62000"/>
                            </a:schemeClr>
                          </a:gs>
                        </a:gsLst>
                        <a:lin ang="5400000" scaled="1"/>
                        <a:tileRect/>
                      </a:gradFill>
                      <a:ln w="127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nSpc>
                            <a:spcPct val="120000"/>
                          </a:lnSpc>
                        </a:pPr>
                        <a:endParaRPr lang="zh-CN" altLang="en-US" sz="2000" dirty="0"/>
                      </a:p>
                    </p:txBody>
                  </p:sp>
                  <p:sp>
                    <p:nvSpPr>
                      <p:cNvPr id="3" name="Bullet1">
                        <a:extLst>
                          <a:ext uri="{FF2B5EF4-FFF2-40B4-BE49-F238E27FC236}">
                            <a16:creationId xmlns:a16="http://schemas.microsoft.com/office/drawing/2014/main" id="{D6A1FCB1-49A7-A521-CE0C-C428CF64B56C}"/>
                          </a:ext>
                        </a:extLst>
                      </p:cNvPr>
                      <p:cNvSpPr txBox="1"/>
                      <p:nvPr/>
                    </p:nvSpPr>
                    <p:spPr>
                      <a:xfrm>
                        <a:off x="758302" y="4042025"/>
                        <a:ext cx="1835143" cy="634841"/>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lnSpc>
                            <a:spcPct val="120000"/>
                          </a:lnSpc>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5G技术</a:t>
                        </a:r>
                        <a:endParaRPr lang="en-US" sz="2000" dirty="0"/>
                      </a:p>
                    </p:txBody>
                  </p:sp>
                  <p:sp>
                    <p:nvSpPr>
                      <p:cNvPr id="4" name="Text1">
                        <a:extLst>
                          <a:ext uri="{FF2B5EF4-FFF2-40B4-BE49-F238E27FC236}">
                            <a16:creationId xmlns:a16="http://schemas.microsoft.com/office/drawing/2014/main" id="{F56947F0-1CE1-F9EC-1F15-891D01D0D21E}"/>
                          </a:ext>
                        </a:extLst>
                      </p:cNvPr>
                      <p:cNvSpPr txBox="1">
                        <a:spLocks/>
                      </p:cNvSpPr>
                      <p:nvPr/>
                    </p:nvSpPr>
                    <p:spPr>
                      <a:xfrm>
                        <a:off x="660407" y="4785071"/>
                        <a:ext cx="2030933" cy="1384350"/>
                      </a:xfrm>
                      <a:prstGeom prst="rect">
                        <a:avLst/>
                      </a:prstGeom>
                      <a:noFill/>
                      <a:ln>
                        <a:noFill/>
                      </a:ln>
                    </p:spPr>
                    <p:txBody>
                      <a:bodyPr wrap="square" lIns="91440" tIns="45720" rIns="91440" bIns="45720" anchor="t" anchorCtr="0">
                        <a:noAutofit/>
                      </a:bodyPr>
                      <a:lstStyle/>
                      <a:p>
                        <a:pPr marL="0" indent="0" algn="l">
                          <a:lnSpc>
                            <a:spcPct val="120000"/>
                          </a:lnSpc>
                        </a:pPr>
                        <a:r>
                          <a:rPr lang="zh-CN" altLang="en-US" sz="1400" dirty="0">
                            <a:effectLst/>
                          </a:rPr>
                          <a:t>确保内容简洁明了，提炼重点，避免信息过载，提升阅读效率。</a:t>
                        </a:r>
                      </a:p>
                    </p:txBody>
                  </p:sp>
                  <p:sp>
                    <p:nvSpPr>
                      <p:cNvPr id="5" name="Shape1">
                        <a:extLst>
                          <a:ext uri="{FF2B5EF4-FFF2-40B4-BE49-F238E27FC236}">
                            <a16:creationId xmlns:a16="http://schemas.microsoft.com/office/drawing/2014/main" id="{58368112-AC23-BFC6-DFB3-7E71A4518A14}"/>
                          </a:ext>
                        </a:extLst>
                      </p:cNvPr>
                      <p:cNvSpPr/>
                      <p:nvPr/>
                    </p:nvSpPr>
                    <p:spPr>
                      <a:xfrm>
                        <a:off x="431800" y="3580118"/>
                        <a:ext cx="2259542" cy="1003852"/>
                      </a:xfrm>
                      <a:prstGeom prst="bentArrow">
                        <a:avLst/>
                      </a:prstGeom>
                      <a:gradFill flip="none" rotWithShape="1">
                        <a:gsLst>
                          <a:gs pos="0">
                            <a:schemeClr val="accent1">
                              <a:lumMod val="60000"/>
                              <a:lumOff val="40000"/>
                              <a:alpha val="70000"/>
                            </a:schemeClr>
                          </a:gs>
                          <a:gs pos="76000">
                            <a:schemeClr val="accent1"/>
                          </a:gs>
                        </a:gsLst>
                        <a:lin ang="189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216000" tIns="45720" rIns="91440" bIns="45720" rtlCol="0" anchor="ctr"/>
                      <a:lstStyle/>
                      <a:p>
                        <a:pPr algn="ctr">
                          <a:lnSpc>
                            <a:spcPct val="120000"/>
                          </a:lnSpc>
                        </a:pPr>
                        <a:endParaRPr lang="zh-CN" altLang="en-US" sz="2000" b="1" dirty="0">
                          <a:solidFill>
                            <a:srgbClr val="FFFFFF"/>
                          </a:solidFill>
                          <a:cs typeface="+mn-ea"/>
                        </a:endParaRPr>
                      </a:p>
                    </p:txBody>
                  </p:sp>
                </p:grpSp>
                <p:grpSp>
                  <p:nvGrpSpPr>
                    <p:cNvPr id="7" name="组合 6">
                      <a:extLst>
                        <a:ext uri="{FF2B5EF4-FFF2-40B4-BE49-F238E27FC236}">
                          <a16:creationId xmlns:a16="http://schemas.microsoft.com/office/drawing/2014/main" id="{5B1AFEDB-C50D-95E5-D939-BD288866A0A6}"/>
                        </a:ext>
                      </a:extLst>
                    </p:cNvPr>
                    <p:cNvGrpSpPr/>
                    <p:nvPr/>
                  </p:nvGrpSpPr>
                  <p:grpSpPr>
                    <a:xfrm>
                      <a:off x="2472983" y="3103149"/>
                      <a:ext cx="1795586" cy="3754851"/>
                      <a:chOff x="431800" y="3580118"/>
                      <a:chExt cx="2259542" cy="3754851"/>
                    </a:xfrm>
                  </p:grpSpPr>
                  <p:sp>
                    <p:nvSpPr>
                      <p:cNvPr id="8" name="ComponentBackground2">
                        <a:extLst>
                          <a:ext uri="{FF2B5EF4-FFF2-40B4-BE49-F238E27FC236}">
                            <a16:creationId xmlns:a16="http://schemas.microsoft.com/office/drawing/2014/main" id="{9F12A12D-CF89-E86C-5E3D-AD6DA26F0D55}"/>
                          </a:ext>
                        </a:extLst>
                      </p:cNvPr>
                      <p:cNvSpPr>
                        <a:spLocks/>
                      </p:cNvSpPr>
                      <p:nvPr/>
                    </p:nvSpPr>
                    <p:spPr>
                      <a:xfrm flipH="1">
                        <a:off x="660400" y="3832562"/>
                        <a:ext cx="2030942" cy="3502407"/>
                      </a:xfrm>
                      <a:prstGeom prst="round1Rect">
                        <a:avLst/>
                      </a:prstGeom>
                      <a:gradFill flip="none" rotWithShape="1">
                        <a:gsLst>
                          <a:gs pos="24000">
                            <a:schemeClr val="bg1"/>
                          </a:gs>
                          <a:gs pos="100000">
                            <a:schemeClr val="bg1">
                              <a:alpha val="62000"/>
                            </a:schemeClr>
                          </a:gs>
                        </a:gsLst>
                        <a:lin ang="5400000" scaled="1"/>
                        <a:tileRect/>
                      </a:gradFill>
                      <a:ln w="12700">
                        <a:gradFill flip="none" rotWithShape="1">
                          <a:gsLst>
                            <a:gs pos="0">
                              <a:schemeClr val="accent2">
                                <a:alpha val="0"/>
                              </a:schemeClr>
                            </a:gs>
                            <a:gs pos="100000">
                              <a:schemeClr val="accent2">
                                <a:alpha val="24000"/>
                              </a:schemeClr>
                            </a:gs>
                          </a:gsLst>
                          <a:lin ang="16200000" scaled="1"/>
                          <a:tileRect/>
                        </a:gradFill>
                      </a:ln>
                      <a:effectLst>
                        <a:outerShdw blurRad="533400" dist="50800" dir="5400000" algn="ctr"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nSpc>
                            <a:spcPct val="120000"/>
                          </a:lnSpc>
                        </a:pPr>
                        <a:endParaRPr lang="zh-CN" altLang="en-US" sz="2000" dirty="0"/>
                      </a:p>
                    </p:txBody>
                  </p:sp>
                  <p:sp>
                    <p:nvSpPr>
                      <p:cNvPr id="9" name="Bullet2">
                        <a:extLst>
                          <a:ext uri="{FF2B5EF4-FFF2-40B4-BE49-F238E27FC236}">
                            <a16:creationId xmlns:a16="http://schemas.microsoft.com/office/drawing/2014/main" id="{703FC07A-3FE0-267C-4236-433B078C4833}"/>
                          </a:ext>
                        </a:extLst>
                      </p:cNvPr>
                      <p:cNvSpPr txBox="1"/>
                      <p:nvPr/>
                    </p:nvSpPr>
                    <p:spPr>
                      <a:xfrm>
                        <a:off x="758302" y="4042025"/>
                        <a:ext cx="1835143"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lnSpc>
                            <a:spcPct val="120000"/>
                          </a:lnSpc>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AI赋能产业</a:t>
                        </a:r>
                        <a:endParaRPr lang="en-US" sz="2000" dirty="0"/>
                      </a:p>
                    </p:txBody>
                  </p:sp>
                  <p:sp>
                    <p:nvSpPr>
                      <p:cNvPr id="10" name="Text2">
                        <a:extLst>
                          <a:ext uri="{FF2B5EF4-FFF2-40B4-BE49-F238E27FC236}">
                            <a16:creationId xmlns:a16="http://schemas.microsoft.com/office/drawing/2014/main" id="{07306176-ABFE-8C3C-1239-F65D48AE631F}"/>
                          </a:ext>
                        </a:extLst>
                      </p:cNvPr>
                      <p:cNvSpPr txBox="1">
                        <a:spLocks/>
                      </p:cNvSpPr>
                      <p:nvPr/>
                    </p:nvSpPr>
                    <p:spPr>
                      <a:xfrm>
                        <a:off x="665357" y="4785073"/>
                        <a:ext cx="2025982" cy="1861317"/>
                      </a:xfrm>
                      <a:prstGeom prst="rect">
                        <a:avLst/>
                      </a:prstGeom>
                      <a:noFill/>
                      <a:ln>
                        <a:noFill/>
                      </a:ln>
                    </p:spPr>
                    <p:txBody>
                      <a:bodyPr wrap="square" lIns="91440" tIns="45720" rIns="91440" bIns="45720" anchor="t" anchorCtr="0">
                        <a:normAutofit/>
                      </a:bodyPr>
                      <a:lstStyle/>
                      <a:p>
                        <a:pPr marL="0" indent="0" algn="l">
                          <a:lnSpc>
                            <a:spcPct val="120000"/>
                          </a:lnSpc>
                        </a:pPr>
                        <a:r>
                          <a:rPr lang="zh-CN" altLang="en-US" sz="1400" dirty="0">
                            <a:effectLst/>
                          </a:rPr>
                          <a:t>确保内容简洁明了，提炼重点，避免信息过载，提升阅读效率。</a:t>
                        </a:r>
                      </a:p>
                    </p:txBody>
                  </p:sp>
                  <p:sp>
                    <p:nvSpPr>
                      <p:cNvPr id="11" name="Shape2">
                        <a:extLst>
                          <a:ext uri="{FF2B5EF4-FFF2-40B4-BE49-F238E27FC236}">
                            <a16:creationId xmlns:a16="http://schemas.microsoft.com/office/drawing/2014/main" id="{BC7F382D-F7B0-8F19-E94F-7EF44CA3CAAC}"/>
                          </a:ext>
                        </a:extLst>
                      </p:cNvPr>
                      <p:cNvSpPr/>
                      <p:nvPr/>
                    </p:nvSpPr>
                    <p:spPr>
                      <a:xfrm>
                        <a:off x="431800" y="3580118"/>
                        <a:ext cx="2259542" cy="1003852"/>
                      </a:xfrm>
                      <a:prstGeom prst="bentArrow">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lnSpc>
                            <a:spcPct val="120000"/>
                          </a:lnSpc>
                        </a:pPr>
                        <a:endParaRPr lang="zh-CN" altLang="en-US" sz="2000" b="1" dirty="0">
                          <a:solidFill>
                            <a:srgbClr val="FFFFFF"/>
                          </a:solidFill>
                          <a:cs typeface="+mn-ea"/>
                        </a:endParaRPr>
                      </a:p>
                    </p:txBody>
                  </p:sp>
                </p:grpSp>
                <p:grpSp>
                  <p:nvGrpSpPr>
                    <p:cNvPr id="12" name="组合 11">
                      <a:extLst>
                        <a:ext uri="{FF2B5EF4-FFF2-40B4-BE49-F238E27FC236}">
                          <a16:creationId xmlns:a16="http://schemas.microsoft.com/office/drawing/2014/main" id="{1023DCB7-6E48-B823-75E4-09665EA632D6}"/>
                        </a:ext>
                      </a:extLst>
                    </p:cNvPr>
                    <p:cNvGrpSpPr/>
                    <p:nvPr/>
                  </p:nvGrpSpPr>
                  <p:grpSpPr>
                    <a:xfrm>
                      <a:off x="4285566" y="2626181"/>
                      <a:ext cx="1795586" cy="4231819"/>
                      <a:chOff x="431800" y="3580118"/>
                      <a:chExt cx="2259542" cy="4231819"/>
                    </a:xfrm>
                  </p:grpSpPr>
                  <p:sp>
                    <p:nvSpPr>
                      <p:cNvPr id="13" name="ComponentBackground3">
                        <a:extLst>
                          <a:ext uri="{FF2B5EF4-FFF2-40B4-BE49-F238E27FC236}">
                            <a16:creationId xmlns:a16="http://schemas.microsoft.com/office/drawing/2014/main" id="{5B32DB50-E20F-16F1-B081-DA7792B3A05E}"/>
                          </a:ext>
                        </a:extLst>
                      </p:cNvPr>
                      <p:cNvSpPr>
                        <a:spLocks/>
                      </p:cNvSpPr>
                      <p:nvPr/>
                    </p:nvSpPr>
                    <p:spPr>
                      <a:xfrm flipH="1">
                        <a:off x="660400" y="3832562"/>
                        <a:ext cx="2030942" cy="3979375"/>
                      </a:xfrm>
                      <a:prstGeom prst="round1Rect">
                        <a:avLst/>
                      </a:prstGeom>
                      <a:gradFill flip="none" rotWithShape="1">
                        <a:gsLst>
                          <a:gs pos="24000">
                            <a:schemeClr val="bg1"/>
                          </a:gs>
                          <a:gs pos="100000">
                            <a:schemeClr val="bg1">
                              <a:alpha val="62000"/>
                            </a:schemeClr>
                          </a:gs>
                        </a:gsLst>
                        <a:lin ang="5400000" scaled="1"/>
                        <a:tileRect/>
                      </a:gradFill>
                      <a:ln w="127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nSpc>
                            <a:spcPct val="120000"/>
                          </a:lnSpc>
                        </a:pPr>
                        <a:endParaRPr lang="zh-CN" altLang="en-US" sz="2000" dirty="0"/>
                      </a:p>
                    </p:txBody>
                  </p:sp>
                  <p:sp>
                    <p:nvSpPr>
                      <p:cNvPr id="14" name="Bullet3">
                        <a:extLst>
                          <a:ext uri="{FF2B5EF4-FFF2-40B4-BE49-F238E27FC236}">
                            <a16:creationId xmlns:a16="http://schemas.microsoft.com/office/drawing/2014/main" id="{2CA31BF8-2BC8-3F64-93F1-502D0697C238}"/>
                          </a:ext>
                        </a:extLst>
                      </p:cNvPr>
                      <p:cNvSpPr txBox="1"/>
                      <p:nvPr/>
                    </p:nvSpPr>
                    <p:spPr>
                      <a:xfrm>
                        <a:off x="758302" y="4042025"/>
                        <a:ext cx="1835143"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lnSpc>
                            <a:spcPct val="120000"/>
                          </a:lnSpc>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云计算普及</a:t>
                        </a:r>
                        <a:endParaRPr lang="en-US" sz="2000" dirty="0"/>
                      </a:p>
                    </p:txBody>
                  </p:sp>
                  <p:sp>
                    <p:nvSpPr>
                      <p:cNvPr id="15" name="Text3">
                        <a:extLst>
                          <a:ext uri="{FF2B5EF4-FFF2-40B4-BE49-F238E27FC236}">
                            <a16:creationId xmlns:a16="http://schemas.microsoft.com/office/drawing/2014/main" id="{AA66442A-4799-C9D4-8BC1-777A4466FD1A}"/>
                          </a:ext>
                        </a:extLst>
                      </p:cNvPr>
                      <p:cNvSpPr txBox="1">
                        <a:spLocks/>
                      </p:cNvSpPr>
                      <p:nvPr/>
                    </p:nvSpPr>
                    <p:spPr>
                      <a:xfrm>
                        <a:off x="660396" y="4785072"/>
                        <a:ext cx="2030942" cy="2338286"/>
                      </a:xfrm>
                      <a:prstGeom prst="rect">
                        <a:avLst/>
                      </a:prstGeom>
                      <a:noFill/>
                      <a:ln>
                        <a:noFill/>
                      </a:ln>
                    </p:spPr>
                    <p:txBody>
                      <a:bodyPr wrap="square" lIns="91440" tIns="45720" rIns="91440" bIns="45720" anchor="t" anchorCtr="0">
                        <a:normAutofit/>
                      </a:body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sp>
                    <p:nvSpPr>
                      <p:cNvPr id="16" name="Shape3">
                        <a:extLst>
                          <a:ext uri="{FF2B5EF4-FFF2-40B4-BE49-F238E27FC236}">
                            <a16:creationId xmlns:a16="http://schemas.microsoft.com/office/drawing/2014/main" id="{A6DDAB93-CDD5-CD79-4CC2-0D1A100ECFE6}"/>
                          </a:ext>
                        </a:extLst>
                      </p:cNvPr>
                      <p:cNvSpPr/>
                      <p:nvPr/>
                    </p:nvSpPr>
                    <p:spPr>
                      <a:xfrm>
                        <a:off x="431800" y="3580118"/>
                        <a:ext cx="2259542" cy="1003852"/>
                      </a:xfrm>
                      <a:prstGeom prst="bentArrow">
                        <a:avLst/>
                      </a:prstGeom>
                      <a:gradFill flip="none" rotWithShape="1">
                        <a:gsLst>
                          <a:gs pos="0">
                            <a:schemeClr val="accent1">
                              <a:lumMod val="60000"/>
                              <a:lumOff val="40000"/>
                              <a:alpha val="70000"/>
                            </a:schemeClr>
                          </a:gs>
                          <a:gs pos="76000">
                            <a:schemeClr val="accent1"/>
                          </a:gs>
                        </a:gsLst>
                        <a:lin ang="189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216000" tIns="45720" rIns="91440" bIns="45720" rtlCol="0" anchor="ctr"/>
                      <a:lstStyle/>
                      <a:p>
                        <a:pPr algn="ctr">
                          <a:lnSpc>
                            <a:spcPct val="120000"/>
                          </a:lnSpc>
                        </a:pPr>
                        <a:endParaRPr lang="zh-CN" altLang="en-US" sz="2000" b="1" dirty="0">
                          <a:solidFill>
                            <a:srgbClr val="FFFFFF"/>
                          </a:solidFill>
                          <a:cs typeface="+mn-ea"/>
                        </a:endParaRPr>
                      </a:p>
                    </p:txBody>
                  </p:sp>
                </p:grpSp>
                <p:grpSp>
                  <p:nvGrpSpPr>
                    <p:cNvPr id="17" name="组合 16">
                      <a:extLst>
                        <a:ext uri="{FF2B5EF4-FFF2-40B4-BE49-F238E27FC236}">
                          <a16:creationId xmlns:a16="http://schemas.microsoft.com/office/drawing/2014/main" id="{F2326891-2C2C-F8E0-0F74-F6B633AA0F0D}"/>
                        </a:ext>
                      </a:extLst>
                    </p:cNvPr>
                    <p:cNvGrpSpPr/>
                    <p:nvPr/>
                  </p:nvGrpSpPr>
                  <p:grpSpPr>
                    <a:xfrm>
                      <a:off x="6098148" y="2149213"/>
                      <a:ext cx="1795586" cy="4708787"/>
                      <a:chOff x="431800" y="3580118"/>
                      <a:chExt cx="2259542" cy="4708787"/>
                    </a:xfrm>
                  </p:grpSpPr>
                  <p:sp>
                    <p:nvSpPr>
                      <p:cNvPr id="18" name="ComponentBackground4">
                        <a:extLst>
                          <a:ext uri="{FF2B5EF4-FFF2-40B4-BE49-F238E27FC236}">
                            <a16:creationId xmlns:a16="http://schemas.microsoft.com/office/drawing/2014/main" id="{01D7BC73-7B56-FFD0-8018-C0FE57566BF8}"/>
                          </a:ext>
                        </a:extLst>
                      </p:cNvPr>
                      <p:cNvSpPr>
                        <a:spLocks/>
                      </p:cNvSpPr>
                      <p:nvPr/>
                    </p:nvSpPr>
                    <p:spPr>
                      <a:xfrm flipH="1">
                        <a:off x="660400" y="3832562"/>
                        <a:ext cx="2030942" cy="4456343"/>
                      </a:xfrm>
                      <a:prstGeom prst="round1Rect">
                        <a:avLst/>
                      </a:prstGeom>
                      <a:gradFill flip="none" rotWithShape="1">
                        <a:gsLst>
                          <a:gs pos="24000">
                            <a:schemeClr val="bg1"/>
                          </a:gs>
                          <a:gs pos="100000">
                            <a:schemeClr val="bg1">
                              <a:alpha val="62000"/>
                            </a:schemeClr>
                          </a:gs>
                        </a:gsLst>
                        <a:lin ang="5400000" scaled="1"/>
                        <a:tileRect/>
                      </a:gradFill>
                      <a:ln w="12700">
                        <a:gradFill flip="none" rotWithShape="1">
                          <a:gsLst>
                            <a:gs pos="0">
                              <a:schemeClr val="accent2">
                                <a:alpha val="0"/>
                              </a:schemeClr>
                            </a:gs>
                            <a:gs pos="100000">
                              <a:schemeClr val="accent2">
                                <a:alpha val="24000"/>
                              </a:schemeClr>
                            </a:gs>
                          </a:gsLst>
                          <a:lin ang="16200000" scaled="1"/>
                          <a:tileRect/>
                        </a:gradFill>
                      </a:ln>
                      <a:effectLst>
                        <a:outerShdw blurRad="533400" dist="50800" dir="5400000" algn="ctr"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nSpc>
                            <a:spcPct val="120000"/>
                          </a:lnSpc>
                        </a:pPr>
                        <a:endParaRPr lang="zh-CN" altLang="en-US" sz="2000" dirty="0"/>
                      </a:p>
                    </p:txBody>
                  </p:sp>
                  <p:sp>
                    <p:nvSpPr>
                      <p:cNvPr id="19" name="Bullet4">
                        <a:extLst>
                          <a:ext uri="{FF2B5EF4-FFF2-40B4-BE49-F238E27FC236}">
                            <a16:creationId xmlns:a16="http://schemas.microsoft.com/office/drawing/2014/main" id="{252AA362-1506-098C-3C33-D47115683759}"/>
                          </a:ext>
                        </a:extLst>
                      </p:cNvPr>
                      <p:cNvSpPr txBox="1"/>
                      <p:nvPr/>
                    </p:nvSpPr>
                    <p:spPr>
                      <a:xfrm>
                        <a:off x="758302" y="4042025"/>
                        <a:ext cx="1835143"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lnSpc>
                            <a:spcPct val="120000"/>
                          </a:lnSpc>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大数据挖掘</a:t>
                        </a:r>
                        <a:endParaRPr lang="en-US" sz="2000" dirty="0"/>
                      </a:p>
                    </p:txBody>
                  </p:sp>
                  <p:sp>
                    <p:nvSpPr>
                      <p:cNvPr id="20" name="Text4">
                        <a:extLst>
                          <a:ext uri="{FF2B5EF4-FFF2-40B4-BE49-F238E27FC236}">
                            <a16:creationId xmlns:a16="http://schemas.microsoft.com/office/drawing/2014/main" id="{3AF4AD4D-FE9A-25DE-DBE2-4F7E55719CA5}"/>
                          </a:ext>
                        </a:extLst>
                      </p:cNvPr>
                      <p:cNvSpPr txBox="1">
                        <a:spLocks/>
                      </p:cNvSpPr>
                      <p:nvPr/>
                    </p:nvSpPr>
                    <p:spPr>
                      <a:xfrm>
                        <a:off x="660396" y="4785072"/>
                        <a:ext cx="2030942" cy="2815254"/>
                      </a:xfrm>
                      <a:prstGeom prst="rect">
                        <a:avLst/>
                      </a:prstGeom>
                      <a:noFill/>
                      <a:ln>
                        <a:noFill/>
                      </a:ln>
                    </p:spPr>
                    <p:txBody>
                      <a:bodyPr wrap="square" lIns="91440" tIns="45720" rIns="91440" bIns="45720" anchor="t" anchorCtr="0">
                        <a:normAutofit/>
                      </a:body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sp>
                    <p:nvSpPr>
                      <p:cNvPr id="21" name="Shape4">
                        <a:extLst>
                          <a:ext uri="{FF2B5EF4-FFF2-40B4-BE49-F238E27FC236}">
                            <a16:creationId xmlns:a16="http://schemas.microsoft.com/office/drawing/2014/main" id="{7759D34A-C437-60FB-F215-621049104E31}"/>
                          </a:ext>
                        </a:extLst>
                      </p:cNvPr>
                      <p:cNvSpPr/>
                      <p:nvPr/>
                    </p:nvSpPr>
                    <p:spPr>
                      <a:xfrm>
                        <a:off x="431800" y="3580118"/>
                        <a:ext cx="2259542" cy="1003852"/>
                      </a:xfrm>
                      <a:prstGeom prst="bentArrow">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lnSpc>
                            <a:spcPct val="120000"/>
                          </a:lnSpc>
                        </a:pPr>
                        <a:endParaRPr lang="zh-CN" altLang="en-US" sz="2000" b="1" dirty="0">
                          <a:solidFill>
                            <a:srgbClr val="FFFFFF"/>
                          </a:solidFill>
                          <a:cs typeface="+mn-ea"/>
                        </a:endParaRPr>
                      </a:p>
                    </p:txBody>
                  </p:sp>
                </p:grpSp>
                <p:grpSp>
                  <p:nvGrpSpPr>
                    <p:cNvPr id="22" name="组合 21">
                      <a:extLst>
                        <a:ext uri="{FF2B5EF4-FFF2-40B4-BE49-F238E27FC236}">
                          <a16:creationId xmlns:a16="http://schemas.microsoft.com/office/drawing/2014/main" id="{B157791D-DF14-7D69-FEF8-35BD89BAF297}"/>
                        </a:ext>
                      </a:extLst>
                    </p:cNvPr>
                    <p:cNvGrpSpPr/>
                    <p:nvPr/>
                  </p:nvGrpSpPr>
                  <p:grpSpPr>
                    <a:xfrm>
                      <a:off x="7910731" y="1672245"/>
                      <a:ext cx="1795586" cy="5185755"/>
                      <a:chOff x="431800" y="3580118"/>
                      <a:chExt cx="2259542" cy="5185755"/>
                    </a:xfrm>
                  </p:grpSpPr>
                  <p:sp>
                    <p:nvSpPr>
                      <p:cNvPr id="23" name="ComponentBackground5">
                        <a:extLst>
                          <a:ext uri="{FF2B5EF4-FFF2-40B4-BE49-F238E27FC236}">
                            <a16:creationId xmlns:a16="http://schemas.microsoft.com/office/drawing/2014/main" id="{9CE4F4F2-36E4-4A36-115B-CEEAB7A659A6}"/>
                          </a:ext>
                        </a:extLst>
                      </p:cNvPr>
                      <p:cNvSpPr>
                        <a:spLocks/>
                      </p:cNvSpPr>
                      <p:nvPr/>
                    </p:nvSpPr>
                    <p:spPr>
                      <a:xfrm flipH="1">
                        <a:off x="660400" y="3832562"/>
                        <a:ext cx="2030942" cy="4933311"/>
                      </a:xfrm>
                      <a:prstGeom prst="round1Rect">
                        <a:avLst/>
                      </a:prstGeom>
                      <a:gradFill flip="none" rotWithShape="1">
                        <a:gsLst>
                          <a:gs pos="24000">
                            <a:schemeClr val="bg1"/>
                          </a:gs>
                          <a:gs pos="100000">
                            <a:schemeClr val="bg1">
                              <a:alpha val="62000"/>
                            </a:schemeClr>
                          </a:gs>
                        </a:gsLst>
                        <a:lin ang="5400000" scaled="1"/>
                        <a:tileRect/>
                      </a:gradFill>
                      <a:ln w="12700">
                        <a:gradFill flip="none" rotWithShape="1">
                          <a:gsLst>
                            <a:gs pos="0">
                              <a:schemeClr val="accent1">
                                <a:alpha val="0"/>
                              </a:schemeClr>
                            </a:gs>
                            <a:gs pos="100000">
                              <a:schemeClr val="accent1">
                                <a:alpha val="24000"/>
                              </a:schemeClr>
                            </a:gs>
                          </a:gsLst>
                          <a:lin ang="16200000" scaled="1"/>
                          <a:tileRect/>
                        </a:gra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nSpc>
                            <a:spcPct val="120000"/>
                          </a:lnSpc>
                        </a:pPr>
                        <a:endParaRPr lang="zh-CN" altLang="en-US" sz="2000" dirty="0"/>
                      </a:p>
                    </p:txBody>
                  </p:sp>
                  <p:sp>
                    <p:nvSpPr>
                      <p:cNvPr id="24" name="Bullet5">
                        <a:extLst>
                          <a:ext uri="{FF2B5EF4-FFF2-40B4-BE49-F238E27FC236}">
                            <a16:creationId xmlns:a16="http://schemas.microsoft.com/office/drawing/2014/main" id="{BC0F2227-3036-41F4-27A0-0E32042CEB5B}"/>
                          </a:ext>
                        </a:extLst>
                      </p:cNvPr>
                      <p:cNvSpPr txBox="1"/>
                      <p:nvPr/>
                    </p:nvSpPr>
                    <p:spPr>
                      <a:xfrm>
                        <a:off x="758302" y="4042025"/>
                        <a:ext cx="1835143" cy="634841"/>
                      </a:xfrm>
                      <a:prstGeom prst="rect">
                        <a:avLst/>
                      </a:prstGeom>
                      <a:noFill/>
                      <a:ln>
                        <a:noFill/>
                      </a:ln>
                    </p:spPr>
                    <p:txBody>
                      <a:bodyPr wrap="square" lIns="91440" tIns="45720" rIns="91440" bIns="45720" anchor="b" anchorCtr="0">
                        <a:noAutofit/>
                      </a:bodyPr>
                      <a:lstStyle/>
                      <a:p>
                        <a:pPr marL="0" marR="0" lvl="0" indent="0" defTabSz="913765" rtl="0" eaLnBrk="1" fontAlgn="auto" latinLnBrk="0" hangingPunct="1">
                          <a:lnSpc>
                            <a:spcPct val="120000"/>
                          </a:lnSpc>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区块链应用拓展</a:t>
                        </a:r>
                        <a:endParaRPr lang="en-US" sz="2000" dirty="0"/>
                      </a:p>
                    </p:txBody>
                  </p:sp>
                  <p:sp>
                    <p:nvSpPr>
                      <p:cNvPr id="25" name="Text5">
                        <a:extLst>
                          <a:ext uri="{FF2B5EF4-FFF2-40B4-BE49-F238E27FC236}">
                            <a16:creationId xmlns:a16="http://schemas.microsoft.com/office/drawing/2014/main" id="{073F4FED-1695-6ED8-E3D0-9DEF6D5789B3}"/>
                          </a:ext>
                        </a:extLst>
                      </p:cNvPr>
                      <p:cNvSpPr txBox="1">
                        <a:spLocks/>
                      </p:cNvSpPr>
                      <p:nvPr/>
                    </p:nvSpPr>
                    <p:spPr>
                      <a:xfrm>
                        <a:off x="660396" y="4785074"/>
                        <a:ext cx="2030942" cy="3292220"/>
                      </a:xfrm>
                      <a:prstGeom prst="rect">
                        <a:avLst/>
                      </a:prstGeom>
                      <a:noFill/>
                      <a:ln>
                        <a:noFill/>
                      </a:ln>
                    </p:spPr>
                    <p:txBody>
                      <a:bodyPr wrap="square" lIns="91440" tIns="45720" rIns="91440" bIns="45720" anchor="t" anchorCtr="0">
                        <a:normAutofit/>
                      </a:body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sp>
                    <p:nvSpPr>
                      <p:cNvPr id="26" name="Shape5">
                        <a:extLst>
                          <a:ext uri="{FF2B5EF4-FFF2-40B4-BE49-F238E27FC236}">
                            <a16:creationId xmlns:a16="http://schemas.microsoft.com/office/drawing/2014/main" id="{6B515584-15FD-D303-DCE7-70900A367CA0}"/>
                          </a:ext>
                        </a:extLst>
                      </p:cNvPr>
                      <p:cNvSpPr/>
                      <p:nvPr/>
                    </p:nvSpPr>
                    <p:spPr>
                      <a:xfrm>
                        <a:off x="431800" y="3580118"/>
                        <a:ext cx="2259542" cy="1003852"/>
                      </a:xfrm>
                      <a:prstGeom prst="bentArrow">
                        <a:avLst/>
                      </a:prstGeom>
                      <a:gradFill flip="none" rotWithShape="1">
                        <a:gsLst>
                          <a:gs pos="0">
                            <a:schemeClr val="accent1">
                              <a:lumMod val="60000"/>
                              <a:lumOff val="40000"/>
                              <a:alpha val="70000"/>
                            </a:schemeClr>
                          </a:gs>
                          <a:gs pos="76000">
                            <a:schemeClr val="accent1"/>
                          </a:gs>
                        </a:gsLst>
                        <a:lin ang="18900000" scaled="1"/>
                        <a:tileRect/>
                      </a:gradFill>
                      <a:ln w="381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216000" tIns="45720" rIns="91440" bIns="45720" rtlCol="0" anchor="ctr"/>
                      <a:lstStyle/>
                      <a:p>
                        <a:pPr algn="ctr">
                          <a:lnSpc>
                            <a:spcPct val="120000"/>
                          </a:lnSpc>
                        </a:pPr>
                        <a:endParaRPr lang="zh-CN" altLang="en-US" sz="2000" b="1" dirty="0">
                          <a:solidFill>
                            <a:srgbClr val="FFFFFF"/>
                          </a:solidFill>
                          <a:cs typeface="+mn-ea"/>
                        </a:endParaRPr>
                      </a:p>
                    </p:txBody>
                  </p:sp>
                </p:grpSp>
                <p:grpSp>
                  <p:nvGrpSpPr>
                    <p:cNvPr id="27" name="组合 26">
                      <a:extLst>
                        <a:ext uri="{FF2B5EF4-FFF2-40B4-BE49-F238E27FC236}">
                          <a16:creationId xmlns:a16="http://schemas.microsoft.com/office/drawing/2014/main" id="{C9B5BD62-1DC8-23FA-26A0-4A8DD3D0A59B}"/>
                        </a:ext>
                      </a:extLst>
                    </p:cNvPr>
                    <p:cNvGrpSpPr/>
                    <p:nvPr/>
                  </p:nvGrpSpPr>
                  <p:grpSpPr>
                    <a:xfrm>
                      <a:off x="9723314" y="1195277"/>
                      <a:ext cx="1795586" cy="5662723"/>
                      <a:chOff x="431800" y="3580118"/>
                      <a:chExt cx="2259542" cy="5662723"/>
                    </a:xfrm>
                  </p:grpSpPr>
                  <p:sp>
                    <p:nvSpPr>
                      <p:cNvPr id="28" name="ComponentBackground6">
                        <a:extLst>
                          <a:ext uri="{FF2B5EF4-FFF2-40B4-BE49-F238E27FC236}">
                            <a16:creationId xmlns:a16="http://schemas.microsoft.com/office/drawing/2014/main" id="{54C0C874-8607-83FB-F0F4-77E28012E276}"/>
                          </a:ext>
                        </a:extLst>
                      </p:cNvPr>
                      <p:cNvSpPr>
                        <a:spLocks/>
                      </p:cNvSpPr>
                      <p:nvPr/>
                    </p:nvSpPr>
                    <p:spPr>
                      <a:xfrm flipH="1">
                        <a:off x="660400" y="3832562"/>
                        <a:ext cx="2030942" cy="5410279"/>
                      </a:xfrm>
                      <a:prstGeom prst="round1Rect">
                        <a:avLst/>
                      </a:prstGeom>
                      <a:gradFill flip="none" rotWithShape="1">
                        <a:gsLst>
                          <a:gs pos="24000">
                            <a:schemeClr val="bg1"/>
                          </a:gs>
                          <a:gs pos="100000">
                            <a:schemeClr val="bg1">
                              <a:alpha val="62000"/>
                            </a:schemeClr>
                          </a:gs>
                        </a:gsLst>
                        <a:lin ang="5400000" scaled="1"/>
                        <a:tileRect/>
                      </a:gradFill>
                      <a:ln w="12700">
                        <a:gradFill flip="none" rotWithShape="1">
                          <a:gsLst>
                            <a:gs pos="0">
                              <a:schemeClr val="accent2">
                                <a:alpha val="0"/>
                              </a:schemeClr>
                            </a:gs>
                            <a:gs pos="100000">
                              <a:schemeClr val="accent2">
                                <a:alpha val="24000"/>
                              </a:schemeClr>
                            </a:gs>
                          </a:gsLst>
                          <a:lin ang="16200000" scaled="1"/>
                          <a:tileRect/>
                        </a:gradFill>
                      </a:ln>
                      <a:effectLst>
                        <a:outerShdw blurRad="533400" dist="50800" dir="5400000" algn="ctr"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nSpc>
                            <a:spcPct val="120000"/>
                          </a:lnSpc>
                        </a:pPr>
                        <a:endParaRPr lang="zh-CN" altLang="en-US" sz="2000" dirty="0"/>
                      </a:p>
                    </p:txBody>
                  </p:sp>
                  <p:sp>
                    <p:nvSpPr>
                      <p:cNvPr id="29" name="Bullet6">
                        <a:extLst>
                          <a:ext uri="{FF2B5EF4-FFF2-40B4-BE49-F238E27FC236}">
                            <a16:creationId xmlns:a16="http://schemas.microsoft.com/office/drawing/2014/main" id="{371D8123-A401-7674-7A7A-B4F54E90B0F0}"/>
                          </a:ext>
                        </a:extLst>
                      </p:cNvPr>
                      <p:cNvSpPr txBox="1"/>
                      <p:nvPr/>
                    </p:nvSpPr>
                    <p:spPr>
                      <a:xfrm>
                        <a:off x="758302" y="4042025"/>
                        <a:ext cx="1835143" cy="634841"/>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lnSpc>
                            <a:spcPct val="120000"/>
                          </a:lnSpc>
                          <a:buClrTx/>
                          <a:buSzPct val="25000"/>
                          <a:buFontTx/>
                          <a:buNone/>
                          <a:defRPr/>
                        </a:pPr>
                        <a:r>
                          <a:rPr kumimoji="0" lang="zh-CN" alt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物联网发展</a:t>
                        </a:r>
                        <a:endParaRPr lang="en-US" sz="2000" dirty="0"/>
                      </a:p>
                    </p:txBody>
                  </p:sp>
                  <p:sp>
                    <p:nvSpPr>
                      <p:cNvPr id="30" name="Text6">
                        <a:extLst>
                          <a:ext uri="{FF2B5EF4-FFF2-40B4-BE49-F238E27FC236}">
                            <a16:creationId xmlns:a16="http://schemas.microsoft.com/office/drawing/2014/main" id="{870D50DA-5C2D-7C9B-196F-2B2444693FF7}"/>
                          </a:ext>
                        </a:extLst>
                      </p:cNvPr>
                      <p:cNvSpPr txBox="1">
                        <a:spLocks/>
                      </p:cNvSpPr>
                      <p:nvPr/>
                    </p:nvSpPr>
                    <p:spPr>
                      <a:xfrm>
                        <a:off x="660396" y="4785073"/>
                        <a:ext cx="2030942" cy="3769189"/>
                      </a:xfrm>
                      <a:prstGeom prst="rect">
                        <a:avLst/>
                      </a:prstGeom>
                      <a:noFill/>
                      <a:ln>
                        <a:noFill/>
                      </a:ln>
                    </p:spPr>
                    <p:txBody>
                      <a:bodyPr wrap="square" lIns="91440" tIns="45720" rIns="91440" bIns="45720" anchor="t" anchorCtr="0">
                        <a:normAutofit/>
                      </a:body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sp>
                    <p:nvSpPr>
                      <p:cNvPr id="31" name="Shape6">
                        <a:extLst>
                          <a:ext uri="{FF2B5EF4-FFF2-40B4-BE49-F238E27FC236}">
                            <a16:creationId xmlns:a16="http://schemas.microsoft.com/office/drawing/2014/main" id="{CB9C6EF9-28E4-063F-A2E9-52C3F598B24C}"/>
                          </a:ext>
                        </a:extLst>
                      </p:cNvPr>
                      <p:cNvSpPr/>
                      <p:nvPr/>
                    </p:nvSpPr>
                    <p:spPr>
                      <a:xfrm>
                        <a:off x="431800" y="3580118"/>
                        <a:ext cx="2259542" cy="1003852"/>
                      </a:xfrm>
                      <a:prstGeom prst="bentArrow">
                        <a:avLst/>
                      </a:prstGeom>
                      <a:gradFill flip="none" rotWithShape="1">
                        <a:gsLst>
                          <a:gs pos="0">
                            <a:schemeClr val="accent2">
                              <a:lumMod val="60000"/>
                              <a:lumOff val="40000"/>
                            </a:schemeClr>
                          </a:gs>
                          <a:gs pos="75000">
                            <a:schemeClr val="accent2"/>
                          </a:gs>
                        </a:gsLst>
                        <a:lin ang="2700000" scaled="1"/>
                        <a:tileRect/>
                      </a:gradFill>
                      <a:ln w="12700">
                        <a:no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lnSpc>
                            <a:spcPct val="120000"/>
                          </a:lnSpc>
                        </a:pPr>
                        <a:endParaRPr lang="zh-CN" altLang="en-US" sz="2000" b="1" dirty="0">
                          <a:solidFill>
                            <a:srgbClr val="FFFFFF"/>
                          </a:solidFill>
                          <a:cs typeface="+mn-ea"/>
                        </a:endParaRPr>
                      </a:p>
                    </p:txBody>
                  </p:sp>
                </p:grpSp>
              </p:grpSp>
              <p:cxnSp>
                <p:nvCxnSpPr>
                  <p:cNvPr id="35" name="直接连接符 34">
                    <a:extLst>
                      <a:ext uri="{FF2B5EF4-FFF2-40B4-BE49-F238E27FC236}">
                        <a16:creationId xmlns:a16="http://schemas.microsoft.com/office/drawing/2014/main" id="{61C9831D-8D62-F9A6-6B5B-FC3430CA60F1}"/>
                      </a:ext>
                    </a:extLst>
                  </p:cNvPr>
                  <p:cNvCxnSpPr>
                    <a:cxnSpLocks/>
                  </p:cNvCxnSpPr>
                  <p:nvPr/>
                </p:nvCxnSpPr>
                <p:spPr>
                  <a:xfrm>
                    <a:off x="736600" y="1240624"/>
                    <a:ext cx="1918044" cy="0"/>
                  </a:xfrm>
                  <a:prstGeom prst="line">
                    <a:avLst/>
                  </a:prstGeom>
                  <a:ln w="25400">
                    <a:gradFill>
                      <a:gsLst>
                        <a:gs pos="0">
                          <a:schemeClr val="accent1"/>
                        </a:gs>
                        <a:gs pos="100000">
                          <a:schemeClr val="accent2"/>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sp>
            <p:nvSpPr>
              <p:cNvPr id="32" name="椭圆 31">
                <a:extLst>
                  <a:ext uri="{FF2B5EF4-FFF2-40B4-BE49-F238E27FC236}">
                    <a16:creationId xmlns:a16="http://schemas.microsoft.com/office/drawing/2014/main" id="{77F72791-2F6F-268E-03B5-300503C03881}"/>
                  </a:ext>
                </a:extLst>
              </p:cNvPr>
              <p:cNvSpPr/>
              <p:nvPr/>
            </p:nvSpPr>
            <p:spPr>
              <a:xfrm>
                <a:off x="1837984" y="2801953"/>
                <a:ext cx="304800" cy="304800"/>
              </a:xfrm>
              <a:prstGeom prst="ellipse">
                <a:avLst/>
              </a:prstGeom>
              <a:solidFill>
                <a:srgbClr val="CCE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p>
            </p:txBody>
          </p:sp>
        </p:grpSp>
      </p:grpSp>
      <p:sp>
        <p:nvSpPr>
          <p:cNvPr id="2" name="标题 1"/>
          <p:cNvSpPr>
            <a:spLocks noGrp="1"/>
          </p:cNvSpPr>
          <p:nvPr>
            <p:ph type="title" hasCustomPrompt="1"/>
          </p:nvPr>
        </p:nvSpPr>
        <p:spPr/>
        <p:txBody>
          <a:bodyPr/>
          <a:lstStyle/>
          <a:p>
            <a:pPr>
              <a:lnSpc>
                <a:spcPct val="120000"/>
              </a:lnSpc>
            </a:pPr>
            <a:r>
              <a:rPr lang="zh-CN" altLang="en-US" dirty="0"/>
              <a:t>技术进步</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pPr>
              <a:lnSpc>
                <a:spcPct val="120000"/>
              </a:lnSpc>
            </a:pPr>
            <a:r>
              <a:rPr lang="zh-CN" altLang="en-US" dirty="0"/>
              <a:t>政策导向</a:t>
            </a:r>
            <a:endParaRPr lang="en-US" dirty="0"/>
          </a:p>
        </p:txBody>
      </p:sp>
      <p:grpSp>
        <p:nvGrpSpPr>
          <p:cNvPr id="35" name="e7306fc7-8be0-4912-98a5-c51c3e5ee687.source.5.zh-Hans">
            <a:extLst>
              <a:ext uri="{FF2B5EF4-FFF2-40B4-BE49-F238E27FC236}">
                <a16:creationId xmlns:a16="http://schemas.microsoft.com/office/drawing/2014/main" id="{19BC24F2-F183-9708-A9FE-3DC3C7AF7D1A}"/>
              </a:ext>
            </a:extLst>
          </p:cNvPr>
          <p:cNvGrpSpPr/>
          <p:nvPr/>
        </p:nvGrpSpPr>
        <p:grpSpPr>
          <a:xfrm>
            <a:off x="660400" y="1282759"/>
            <a:ext cx="10858500" cy="4619113"/>
            <a:chOff x="660400" y="1946787"/>
            <a:chExt cx="10858500" cy="4619113"/>
          </a:xfrm>
        </p:grpSpPr>
        <p:grpSp>
          <p:nvGrpSpPr>
            <p:cNvPr id="29" name="组合 28">
              <a:extLst>
                <a:ext uri="{FF2B5EF4-FFF2-40B4-BE49-F238E27FC236}">
                  <a16:creationId xmlns:a16="http://schemas.microsoft.com/office/drawing/2014/main" id="{D277C1AE-7AED-112C-9686-B3FC8EB9D3D0}"/>
                </a:ext>
              </a:extLst>
            </p:cNvPr>
            <p:cNvGrpSpPr/>
            <p:nvPr/>
          </p:nvGrpSpPr>
          <p:grpSpPr>
            <a:xfrm>
              <a:off x="660400" y="1946787"/>
              <a:ext cx="1949794" cy="4619113"/>
              <a:chOff x="660400" y="1946787"/>
              <a:chExt cx="1949794" cy="4619113"/>
            </a:xfrm>
          </p:grpSpPr>
          <p:sp>
            <p:nvSpPr>
              <p:cNvPr id="20" name="ComponentBackground1">
                <a:extLst>
                  <a:ext uri="{FF2B5EF4-FFF2-40B4-BE49-F238E27FC236}">
                    <a16:creationId xmlns:a16="http://schemas.microsoft.com/office/drawing/2014/main" id="{BCBC2C7D-C7AD-7899-43B0-70A9015A4A19}"/>
                  </a:ext>
                </a:extLst>
              </p:cNvPr>
              <p:cNvSpPr/>
              <p:nvPr/>
            </p:nvSpPr>
            <p:spPr>
              <a:xfrm>
                <a:off x="660400" y="2706455"/>
                <a:ext cx="1949794" cy="3859445"/>
              </a:xfrm>
              <a:prstGeom prst="roundRect">
                <a:avLst>
                  <a:gd name="adj" fmla="val 6472"/>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21" name="Number1">
                <a:extLst>
                  <a:ext uri="{FF2B5EF4-FFF2-40B4-BE49-F238E27FC236}">
                    <a16:creationId xmlns:a16="http://schemas.microsoft.com/office/drawing/2014/main" id="{F025B1BD-B3B8-AEAE-53D5-12C1A1339FD6}"/>
                  </a:ext>
                </a:extLst>
              </p:cNvPr>
              <p:cNvSpPr/>
              <p:nvPr/>
            </p:nvSpPr>
            <p:spPr>
              <a:xfrm>
                <a:off x="949970" y="1946787"/>
                <a:ext cx="1380569" cy="1380569"/>
              </a:xfrm>
              <a:prstGeom prst="ellipse">
                <a:avLst/>
              </a:prstGeom>
              <a:gradFill flip="none" rotWithShape="1">
                <a:gsLst>
                  <a:gs pos="50000">
                    <a:schemeClr val="accent1"/>
                  </a:gs>
                  <a:gs pos="0">
                    <a:schemeClr val="accent1">
                      <a:lumMod val="60000"/>
                      <a:lumOff val="40000"/>
                    </a:schemeClr>
                  </a:gs>
                </a:gsLst>
                <a:lin ang="2700000" scaled="1"/>
                <a:tileRect/>
              </a:gradFill>
              <a:ln>
                <a:noFill/>
              </a:ln>
              <a:effectLst>
                <a:outerShdw blurRad="431800" dist="279400" dir="2700000" sx="96000" sy="96000" algn="tl" rotWithShape="0">
                  <a:schemeClr val="accent1">
                    <a:lumMod val="20000"/>
                    <a:lumOff val="80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lnSpc>
                    <a:spcPct val="120000"/>
                  </a:lnSpc>
                </a:pPr>
                <a:r>
                  <a:rPr lang="en-US" altLang="zh-CN" sz="3600" b="1" dirty="0">
                    <a:cs typeface="+mn-ea"/>
                    <a:sym typeface="+mn-lt"/>
                  </a:rPr>
                  <a:t>01</a:t>
                </a:r>
                <a:endParaRPr lang="zh-CN" altLang="en-US" sz="3600" b="1" dirty="0">
                  <a:cs typeface="+mn-ea"/>
                  <a:sym typeface="+mn-lt"/>
                </a:endParaRPr>
              </a:p>
            </p:txBody>
          </p:sp>
          <p:sp>
            <p:nvSpPr>
              <p:cNvPr id="22" name="Bullet1">
                <a:extLst>
                  <a:ext uri="{FF2B5EF4-FFF2-40B4-BE49-F238E27FC236}">
                    <a16:creationId xmlns:a16="http://schemas.microsoft.com/office/drawing/2014/main" id="{9AC83204-3ED6-6B23-AB5B-6835F48164A5}"/>
                  </a:ext>
                </a:extLst>
              </p:cNvPr>
              <p:cNvSpPr txBox="1"/>
              <p:nvPr/>
            </p:nvSpPr>
            <p:spPr>
              <a:xfrm flipH="1">
                <a:off x="660400" y="3480002"/>
                <a:ext cx="1949794" cy="841603"/>
              </a:xfrm>
              <a:prstGeom prst="rect">
                <a:avLst/>
              </a:prstGeom>
              <a:noFill/>
            </p:spPr>
            <p:txBody>
              <a:bodyPr wrap="square" rtlCol="0" anchor="ctr"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gn="ctr">
                  <a:lnSpc>
                    <a:spcPct val="120000"/>
                  </a:lnSpc>
                </a:pPr>
                <a:r>
                  <a:rPr lang="zh-CN" altLang="en-US" sz="2000" b="1" dirty="0">
                    <a:solidFill>
                      <a:schemeClr val="tx1"/>
                    </a:solidFill>
                    <a:latin typeface="+mn-lt"/>
                    <a:ea typeface="+mn-ea"/>
                    <a:cs typeface="+mn-ea"/>
                    <a:sym typeface="+mn-lt"/>
                  </a:rPr>
                  <a:t>政策扶持力度</a:t>
                </a:r>
                <a:endParaRPr lang="en-US" sz="2000" dirty="0"/>
              </a:p>
            </p:txBody>
          </p:sp>
          <p:sp>
            <p:nvSpPr>
              <p:cNvPr id="23" name="Text1">
                <a:extLst>
                  <a:ext uri="{FF2B5EF4-FFF2-40B4-BE49-F238E27FC236}">
                    <a16:creationId xmlns:a16="http://schemas.microsoft.com/office/drawing/2014/main" id="{127E4FAA-74BD-ABA7-616E-A74263713831}"/>
                  </a:ext>
                </a:extLst>
              </p:cNvPr>
              <p:cNvSpPr txBox="1"/>
              <p:nvPr/>
            </p:nvSpPr>
            <p:spPr>
              <a:xfrm flipH="1">
                <a:off x="787087" y="4336119"/>
                <a:ext cx="1696420" cy="2128181"/>
              </a:xfrm>
              <a:prstGeom prst="rect">
                <a:avLst/>
              </a:prstGeom>
              <a:noFill/>
            </p:spPr>
            <p:txBody>
              <a:bodyPr wrap="square" rtlCol="0" anchor="t">
                <a:noAutofit/>
              </a:body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grpSp>
        <p:grpSp>
          <p:nvGrpSpPr>
            <p:cNvPr id="30" name="组合 29">
              <a:extLst>
                <a:ext uri="{FF2B5EF4-FFF2-40B4-BE49-F238E27FC236}">
                  <a16:creationId xmlns:a16="http://schemas.microsoft.com/office/drawing/2014/main" id="{CEBCF06B-1B03-E634-6388-0AF4BCD5422B}"/>
                </a:ext>
              </a:extLst>
            </p:cNvPr>
            <p:cNvGrpSpPr/>
            <p:nvPr/>
          </p:nvGrpSpPr>
          <p:grpSpPr>
            <a:xfrm>
              <a:off x="2883216" y="1946787"/>
              <a:ext cx="1954155" cy="4619113"/>
              <a:chOff x="2883216" y="1946787"/>
              <a:chExt cx="1954155" cy="4619113"/>
            </a:xfrm>
          </p:grpSpPr>
          <p:sp>
            <p:nvSpPr>
              <p:cNvPr id="16" name="ComponentBackground2">
                <a:extLst>
                  <a:ext uri="{FF2B5EF4-FFF2-40B4-BE49-F238E27FC236}">
                    <a16:creationId xmlns:a16="http://schemas.microsoft.com/office/drawing/2014/main" id="{60562503-7450-4498-2757-7951F2E472F9}"/>
                  </a:ext>
                </a:extLst>
              </p:cNvPr>
              <p:cNvSpPr/>
              <p:nvPr/>
            </p:nvSpPr>
            <p:spPr>
              <a:xfrm>
                <a:off x="2887577" y="2706455"/>
                <a:ext cx="1949794" cy="3859445"/>
              </a:xfrm>
              <a:prstGeom prst="roundRect">
                <a:avLst>
                  <a:gd name="adj" fmla="val 6472"/>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17" name="Number2">
                <a:extLst>
                  <a:ext uri="{FF2B5EF4-FFF2-40B4-BE49-F238E27FC236}">
                    <a16:creationId xmlns:a16="http://schemas.microsoft.com/office/drawing/2014/main" id="{FE826B15-4AB4-A8F9-B988-C0F57E154343}"/>
                  </a:ext>
                </a:extLst>
              </p:cNvPr>
              <p:cNvSpPr/>
              <p:nvPr/>
            </p:nvSpPr>
            <p:spPr>
              <a:xfrm>
                <a:off x="3177147" y="1946787"/>
                <a:ext cx="1380569" cy="1380569"/>
              </a:xfrm>
              <a:prstGeom prst="ellipse">
                <a:avLst/>
              </a:prstGeom>
              <a:gradFill flip="none" rotWithShape="1">
                <a:gsLst>
                  <a:gs pos="50000">
                    <a:schemeClr val="accent1"/>
                  </a:gs>
                  <a:gs pos="0">
                    <a:schemeClr val="accent1">
                      <a:lumMod val="60000"/>
                      <a:lumOff val="40000"/>
                    </a:schemeClr>
                  </a:gs>
                </a:gsLst>
                <a:lin ang="2700000" scaled="1"/>
                <a:tileRect/>
              </a:gradFill>
              <a:ln>
                <a:noFill/>
              </a:ln>
              <a:effectLst>
                <a:outerShdw blurRad="431800" dist="279400" dir="2700000" sx="96000" sy="96000" algn="tl" rotWithShape="0">
                  <a:schemeClr val="accent1">
                    <a:lumMod val="20000"/>
                    <a:lumOff val="80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lnSpc>
                    <a:spcPct val="120000"/>
                  </a:lnSpc>
                </a:pPr>
                <a:r>
                  <a:rPr lang="en-US" altLang="zh-CN" sz="3600" b="1" dirty="0">
                    <a:cs typeface="+mn-ea"/>
                    <a:sym typeface="+mn-lt"/>
                  </a:rPr>
                  <a:t>02</a:t>
                </a:r>
                <a:endParaRPr lang="zh-CN" altLang="en-US" sz="3600" b="1" dirty="0">
                  <a:cs typeface="+mn-ea"/>
                  <a:sym typeface="+mn-lt"/>
                </a:endParaRPr>
              </a:p>
            </p:txBody>
          </p:sp>
          <p:sp>
            <p:nvSpPr>
              <p:cNvPr id="18" name="Bullet2">
                <a:extLst>
                  <a:ext uri="{FF2B5EF4-FFF2-40B4-BE49-F238E27FC236}">
                    <a16:creationId xmlns:a16="http://schemas.microsoft.com/office/drawing/2014/main" id="{F13EF8EC-2A56-72A1-34BD-93D2E18ADD55}"/>
                  </a:ext>
                </a:extLst>
              </p:cNvPr>
              <p:cNvSpPr txBox="1"/>
              <p:nvPr/>
            </p:nvSpPr>
            <p:spPr>
              <a:xfrm flipH="1">
                <a:off x="2883216" y="3480002"/>
                <a:ext cx="1949794" cy="841603"/>
              </a:xfrm>
              <a:prstGeom prst="rect">
                <a:avLst/>
              </a:prstGeom>
              <a:noFill/>
            </p:spPr>
            <p:txBody>
              <a:bodyPr wrap="square" rtlCol="0" anchor="ctr"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gn="ctr">
                  <a:lnSpc>
                    <a:spcPct val="120000"/>
                  </a:lnSpc>
                </a:pPr>
                <a:r>
                  <a:rPr lang="zh-CN" altLang="en-US" sz="2000" b="1" dirty="0">
                    <a:solidFill>
                      <a:schemeClr val="tx1"/>
                    </a:solidFill>
                    <a:latin typeface="+mn-lt"/>
                    <a:ea typeface="+mn-ea"/>
                    <a:cs typeface="+mn-ea"/>
                    <a:sym typeface="+mn-lt"/>
                  </a:rPr>
                  <a:t>行业规范标准</a:t>
                </a:r>
                <a:endParaRPr lang="en-US" sz="2000" dirty="0"/>
              </a:p>
            </p:txBody>
          </p:sp>
          <p:sp>
            <p:nvSpPr>
              <p:cNvPr id="19" name="Text2">
                <a:extLst>
                  <a:ext uri="{FF2B5EF4-FFF2-40B4-BE49-F238E27FC236}">
                    <a16:creationId xmlns:a16="http://schemas.microsoft.com/office/drawing/2014/main" id="{402975F6-8443-5FDF-F74F-2F77A0559002}"/>
                  </a:ext>
                </a:extLst>
              </p:cNvPr>
              <p:cNvSpPr txBox="1"/>
              <p:nvPr/>
            </p:nvSpPr>
            <p:spPr>
              <a:xfrm flipH="1">
                <a:off x="3009903" y="4336119"/>
                <a:ext cx="1696420" cy="2128181"/>
              </a:xfrm>
              <a:prstGeom prst="rect">
                <a:avLst/>
              </a:prstGeom>
              <a:noFill/>
            </p:spPr>
            <p:txBody>
              <a:bodyPr wrap="square" rtlCol="0" anchor="t">
                <a:noAutofit/>
              </a:body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grpSp>
        <p:grpSp>
          <p:nvGrpSpPr>
            <p:cNvPr id="31" name="组合 30">
              <a:extLst>
                <a:ext uri="{FF2B5EF4-FFF2-40B4-BE49-F238E27FC236}">
                  <a16:creationId xmlns:a16="http://schemas.microsoft.com/office/drawing/2014/main" id="{510DD776-C544-23F5-8310-A9E64EB4CFA6}"/>
                </a:ext>
              </a:extLst>
            </p:cNvPr>
            <p:cNvGrpSpPr/>
            <p:nvPr/>
          </p:nvGrpSpPr>
          <p:grpSpPr>
            <a:xfrm>
              <a:off x="5114754" y="1946787"/>
              <a:ext cx="1949794" cy="4619113"/>
              <a:chOff x="5114754" y="1946787"/>
              <a:chExt cx="1949794" cy="4619113"/>
            </a:xfrm>
          </p:grpSpPr>
          <p:sp>
            <p:nvSpPr>
              <p:cNvPr id="12" name="ComponentBackground3">
                <a:extLst>
                  <a:ext uri="{FF2B5EF4-FFF2-40B4-BE49-F238E27FC236}">
                    <a16:creationId xmlns:a16="http://schemas.microsoft.com/office/drawing/2014/main" id="{BAD58125-BEE0-E10A-C52F-3CE563D2040C}"/>
                  </a:ext>
                </a:extLst>
              </p:cNvPr>
              <p:cNvSpPr/>
              <p:nvPr/>
            </p:nvSpPr>
            <p:spPr>
              <a:xfrm>
                <a:off x="5114754" y="2706455"/>
                <a:ext cx="1949794" cy="3859445"/>
              </a:xfrm>
              <a:prstGeom prst="roundRect">
                <a:avLst>
                  <a:gd name="adj" fmla="val 6472"/>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13" name="Number3">
                <a:extLst>
                  <a:ext uri="{FF2B5EF4-FFF2-40B4-BE49-F238E27FC236}">
                    <a16:creationId xmlns:a16="http://schemas.microsoft.com/office/drawing/2014/main" id="{834F4DCD-BDC7-7CDB-A704-EF1F76C51927}"/>
                  </a:ext>
                </a:extLst>
              </p:cNvPr>
              <p:cNvSpPr/>
              <p:nvPr/>
            </p:nvSpPr>
            <p:spPr>
              <a:xfrm>
                <a:off x="5404324" y="1946787"/>
                <a:ext cx="1380569" cy="1380569"/>
              </a:xfrm>
              <a:prstGeom prst="ellipse">
                <a:avLst/>
              </a:prstGeom>
              <a:gradFill flip="none" rotWithShape="1">
                <a:gsLst>
                  <a:gs pos="50000">
                    <a:schemeClr val="accent1"/>
                  </a:gs>
                  <a:gs pos="0">
                    <a:schemeClr val="accent1">
                      <a:lumMod val="60000"/>
                      <a:lumOff val="40000"/>
                    </a:schemeClr>
                  </a:gs>
                </a:gsLst>
                <a:lin ang="2700000" scaled="1"/>
                <a:tileRect/>
              </a:gradFill>
              <a:ln>
                <a:noFill/>
              </a:ln>
              <a:effectLst>
                <a:outerShdw blurRad="431800" dist="279400" dir="2700000" sx="96000" sy="96000" algn="tl" rotWithShape="0">
                  <a:schemeClr val="accent1">
                    <a:lumMod val="20000"/>
                    <a:lumOff val="80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lnSpc>
                    <a:spcPct val="120000"/>
                  </a:lnSpc>
                </a:pPr>
                <a:r>
                  <a:rPr lang="en-US" altLang="zh-CN" sz="3600" b="1" dirty="0">
                    <a:cs typeface="+mn-ea"/>
                    <a:sym typeface="+mn-lt"/>
                  </a:rPr>
                  <a:t>03</a:t>
                </a:r>
                <a:endParaRPr lang="zh-CN" altLang="en-US" sz="3600" b="1" dirty="0">
                  <a:cs typeface="+mn-ea"/>
                  <a:sym typeface="+mn-lt"/>
                </a:endParaRPr>
              </a:p>
            </p:txBody>
          </p:sp>
          <p:sp>
            <p:nvSpPr>
              <p:cNvPr id="14" name="Bullet3">
                <a:extLst>
                  <a:ext uri="{FF2B5EF4-FFF2-40B4-BE49-F238E27FC236}">
                    <a16:creationId xmlns:a16="http://schemas.microsoft.com/office/drawing/2014/main" id="{780397D4-00A0-2E96-1245-525DB43B8746}"/>
                  </a:ext>
                </a:extLst>
              </p:cNvPr>
              <p:cNvSpPr txBox="1"/>
              <p:nvPr/>
            </p:nvSpPr>
            <p:spPr>
              <a:xfrm flipH="1">
                <a:off x="5114754" y="3480002"/>
                <a:ext cx="1949794" cy="841603"/>
              </a:xfrm>
              <a:prstGeom prst="rect">
                <a:avLst/>
              </a:prstGeom>
              <a:noFill/>
            </p:spPr>
            <p:txBody>
              <a:bodyPr wrap="square" rtlCol="0" anchor="ctr"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gn="ctr">
                  <a:lnSpc>
                    <a:spcPct val="120000"/>
                  </a:lnSpc>
                </a:pPr>
                <a:r>
                  <a:rPr lang="zh-CN" altLang="en-US" sz="2000" b="1" dirty="0">
                    <a:solidFill>
                      <a:schemeClr val="tx1"/>
                    </a:solidFill>
                    <a:latin typeface="+mn-lt"/>
                    <a:ea typeface="+mn-ea"/>
                    <a:cs typeface="+mn-ea"/>
                    <a:sym typeface="+mn-lt"/>
                  </a:rPr>
                  <a:t>产业政策导向</a:t>
                </a:r>
                <a:endParaRPr lang="en-US" sz="2000" dirty="0"/>
              </a:p>
            </p:txBody>
          </p:sp>
          <p:sp>
            <p:nvSpPr>
              <p:cNvPr id="15" name="Text3">
                <a:extLst>
                  <a:ext uri="{FF2B5EF4-FFF2-40B4-BE49-F238E27FC236}">
                    <a16:creationId xmlns:a16="http://schemas.microsoft.com/office/drawing/2014/main" id="{43725398-44C2-7AE4-56AB-D5099842D234}"/>
                  </a:ext>
                </a:extLst>
              </p:cNvPr>
              <p:cNvSpPr txBox="1"/>
              <p:nvPr/>
            </p:nvSpPr>
            <p:spPr>
              <a:xfrm flipH="1">
                <a:off x="5241441" y="4336119"/>
                <a:ext cx="1696420" cy="2128181"/>
              </a:xfrm>
              <a:prstGeom prst="rect">
                <a:avLst/>
              </a:prstGeom>
              <a:noFill/>
            </p:spPr>
            <p:txBody>
              <a:bodyPr wrap="square" rtlCol="0" anchor="t">
                <a:noAutofit/>
              </a:body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grpSp>
        <p:grpSp>
          <p:nvGrpSpPr>
            <p:cNvPr id="32" name="组合 31">
              <a:extLst>
                <a:ext uri="{FF2B5EF4-FFF2-40B4-BE49-F238E27FC236}">
                  <a16:creationId xmlns:a16="http://schemas.microsoft.com/office/drawing/2014/main" id="{A5F2B2A7-D5E6-5B69-A154-9A67394F6DBE}"/>
                </a:ext>
              </a:extLst>
            </p:cNvPr>
            <p:cNvGrpSpPr/>
            <p:nvPr/>
          </p:nvGrpSpPr>
          <p:grpSpPr>
            <a:xfrm>
              <a:off x="7341931" y="1946787"/>
              <a:ext cx="1949794" cy="4619113"/>
              <a:chOff x="7341931" y="1946787"/>
              <a:chExt cx="1949794" cy="4619113"/>
            </a:xfrm>
          </p:grpSpPr>
          <p:sp>
            <p:nvSpPr>
              <p:cNvPr id="8" name="ComponentBackground4">
                <a:extLst>
                  <a:ext uri="{FF2B5EF4-FFF2-40B4-BE49-F238E27FC236}">
                    <a16:creationId xmlns:a16="http://schemas.microsoft.com/office/drawing/2014/main" id="{20E03FD9-1FB6-95E9-EDDF-CB7859334A9A}"/>
                  </a:ext>
                </a:extLst>
              </p:cNvPr>
              <p:cNvSpPr/>
              <p:nvPr/>
            </p:nvSpPr>
            <p:spPr>
              <a:xfrm>
                <a:off x="7341931" y="2706455"/>
                <a:ext cx="1949794" cy="3859445"/>
              </a:xfrm>
              <a:prstGeom prst="roundRect">
                <a:avLst>
                  <a:gd name="adj" fmla="val 6472"/>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9" name="Number4">
                <a:extLst>
                  <a:ext uri="{FF2B5EF4-FFF2-40B4-BE49-F238E27FC236}">
                    <a16:creationId xmlns:a16="http://schemas.microsoft.com/office/drawing/2014/main" id="{A8134514-DE48-8C63-B2DB-A5E8B1C2D52B}"/>
                  </a:ext>
                </a:extLst>
              </p:cNvPr>
              <p:cNvSpPr/>
              <p:nvPr/>
            </p:nvSpPr>
            <p:spPr>
              <a:xfrm>
                <a:off x="7631501" y="1946787"/>
                <a:ext cx="1380569" cy="1380569"/>
              </a:xfrm>
              <a:prstGeom prst="ellipse">
                <a:avLst/>
              </a:prstGeom>
              <a:gradFill flip="none" rotWithShape="1">
                <a:gsLst>
                  <a:gs pos="50000">
                    <a:schemeClr val="accent1"/>
                  </a:gs>
                  <a:gs pos="0">
                    <a:schemeClr val="accent1">
                      <a:lumMod val="60000"/>
                      <a:lumOff val="40000"/>
                    </a:schemeClr>
                  </a:gs>
                </a:gsLst>
                <a:lin ang="2700000" scaled="1"/>
                <a:tileRect/>
              </a:gradFill>
              <a:ln>
                <a:noFill/>
              </a:ln>
              <a:effectLst>
                <a:outerShdw blurRad="431800" dist="279400" dir="2700000" sx="96000" sy="96000" algn="tl" rotWithShape="0">
                  <a:schemeClr val="accent1">
                    <a:lumMod val="20000"/>
                    <a:lumOff val="80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lnSpc>
                    <a:spcPct val="120000"/>
                  </a:lnSpc>
                </a:pPr>
                <a:r>
                  <a:rPr lang="en-US" altLang="zh-CN" sz="3600" b="1" dirty="0">
                    <a:cs typeface="+mn-ea"/>
                    <a:sym typeface="+mn-lt"/>
                  </a:rPr>
                  <a:t>04</a:t>
                </a:r>
                <a:endParaRPr lang="zh-CN" altLang="en-US" sz="3600" b="1" dirty="0">
                  <a:cs typeface="+mn-ea"/>
                  <a:sym typeface="+mn-lt"/>
                </a:endParaRPr>
              </a:p>
            </p:txBody>
          </p:sp>
          <p:sp>
            <p:nvSpPr>
              <p:cNvPr id="10" name="Bullet4">
                <a:extLst>
                  <a:ext uri="{FF2B5EF4-FFF2-40B4-BE49-F238E27FC236}">
                    <a16:creationId xmlns:a16="http://schemas.microsoft.com/office/drawing/2014/main" id="{2965CD7D-1CD0-2979-DADC-48617746B0EA}"/>
                  </a:ext>
                </a:extLst>
              </p:cNvPr>
              <p:cNvSpPr txBox="1"/>
              <p:nvPr/>
            </p:nvSpPr>
            <p:spPr>
              <a:xfrm flipH="1">
                <a:off x="7341931" y="3480002"/>
                <a:ext cx="1949794" cy="841603"/>
              </a:xfrm>
              <a:prstGeom prst="rect">
                <a:avLst/>
              </a:prstGeom>
              <a:noFill/>
            </p:spPr>
            <p:txBody>
              <a:bodyPr wrap="square" rtlCol="0" anchor="ctr"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gn="ctr">
                  <a:lnSpc>
                    <a:spcPct val="120000"/>
                  </a:lnSpc>
                </a:pPr>
                <a:r>
                  <a:rPr lang="zh-CN" altLang="en-US" sz="2000" b="1" dirty="0">
                    <a:solidFill>
                      <a:schemeClr val="tx1"/>
                    </a:solidFill>
                    <a:latin typeface="+mn-lt"/>
                    <a:ea typeface="+mn-ea"/>
                    <a:cs typeface="+mn-ea"/>
                    <a:sym typeface="+mn-lt"/>
                  </a:rPr>
                  <a:t>绿色发展要求</a:t>
                </a:r>
                <a:endParaRPr lang="en-US" sz="2000" dirty="0"/>
              </a:p>
            </p:txBody>
          </p:sp>
          <p:sp>
            <p:nvSpPr>
              <p:cNvPr id="11" name="Text4">
                <a:extLst>
                  <a:ext uri="{FF2B5EF4-FFF2-40B4-BE49-F238E27FC236}">
                    <a16:creationId xmlns:a16="http://schemas.microsoft.com/office/drawing/2014/main" id="{6386B181-1911-69A5-4AD3-0C9779AA0AA6}"/>
                  </a:ext>
                </a:extLst>
              </p:cNvPr>
              <p:cNvSpPr txBox="1"/>
              <p:nvPr/>
            </p:nvSpPr>
            <p:spPr>
              <a:xfrm flipH="1">
                <a:off x="7468618" y="4336119"/>
                <a:ext cx="1696420" cy="2128181"/>
              </a:xfrm>
              <a:prstGeom prst="rect">
                <a:avLst/>
              </a:prstGeom>
              <a:noFill/>
            </p:spPr>
            <p:txBody>
              <a:bodyPr wrap="square" rtlCol="0" anchor="t">
                <a:noAutofit/>
              </a:body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grpSp>
        <p:grpSp>
          <p:nvGrpSpPr>
            <p:cNvPr id="33" name="组合 32">
              <a:extLst>
                <a:ext uri="{FF2B5EF4-FFF2-40B4-BE49-F238E27FC236}">
                  <a16:creationId xmlns:a16="http://schemas.microsoft.com/office/drawing/2014/main" id="{37B2B66F-F8D6-35E6-9D4C-D2A4BF197871}"/>
                </a:ext>
              </a:extLst>
            </p:cNvPr>
            <p:cNvGrpSpPr/>
            <p:nvPr/>
          </p:nvGrpSpPr>
          <p:grpSpPr>
            <a:xfrm>
              <a:off x="9569106" y="1946787"/>
              <a:ext cx="1949794" cy="4619113"/>
              <a:chOff x="9569106" y="1946787"/>
              <a:chExt cx="1949794" cy="4619113"/>
            </a:xfrm>
          </p:grpSpPr>
          <p:sp>
            <p:nvSpPr>
              <p:cNvPr id="25" name="ComponentBackground5">
                <a:extLst>
                  <a:ext uri="{FF2B5EF4-FFF2-40B4-BE49-F238E27FC236}">
                    <a16:creationId xmlns:a16="http://schemas.microsoft.com/office/drawing/2014/main" id="{3F1572DF-C90B-26FA-B252-0EF3E4970041}"/>
                  </a:ext>
                </a:extLst>
              </p:cNvPr>
              <p:cNvSpPr/>
              <p:nvPr/>
            </p:nvSpPr>
            <p:spPr>
              <a:xfrm>
                <a:off x="9569106" y="2706455"/>
                <a:ext cx="1949794" cy="3859445"/>
              </a:xfrm>
              <a:prstGeom prst="roundRect">
                <a:avLst>
                  <a:gd name="adj" fmla="val 6472"/>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26" name="Number5">
                <a:extLst>
                  <a:ext uri="{FF2B5EF4-FFF2-40B4-BE49-F238E27FC236}">
                    <a16:creationId xmlns:a16="http://schemas.microsoft.com/office/drawing/2014/main" id="{676BEDE8-CB1D-C6F6-5EF5-EDD0F42C5BE4}"/>
                  </a:ext>
                </a:extLst>
              </p:cNvPr>
              <p:cNvSpPr/>
              <p:nvPr/>
            </p:nvSpPr>
            <p:spPr>
              <a:xfrm>
                <a:off x="9858676" y="1946787"/>
                <a:ext cx="1380569" cy="1380569"/>
              </a:xfrm>
              <a:prstGeom prst="ellipse">
                <a:avLst/>
              </a:prstGeom>
              <a:gradFill flip="none" rotWithShape="1">
                <a:gsLst>
                  <a:gs pos="50000">
                    <a:schemeClr val="accent1"/>
                  </a:gs>
                  <a:gs pos="0">
                    <a:schemeClr val="accent1">
                      <a:lumMod val="60000"/>
                      <a:lumOff val="40000"/>
                    </a:schemeClr>
                  </a:gs>
                </a:gsLst>
                <a:lin ang="2700000" scaled="1"/>
                <a:tileRect/>
              </a:gradFill>
              <a:ln>
                <a:noFill/>
              </a:ln>
              <a:effectLst>
                <a:outerShdw blurRad="431800" dist="279400" dir="2700000" sx="96000" sy="96000" algn="tl" rotWithShape="0">
                  <a:schemeClr val="accent1">
                    <a:lumMod val="20000"/>
                    <a:lumOff val="80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lnSpc>
                    <a:spcPct val="120000"/>
                  </a:lnSpc>
                </a:pPr>
                <a:r>
                  <a:rPr lang="en-US" altLang="zh-CN" sz="3600" b="1" dirty="0">
                    <a:cs typeface="+mn-ea"/>
                    <a:sym typeface="+mn-lt"/>
                  </a:rPr>
                  <a:t>05</a:t>
                </a:r>
                <a:endParaRPr lang="zh-CN" altLang="en-US" sz="3600" b="1" dirty="0">
                  <a:cs typeface="+mn-ea"/>
                  <a:sym typeface="+mn-lt"/>
                </a:endParaRPr>
              </a:p>
            </p:txBody>
          </p:sp>
          <p:sp>
            <p:nvSpPr>
              <p:cNvPr id="27" name="Bullet5">
                <a:extLst>
                  <a:ext uri="{FF2B5EF4-FFF2-40B4-BE49-F238E27FC236}">
                    <a16:creationId xmlns:a16="http://schemas.microsoft.com/office/drawing/2014/main" id="{F6CA155C-51B0-7F7D-6B11-660EEEBB8E46}"/>
                  </a:ext>
                </a:extLst>
              </p:cNvPr>
              <p:cNvSpPr txBox="1"/>
              <p:nvPr/>
            </p:nvSpPr>
            <p:spPr>
              <a:xfrm flipH="1">
                <a:off x="9569106" y="3480002"/>
                <a:ext cx="1949794" cy="841603"/>
              </a:xfrm>
              <a:prstGeom prst="rect">
                <a:avLst/>
              </a:prstGeom>
              <a:noFill/>
            </p:spPr>
            <p:txBody>
              <a:bodyPr wrap="square" rtlCol="0" anchor="ctr" anchorCtr="0">
                <a:norm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algn="ctr">
                  <a:lnSpc>
                    <a:spcPct val="120000"/>
                  </a:lnSpc>
                </a:pPr>
                <a:r>
                  <a:rPr lang="zh-CN" altLang="en-US" sz="2000" b="1" dirty="0">
                    <a:solidFill>
                      <a:schemeClr val="tx1"/>
                    </a:solidFill>
                    <a:latin typeface="+mn-lt"/>
                    <a:ea typeface="+mn-ea"/>
                    <a:cs typeface="+mn-ea"/>
                    <a:sym typeface="+mn-lt"/>
                  </a:rPr>
                  <a:t>投资鼓励政策</a:t>
                </a:r>
                <a:endParaRPr lang="en-US" sz="2000" dirty="0"/>
              </a:p>
            </p:txBody>
          </p:sp>
          <p:sp>
            <p:nvSpPr>
              <p:cNvPr id="28" name="Text5">
                <a:extLst>
                  <a:ext uri="{FF2B5EF4-FFF2-40B4-BE49-F238E27FC236}">
                    <a16:creationId xmlns:a16="http://schemas.microsoft.com/office/drawing/2014/main" id="{0431FDB5-6883-7634-3A50-3A48C54C237A}"/>
                  </a:ext>
                </a:extLst>
              </p:cNvPr>
              <p:cNvSpPr txBox="1"/>
              <p:nvPr/>
            </p:nvSpPr>
            <p:spPr>
              <a:xfrm flipH="1">
                <a:off x="9695793" y="4336119"/>
                <a:ext cx="1696420" cy="2128181"/>
              </a:xfrm>
              <a:prstGeom prst="rect">
                <a:avLst/>
              </a:prstGeom>
              <a:noFill/>
            </p:spPr>
            <p:txBody>
              <a:bodyPr wrap="square" rtlCol="0" anchor="t">
                <a:noAutofit/>
              </a:bodyPr>
              <a:lstStyle/>
              <a:p>
                <a:pPr marL="0" indent="0" algn="l">
                  <a:lnSpc>
                    <a:spcPct val="120000"/>
                  </a:lnSpc>
                </a:pPr>
                <a:r>
                  <a:rPr lang="zh-CN" altLang="en-US" sz="1400" dirty="0">
                    <a:solidFill>
                      <a:schemeClr val="tx1"/>
                    </a:solidFill>
                    <a:effectLst/>
                  </a:rPr>
                  <a:t>为确保演示效果，请将内容调整为简洁明了的表达方式。若需包含较多信息，可适当延展，但请提炼核心内容，减少冗余，避免对观者造成阅读压力。</a:t>
                </a: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pPr>
              <a:lnSpc>
                <a:spcPct val="120000"/>
              </a:lnSpc>
            </a:pPr>
            <a:r>
              <a:rPr lang="zh-CN" altLang="en-US" dirty="0"/>
              <a:t>国际化</a:t>
            </a:r>
            <a:endParaRPr lang="en-US" dirty="0"/>
          </a:p>
        </p:txBody>
      </p:sp>
      <p:grpSp>
        <p:nvGrpSpPr>
          <p:cNvPr id="15" name="组合 14">
            <a:extLst>
              <a:ext uri="{FF2B5EF4-FFF2-40B4-BE49-F238E27FC236}">
                <a16:creationId xmlns:a16="http://schemas.microsoft.com/office/drawing/2014/main" id="{E9946990-FFE7-B647-05FF-7CF2CCE17C05}"/>
              </a:ext>
            </a:extLst>
          </p:cNvPr>
          <p:cNvGrpSpPr/>
          <p:nvPr/>
        </p:nvGrpSpPr>
        <p:grpSpPr>
          <a:xfrm>
            <a:off x="514858" y="1450063"/>
            <a:ext cx="11010006" cy="4785637"/>
            <a:chOff x="514858" y="1450063"/>
            <a:chExt cx="11010006" cy="4785637"/>
          </a:xfrm>
        </p:grpSpPr>
        <p:grpSp>
          <p:nvGrpSpPr>
            <p:cNvPr id="8" name="组合 7">
              <a:extLst>
                <a:ext uri="{FF2B5EF4-FFF2-40B4-BE49-F238E27FC236}">
                  <a16:creationId xmlns:a16="http://schemas.microsoft.com/office/drawing/2014/main" id="{8D568740-42B0-5B76-1718-0E4A0EAE748E}"/>
                </a:ext>
              </a:extLst>
            </p:cNvPr>
            <p:cNvGrpSpPr/>
            <p:nvPr/>
          </p:nvGrpSpPr>
          <p:grpSpPr>
            <a:xfrm>
              <a:off x="514858" y="1450063"/>
              <a:ext cx="4375134" cy="4785637"/>
              <a:chOff x="514858" y="1465605"/>
              <a:chExt cx="4375134" cy="4785637"/>
            </a:xfrm>
          </p:grpSpPr>
          <p:sp>
            <p:nvSpPr>
              <p:cNvPr id="398" name="Freeform 6">
                <a:extLst>
                  <a:ext uri="{FF2B5EF4-FFF2-40B4-BE49-F238E27FC236}">
                    <a16:creationId xmlns:a16="http://schemas.microsoft.com/office/drawing/2014/main" id="{868D6BC9-BEF7-FCA4-771F-DF20A3B3982F}"/>
                  </a:ext>
                </a:extLst>
              </p:cNvPr>
              <p:cNvSpPr>
                <a:spLocks/>
              </p:cNvSpPr>
              <p:nvPr/>
            </p:nvSpPr>
            <p:spPr bwMode="auto">
              <a:xfrm>
                <a:off x="2702425" y="1607944"/>
                <a:ext cx="1918627" cy="2015667"/>
              </a:xfrm>
              <a:custGeom>
                <a:avLst/>
                <a:gdLst>
                  <a:gd name="T0" fmla="*/ 0 w 5763"/>
                  <a:gd name="T1" fmla="*/ 0 h 6059"/>
                  <a:gd name="T2" fmla="*/ 5763 w 5763"/>
                  <a:gd name="T3" fmla="*/ 4186 h 6059"/>
                  <a:gd name="T4" fmla="*/ 0 w 5763"/>
                  <a:gd name="T5" fmla="*/ 6059 h 6059"/>
                  <a:gd name="T6" fmla="*/ 0 w 5763"/>
                  <a:gd name="T7" fmla="*/ 0 h 6059"/>
                </a:gdLst>
                <a:ahLst/>
                <a:cxnLst>
                  <a:cxn ang="0">
                    <a:pos x="T0" y="T1"/>
                  </a:cxn>
                  <a:cxn ang="0">
                    <a:pos x="T2" y="T3"/>
                  </a:cxn>
                  <a:cxn ang="0">
                    <a:pos x="T4" y="T5"/>
                  </a:cxn>
                  <a:cxn ang="0">
                    <a:pos x="T6" y="T7"/>
                  </a:cxn>
                </a:cxnLst>
                <a:rect l="0" t="0" r="r" b="b"/>
                <a:pathLst>
                  <a:path w="5763" h="6059">
                    <a:moveTo>
                      <a:pt x="0" y="0"/>
                    </a:moveTo>
                    <a:cubicBezTo>
                      <a:pt x="2625" y="0"/>
                      <a:pt x="4952" y="1690"/>
                      <a:pt x="5763" y="4186"/>
                    </a:cubicBezTo>
                    <a:lnTo>
                      <a:pt x="0" y="6059"/>
                    </a:lnTo>
                    <a:lnTo>
                      <a:pt x="0" y="0"/>
                    </a:lnTo>
                    <a:close/>
                  </a:path>
                </a:pathLst>
              </a:custGeom>
              <a:gradFill flip="none" rotWithShape="1">
                <a:gsLst>
                  <a:gs pos="0">
                    <a:schemeClr val="accent2"/>
                  </a:gs>
                  <a:gs pos="89000">
                    <a:schemeClr val="accent1"/>
                  </a:gs>
                </a:gsLst>
                <a:lin ang="27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zh-CN" altLang="en-US" sz="2000" dirty="0">
                  <a:solidFill>
                    <a:srgbClr val="000000"/>
                  </a:solidFill>
                  <a:cs typeface="+mn-ea"/>
                  <a:sym typeface="+mn-lt"/>
                </a:endParaRPr>
              </a:p>
            </p:txBody>
          </p:sp>
          <p:sp>
            <p:nvSpPr>
              <p:cNvPr id="399" name="Freeform 8">
                <a:extLst>
                  <a:ext uri="{FF2B5EF4-FFF2-40B4-BE49-F238E27FC236}">
                    <a16:creationId xmlns:a16="http://schemas.microsoft.com/office/drawing/2014/main" id="{8E3DFA10-5861-5EEE-99A2-0AE60C64E69E}"/>
                  </a:ext>
                </a:extLst>
              </p:cNvPr>
              <p:cNvSpPr>
                <a:spLocks/>
              </p:cNvSpPr>
              <p:nvPr/>
            </p:nvSpPr>
            <p:spPr bwMode="auto">
              <a:xfrm>
                <a:off x="2702425" y="3001167"/>
                <a:ext cx="2187567" cy="2254109"/>
              </a:xfrm>
              <a:custGeom>
                <a:avLst/>
                <a:gdLst>
                  <a:gd name="T0" fmla="*/ 5763 w 6574"/>
                  <a:gd name="T1" fmla="*/ 0 h 6775"/>
                  <a:gd name="T2" fmla="*/ 3562 w 6574"/>
                  <a:gd name="T3" fmla="*/ 6775 h 6775"/>
                  <a:gd name="T4" fmla="*/ 0 w 6574"/>
                  <a:gd name="T5" fmla="*/ 1873 h 6775"/>
                  <a:gd name="T6" fmla="*/ 5763 w 6574"/>
                  <a:gd name="T7" fmla="*/ 0 h 6775"/>
                </a:gdLst>
                <a:ahLst/>
                <a:cxnLst>
                  <a:cxn ang="0">
                    <a:pos x="T0" y="T1"/>
                  </a:cxn>
                  <a:cxn ang="0">
                    <a:pos x="T2" y="T3"/>
                  </a:cxn>
                  <a:cxn ang="0">
                    <a:pos x="T4" y="T5"/>
                  </a:cxn>
                  <a:cxn ang="0">
                    <a:pos x="T6" y="T7"/>
                  </a:cxn>
                </a:cxnLst>
                <a:rect l="0" t="0" r="r" b="b"/>
                <a:pathLst>
                  <a:path w="6574" h="6775">
                    <a:moveTo>
                      <a:pt x="5763" y="0"/>
                    </a:moveTo>
                    <a:cubicBezTo>
                      <a:pt x="6574" y="2497"/>
                      <a:pt x="5686" y="5232"/>
                      <a:pt x="3562" y="6775"/>
                    </a:cubicBezTo>
                    <a:lnTo>
                      <a:pt x="0" y="1873"/>
                    </a:lnTo>
                    <a:lnTo>
                      <a:pt x="5763" y="0"/>
                    </a:lnTo>
                    <a:close/>
                  </a:path>
                </a:pathLst>
              </a:custGeom>
              <a:gradFill flip="none" rotWithShape="1">
                <a:gsLst>
                  <a:gs pos="0">
                    <a:schemeClr val="accent2"/>
                  </a:gs>
                  <a:gs pos="100000">
                    <a:schemeClr val="accent1"/>
                  </a:gs>
                </a:gsLst>
                <a:lin ang="54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zh-CN" altLang="en-US" sz="2000">
                  <a:solidFill>
                    <a:srgbClr val="000000"/>
                  </a:solidFill>
                  <a:cs typeface="+mn-ea"/>
                  <a:sym typeface="+mn-lt"/>
                </a:endParaRPr>
              </a:p>
            </p:txBody>
          </p:sp>
          <p:sp>
            <p:nvSpPr>
              <p:cNvPr id="400" name="Freeform 10">
                <a:extLst>
                  <a:ext uri="{FF2B5EF4-FFF2-40B4-BE49-F238E27FC236}">
                    <a16:creationId xmlns:a16="http://schemas.microsoft.com/office/drawing/2014/main" id="{F7A2C8F9-71B9-7D14-1594-47FB65EAC0B9}"/>
                  </a:ext>
                </a:extLst>
              </p:cNvPr>
              <p:cNvSpPr>
                <a:spLocks/>
              </p:cNvSpPr>
              <p:nvPr/>
            </p:nvSpPr>
            <p:spPr bwMode="auto">
              <a:xfrm>
                <a:off x="1517147" y="3623611"/>
                <a:ext cx="2370557" cy="2144593"/>
              </a:xfrm>
              <a:custGeom>
                <a:avLst/>
                <a:gdLst>
                  <a:gd name="T0" fmla="*/ 14245 w 14245"/>
                  <a:gd name="T1" fmla="*/ 9804 h 12890"/>
                  <a:gd name="T2" fmla="*/ 0 w 14245"/>
                  <a:gd name="T3" fmla="*/ 9804 h 12890"/>
                  <a:gd name="T4" fmla="*/ 7122 w 14245"/>
                  <a:gd name="T5" fmla="*/ 0 h 12890"/>
                  <a:gd name="T6" fmla="*/ 14245 w 14245"/>
                  <a:gd name="T7" fmla="*/ 9804 h 12890"/>
                </a:gdLst>
                <a:ahLst/>
                <a:cxnLst>
                  <a:cxn ang="0">
                    <a:pos x="T0" y="T1"/>
                  </a:cxn>
                  <a:cxn ang="0">
                    <a:pos x="T2" y="T3"/>
                  </a:cxn>
                  <a:cxn ang="0">
                    <a:pos x="T4" y="T5"/>
                  </a:cxn>
                  <a:cxn ang="0">
                    <a:pos x="T6" y="T7"/>
                  </a:cxn>
                </a:cxnLst>
                <a:rect l="0" t="0" r="r" b="b"/>
                <a:pathLst>
                  <a:path w="14245" h="12890">
                    <a:moveTo>
                      <a:pt x="14245" y="9804"/>
                    </a:moveTo>
                    <a:cubicBezTo>
                      <a:pt x="9998" y="12890"/>
                      <a:pt x="4247" y="12890"/>
                      <a:pt x="0" y="9804"/>
                    </a:cubicBezTo>
                    <a:lnTo>
                      <a:pt x="7122" y="0"/>
                    </a:lnTo>
                    <a:lnTo>
                      <a:pt x="14245" y="9804"/>
                    </a:lnTo>
                    <a:close/>
                  </a:path>
                </a:pathLst>
              </a:custGeom>
              <a:gradFill flip="none" rotWithShape="1">
                <a:gsLst>
                  <a:gs pos="0">
                    <a:schemeClr val="accent2"/>
                  </a:gs>
                  <a:gs pos="100000">
                    <a:schemeClr val="accent1"/>
                  </a:gs>
                </a:gsLst>
                <a:lin ang="108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zh-CN" altLang="en-US" sz="2000">
                  <a:solidFill>
                    <a:srgbClr val="000000"/>
                  </a:solidFill>
                  <a:cs typeface="+mn-ea"/>
                  <a:sym typeface="+mn-lt"/>
                </a:endParaRPr>
              </a:p>
            </p:txBody>
          </p:sp>
          <p:sp>
            <p:nvSpPr>
              <p:cNvPr id="401" name="Freeform 12">
                <a:extLst>
                  <a:ext uri="{FF2B5EF4-FFF2-40B4-BE49-F238E27FC236}">
                    <a16:creationId xmlns:a16="http://schemas.microsoft.com/office/drawing/2014/main" id="{F30EA177-FE4A-9E1A-483B-9E70B661958F}"/>
                  </a:ext>
                </a:extLst>
              </p:cNvPr>
              <p:cNvSpPr>
                <a:spLocks/>
              </p:cNvSpPr>
              <p:nvPr/>
            </p:nvSpPr>
            <p:spPr bwMode="auto">
              <a:xfrm>
                <a:off x="514858" y="3001167"/>
                <a:ext cx="2187567" cy="2254109"/>
              </a:xfrm>
              <a:custGeom>
                <a:avLst/>
                <a:gdLst>
                  <a:gd name="T0" fmla="*/ 6025 w 13147"/>
                  <a:gd name="T1" fmla="*/ 13549 h 13549"/>
                  <a:gd name="T2" fmla="*/ 1622 w 13147"/>
                  <a:gd name="T3" fmla="*/ 0 h 13549"/>
                  <a:gd name="T4" fmla="*/ 13147 w 13147"/>
                  <a:gd name="T5" fmla="*/ 3745 h 13549"/>
                  <a:gd name="T6" fmla="*/ 6025 w 13147"/>
                  <a:gd name="T7" fmla="*/ 13549 h 13549"/>
                </a:gdLst>
                <a:ahLst/>
                <a:cxnLst>
                  <a:cxn ang="0">
                    <a:pos x="T0" y="T1"/>
                  </a:cxn>
                  <a:cxn ang="0">
                    <a:pos x="T2" y="T3"/>
                  </a:cxn>
                  <a:cxn ang="0">
                    <a:pos x="T4" y="T5"/>
                  </a:cxn>
                  <a:cxn ang="0">
                    <a:pos x="T6" y="T7"/>
                  </a:cxn>
                </a:cxnLst>
                <a:rect l="0" t="0" r="r" b="b"/>
                <a:pathLst>
                  <a:path w="13147" h="13549">
                    <a:moveTo>
                      <a:pt x="6025" y="13549"/>
                    </a:moveTo>
                    <a:cubicBezTo>
                      <a:pt x="1777" y="10463"/>
                      <a:pt x="0" y="4993"/>
                      <a:pt x="1622" y="0"/>
                    </a:cubicBezTo>
                    <a:lnTo>
                      <a:pt x="13147" y="3745"/>
                    </a:lnTo>
                    <a:lnTo>
                      <a:pt x="6025" y="13549"/>
                    </a:lnTo>
                    <a:close/>
                  </a:path>
                </a:pathLst>
              </a:custGeom>
              <a:gradFill flip="none" rotWithShape="1">
                <a:gsLst>
                  <a:gs pos="0">
                    <a:schemeClr val="accent2"/>
                  </a:gs>
                  <a:gs pos="100000">
                    <a:schemeClr val="accent1"/>
                  </a:gs>
                </a:gsLst>
                <a:lin ang="162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zh-CN" altLang="en-US" sz="2000" dirty="0">
                  <a:solidFill>
                    <a:srgbClr val="000000"/>
                  </a:solidFill>
                  <a:cs typeface="+mn-ea"/>
                  <a:sym typeface="+mn-lt"/>
                </a:endParaRPr>
              </a:p>
            </p:txBody>
          </p:sp>
          <p:sp>
            <p:nvSpPr>
              <p:cNvPr id="402" name="Freeform 14">
                <a:extLst>
                  <a:ext uri="{FF2B5EF4-FFF2-40B4-BE49-F238E27FC236}">
                    <a16:creationId xmlns:a16="http://schemas.microsoft.com/office/drawing/2014/main" id="{AE1CDFC3-60E7-3BB2-7638-5094B6D86396}"/>
                  </a:ext>
                </a:extLst>
              </p:cNvPr>
              <p:cNvSpPr>
                <a:spLocks/>
              </p:cNvSpPr>
              <p:nvPr/>
            </p:nvSpPr>
            <p:spPr bwMode="auto">
              <a:xfrm>
                <a:off x="785185" y="1607944"/>
                <a:ext cx="1917241" cy="2015667"/>
              </a:xfrm>
              <a:custGeom>
                <a:avLst/>
                <a:gdLst>
                  <a:gd name="T0" fmla="*/ 0 w 11525"/>
                  <a:gd name="T1" fmla="*/ 8373 h 12118"/>
                  <a:gd name="T2" fmla="*/ 11525 w 11525"/>
                  <a:gd name="T3" fmla="*/ 0 h 12118"/>
                  <a:gd name="T4" fmla="*/ 11525 w 11525"/>
                  <a:gd name="T5" fmla="*/ 12118 h 12118"/>
                  <a:gd name="T6" fmla="*/ 0 w 11525"/>
                  <a:gd name="T7" fmla="*/ 8373 h 12118"/>
                </a:gdLst>
                <a:ahLst/>
                <a:cxnLst>
                  <a:cxn ang="0">
                    <a:pos x="T0" y="T1"/>
                  </a:cxn>
                  <a:cxn ang="0">
                    <a:pos x="T2" y="T3"/>
                  </a:cxn>
                  <a:cxn ang="0">
                    <a:pos x="T4" y="T5"/>
                  </a:cxn>
                  <a:cxn ang="0">
                    <a:pos x="T6" y="T7"/>
                  </a:cxn>
                </a:cxnLst>
                <a:rect l="0" t="0" r="r" b="b"/>
                <a:pathLst>
                  <a:path w="11525" h="12118">
                    <a:moveTo>
                      <a:pt x="0" y="8373"/>
                    </a:moveTo>
                    <a:cubicBezTo>
                      <a:pt x="1623" y="3380"/>
                      <a:pt x="6276" y="0"/>
                      <a:pt x="11525" y="0"/>
                    </a:cubicBezTo>
                    <a:lnTo>
                      <a:pt x="11525" y="12118"/>
                    </a:lnTo>
                    <a:lnTo>
                      <a:pt x="0" y="8373"/>
                    </a:lnTo>
                    <a:close/>
                  </a:path>
                </a:pathLst>
              </a:custGeom>
              <a:gradFill flip="none" rotWithShape="1">
                <a:gsLst>
                  <a:gs pos="0">
                    <a:schemeClr val="accent2"/>
                  </a:gs>
                  <a:gs pos="100000">
                    <a:schemeClr val="accent1"/>
                  </a:gs>
                </a:gsLst>
                <a:lin ang="189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buClrTx/>
                  <a:buSzTx/>
                  <a:buFontTx/>
                  <a:buNone/>
                  <a:tabLst/>
                  <a:defRPr/>
                </a:pPr>
                <a:endParaRPr kumimoji="0" lang="zh-CN" altLang="en-US" sz="2000" b="0" i="0" u="none" strike="noStrike" kern="1200" cap="none" spc="0" normalizeH="0" baseline="0" noProof="0" dirty="0">
                  <a:ln>
                    <a:noFill/>
                  </a:ln>
                  <a:solidFill>
                    <a:srgbClr val="000000"/>
                  </a:solidFill>
                  <a:effectLst/>
                  <a:uLnTx/>
                  <a:uFillTx/>
                  <a:cs typeface="+mn-ea"/>
                  <a:sym typeface="+mn-lt"/>
                </a:endParaRPr>
              </a:p>
            </p:txBody>
          </p:sp>
          <p:sp>
            <p:nvSpPr>
              <p:cNvPr id="403" name="弧形 402">
                <a:extLst>
                  <a:ext uri="{FF2B5EF4-FFF2-40B4-BE49-F238E27FC236}">
                    <a16:creationId xmlns:a16="http://schemas.microsoft.com/office/drawing/2014/main" id="{E53AE858-D15B-68AE-0507-C9D1E6ACE4A7}"/>
                  </a:ext>
                </a:extLst>
              </p:cNvPr>
              <p:cNvSpPr/>
              <p:nvPr/>
            </p:nvSpPr>
            <p:spPr>
              <a:xfrm>
                <a:off x="539550" y="1465605"/>
                <a:ext cx="4325751" cy="4325545"/>
              </a:xfrm>
              <a:prstGeom prst="arc">
                <a:avLst>
                  <a:gd name="adj1" fmla="val 11593593"/>
                  <a:gd name="adj2" fmla="val 18310700"/>
                </a:avLst>
              </a:prstGeom>
              <a:ln w="28575">
                <a:gradFill flip="none" rotWithShape="1">
                  <a:gsLst>
                    <a:gs pos="85000">
                      <a:schemeClr val="accent2">
                        <a:alpha val="0"/>
                      </a:schemeClr>
                    </a:gs>
                    <a:gs pos="0">
                      <a:schemeClr val="accent1"/>
                    </a:gs>
                  </a:gsLst>
                  <a:lin ang="10800000" scaled="1"/>
                  <a:tileRect/>
                </a:gra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buClrTx/>
                  <a:buSzTx/>
                  <a:buFontTx/>
                  <a:buNone/>
                  <a:tabLst/>
                  <a:defRPr/>
                </a:pPr>
                <a:endParaRPr kumimoji="0" lang="zh-CN" altLang="en-US" sz="2000" b="0" i="0" u="none" strike="noStrike" kern="1200" cap="none" spc="0" normalizeH="0" baseline="0" noProof="0">
                  <a:ln>
                    <a:noFill/>
                  </a:ln>
                  <a:solidFill>
                    <a:srgbClr val="000000"/>
                  </a:solidFill>
                  <a:effectLst/>
                  <a:uLnTx/>
                  <a:uFillTx/>
                  <a:cs typeface="+mn-ea"/>
                  <a:sym typeface="+mn-lt"/>
                </a:endParaRPr>
              </a:p>
            </p:txBody>
          </p:sp>
          <p:sp>
            <p:nvSpPr>
              <p:cNvPr id="404" name="弧形 403">
                <a:extLst>
                  <a:ext uri="{FF2B5EF4-FFF2-40B4-BE49-F238E27FC236}">
                    <a16:creationId xmlns:a16="http://schemas.microsoft.com/office/drawing/2014/main" id="{1FBB1450-9BAD-8A54-21F5-15C5441EC4FD}"/>
                  </a:ext>
                </a:extLst>
              </p:cNvPr>
              <p:cNvSpPr/>
              <p:nvPr/>
            </p:nvSpPr>
            <p:spPr>
              <a:xfrm>
                <a:off x="539550" y="1465605"/>
                <a:ext cx="4325751" cy="4325545"/>
              </a:xfrm>
              <a:prstGeom prst="arc">
                <a:avLst>
                  <a:gd name="adj1" fmla="val 3911624"/>
                  <a:gd name="adj2" fmla="val 11079053"/>
                </a:avLst>
              </a:prstGeom>
              <a:ln w="28575">
                <a:gradFill flip="none" rotWithShape="1">
                  <a:gsLst>
                    <a:gs pos="85000">
                      <a:schemeClr val="accent2">
                        <a:alpha val="0"/>
                      </a:schemeClr>
                    </a:gs>
                    <a:gs pos="0">
                      <a:schemeClr val="accent1"/>
                    </a:gs>
                  </a:gsLst>
                  <a:lin ang="5400000" scaled="1"/>
                  <a:tileRect/>
                </a:gra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endParaRPr lang="zh-CN" altLang="en-US" sz="2000">
                  <a:solidFill>
                    <a:srgbClr val="000000"/>
                  </a:solidFill>
                  <a:cs typeface="+mn-ea"/>
                  <a:sym typeface="+mn-lt"/>
                </a:endParaRPr>
              </a:p>
            </p:txBody>
          </p:sp>
          <p:sp>
            <p:nvSpPr>
              <p:cNvPr id="405" name="弧形 404">
                <a:extLst>
                  <a:ext uri="{FF2B5EF4-FFF2-40B4-BE49-F238E27FC236}">
                    <a16:creationId xmlns:a16="http://schemas.microsoft.com/office/drawing/2014/main" id="{5DE4056A-5AF8-3BE4-341C-6A2D01B62BC0}"/>
                  </a:ext>
                </a:extLst>
              </p:cNvPr>
              <p:cNvSpPr/>
              <p:nvPr/>
            </p:nvSpPr>
            <p:spPr>
              <a:xfrm>
                <a:off x="539550" y="1465605"/>
                <a:ext cx="4325751" cy="4325545"/>
              </a:xfrm>
              <a:prstGeom prst="arc">
                <a:avLst>
                  <a:gd name="adj1" fmla="val 18205935"/>
                  <a:gd name="adj2" fmla="val 3544533"/>
                </a:avLst>
              </a:prstGeom>
              <a:ln w="28575">
                <a:gradFill flip="none" rotWithShape="1">
                  <a:gsLst>
                    <a:gs pos="85000">
                      <a:schemeClr val="accent2">
                        <a:alpha val="0"/>
                      </a:schemeClr>
                    </a:gs>
                    <a:gs pos="0">
                      <a:schemeClr val="accent1"/>
                    </a:gs>
                  </a:gsLst>
                  <a:lin ang="16200000" scaled="1"/>
                  <a:tileRect/>
                </a:gra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endParaRPr lang="zh-CN" altLang="en-US" sz="2000">
                  <a:solidFill>
                    <a:srgbClr val="000000"/>
                  </a:solidFill>
                  <a:cs typeface="+mn-ea"/>
                  <a:sym typeface="+mn-lt"/>
                </a:endParaRPr>
              </a:p>
            </p:txBody>
          </p:sp>
          <p:sp>
            <p:nvSpPr>
              <p:cNvPr id="406" name="椭圆 405">
                <a:extLst>
                  <a:ext uri="{FF2B5EF4-FFF2-40B4-BE49-F238E27FC236}">
                    <a16:creationId xmlns:a16="http://schemas.microsoft.com/office/drawing/2014/main" id="{6BDF707A-F1CE-4404-C621-F6ABFCA1F448}"/>
                  </a:ext>
                </a:extLst>
              </p:cNvPr>
              <p:cNvSpPr/>
              <p:nvPr/>
            </p:nvSpPr>
            <p:spPr>
              <a:xfrm>
                <a:off x="653907" y="5886156"/>
                <a:ext cx="4097036" cy="365086"/>
              </a:xfrm>
              <a:prstGeom prst="ellipse">
                <a:avLst/>
              </a:prstGeom>
              <a:gradFill flip="none" rotWithShape="1">
                <a:gsLst>
                  <a:gs pos="88000">
                    <a:schemeClr val="accent1">
                      <a:alpha val="0"/>
                      <a:lumMod val="0"/>
                      <a:lumOff val="100000"/>
                    </a:schemeClr>
                  </a:gs>
                  <a:gs pos="0">
                    <a:schemeClr val="accent1">
                      <a:alpha val="49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20000"/>
                  </a:lnSpc>
                  <a:buClrTx/>
                  <a:buSzTx/>
                  <a:buFontTx/>
                  <a:buNone/>
                  <a:tabLst/>
                  <a:defRPr/>
                </a:pPr>
                <a:endParaRPr kumimoji="0" lang="zh-CN" altLang="en-US" sz="2000" b="0" i="0" u="none" strike="noStrike" kern="1200" cap="none" spc="0" normalizeH="0" baseline="0" noProof="0">
                  <a:ln>
                    <a:noFill/>
                  </a:ln>
                  <a:solidFill>
                    <a:srgbClr val="000000"/>
                  </a:solidFill>
                  <a:effectLst/>
                  <a:uLnTx/>
                  <a:uFillTx/>
                  <a:cs typeface="+mn-ea"/>
                  <a:sym typeface="+mn-lt"/>
                </a:endParaRPr>
              </a:p>
            </p:txBody>
          </p:sp>
          <p:sp>
            <p:nvSpPr>
              <p:cNvPr id="407" name="Title">
                <a:extLst>
                  <a:ext uri="{FF2B5EF4-FFF2-40B4-BE49-F238E27FC236}">
                    <a16:creationId xmlns:a16="http://schemas.microsoft.com/office/drawing/2014/main" id="{28B81A1A-C770-CA0D-30F6-891C36A0972F}"/>
                  </a:ext>
                </a:extLst>
              </p:cNvPr>
              <p:cNvSpPr txBox="1"/>
              <p:nvPr/>
            </p:nvSpPr>
            <p:spPr>
              <a:xfrm>
                <a:off x="1425880" y="2370886"/>
                <a:ext cx="2528400" cy="2528398"/>
              </a:xfrm>
              <a:prstGeom prst="ellipse">
                <a:avLst/>
              </a:prstGeom>
              <a:gradFill>
                <a:gsLst>
                  <a:gs pos="7000">
                    <a:srgbClr val="FFFFFF"/>
                  </a:gs>
                  <a:gs pos="100000">
                    <a:schemeClr val="accent1">
                      <a:lumMod val="20000"/>
                      <a:lumOff val="80000"/>
                    </a:schemeClr>
                  </a:gs>
                </a:gsLst>
                <a:lin ang="2700000" scaled="1"/>
              </a:gradFill>
              <a:ln>
                <a:noFill/>
              </a:ln>
              <a:effectLst>
                <a:outerShdw blurRad="177800" dist="50800" dir="1800000" sx="101000" sy="101000" algn="ctr" rotWithShape="0">
                  <a:schemeClr val="accent1">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ctr" defTabSz="914400" rtl="0" eaLnBrk="1" latinLnBrk="0" hangingPunct="1">
                  <a:defRPr sz="2400" b="1" kern="1200">
                    <a:solidFill>
                      <a:srgbClr val="000000"/>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zh-CN" altLang="en-US" dirty="0">
                    <a:sym typeface="Arial" panose="020B0604020202020204" pitchFamily="34" charset="0"/>
                  </a:rPr>
                  <a:t>国际市场机会竞争分析</a:t>
                </a:r>
                <a:endParaRPr lang="en-US" dirty="0"/>
              </a:p>
            </p:txBody>
          </p:sp>
        </p:grpSp>
        <p:grpSp>
          <p:nvGrpSpPr>
            <p:cNvPr id="7" name="组合 6">
              <a:extLst>
                <a:ext uri="{FF2B5EF4-FFF2-40B4-BE49-F238E27FC236}">
                  <a16:creationId xmlns:a16="http://schemas.microsoft.com/office/drawing/2014/main" id="{9CE1AE73-FB5E-CF24-3CF7-81098F36A7D0}"/>
                </a:ext>
              </a:extLst>
            </p:cNvPr>
            <p:cNvGrpSpPr/>
            <p:nvPr/>
          </p:nvGrpSpPr>
          <p:grpSpPr>
            <a:xfrm>
              <a:off x="833851" y="1673879"/>
              <a:ext cx="10691013" cy="4338004"/>
              <a:chOff x="833851" y="1145842"/>
              <a:chExt cx="10691013" cy="4338004"/>
            </a:xfrm>
          </p:grpSpPr>
          <p:grpSp>
            <p:nvGrpSpPr>
              <p:cNvPr id="3" name="组合 2">
                <a:extLst>
                  <a:ext uri="{FF2B5EF4-FFF2-40B4-BE49-F238E27FC236}">
                    <a16:creationId xmlns:a16="http://schemas.microsoft.com/office/drawing/2014/main" id="{D2E426C2-2973-BA74-D0F9-BA414F1CE1A0}"/>
                  </a:ext>
                </a:extLst>
              </p:cNvPr>
              <p:cNvGrpSpPr/>
              <p:nvPr/>
            </p:nvGrpSpPr>
            <p:grpSpPr>
              <a:xfrm>
                <a:off x="833851" y="1145842"/>
                <a:ext cx="7321750" cy="3816487"/>
                <a:chOff x="833851" y="1145842"/>
                <a:chExt cx="7321750" cy="3816487"/>
              </a:xfrm>
            </p:grpSpPr>
            <p:sp>
              <p:nvSpPr>
                <p:cNvPr id="432" name="Text1">
                  <a:extLst>
                    <a:ext uri="{FF2B5EF4-FFF2-40B4-BE49-F238E27FC236}">
                      <a16:creationId xmlns:a16="http://schemas.microsoft.com/office/drawing/2014/main" id="{1FE6ED89-05B3-3A33-C167-E6ABCD11F03A}"/>
                    </a:ext>
                  </a:extLst>
                </p:cNvPr>
                <p:cNvSpPr txBox="1">
                  <a:spLocks/>
                </p:cNvSpPr>
                <p:nvPr/>
              </p:nvSpPr>
              <p:spPr>
                <a:xfrm>
                  <a:off x="5030973" y="1739969"/>
                  <a:ext cx="3118664" cy="1460719"/>
                </a:xfrm>
                <a:prstGeom prst="rect">
                  <a:avLst/>
                </a:prstGeom>
                <a:noFill/>
              </p:spPr>
              <p:txBody>
                <a:bodyPr wrap="square"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433" name="Bullet1">
                  <a:extLst>
                    <a:ext uri="{FF2B5EF4-FFF2-40B4-BE49-F238E27FC236}">
                      <a16:creationId xmlns:a16="http://schemas.microsoft.com/office/drawing/2014/main" id="{719A8B4C-E089-1335-C014-9A124D54D9D8}"/>
                    </a:ext>
                  </a:extLst>
                </p:cNvPr>
                <p:cNvSpPr txBox="1">
                  <a:spLocks/>
                </p:cNvSpPr>
                <p:nvPr/>
              </p:nvSpPr>
              <p:spPr>
                <a:xfrm>
                  <a:off x="5032031" y="1145842"/>
                  <a:ext cx="3123570" cy="472750"/>
                </a:xfrm>
                <a:prstGeom prst="roundRect">
                  <a:avLst>
                    <a:gd name="adj" fmla="val 0"/>
                  </a:avLst>
                </a:prstGeom>
                <a:noFill/>
                <a:ln w="31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defPPr>
                    <a:defRPr lang="en-US"/>
                  </a:defPPr>
                  <a:lvl1pPr marL="0" algn="ctr"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zh-CN" altLang="en-US" sz="1600" b="1" dirty="0">
                      <a:solidFill>
                        <a:srgbClr val="000000"/>
                      </a:solidFill>
                      <a:sym typeface="Arial" panose="020B0604020202020204" pitchFamily="34" charset="0"/>
                    </a:rPr>
                    <a:t>欧美市场拓展</a:t>
                  </a:r>
                  <a:endParaRPr lang="en-US" dirty="0"/>
                </a:p>
              </p:txBody>
            </p:sp>
            <p:cxnSp>
              <p:nvCxnSpPr>
                <p:cNvPr id="434" name="Shape1">
                  <a:extLst>
                    <a:ext uri="{FF2B5EF4-FFF2-40B4-BE49-F238E27FC236}">
                      <a16:creationId xmlns:a16="http://schemas.microsoft.com/office/drawing/2014/main" id="{D54E50D8-CE58-1048-850D-D859F4E2F04A}"/>
                    </a:ext>
                  </a:extLst>
                </p:cNvPr>
                <p:cNvCxnSpPr/>
                <p:nvPr/>
              </p:nvCxnSpPr>
              <p:spPr>
                <a:xfrm>
                  <a:off x="5146675" y="1659073"/>
                  <a:ext cx="1231900" cy="0"/>
                </a:xfrm>
                <a:prstGeom prst="line">
                  <a:avLst/>
                </a:prstGeom>
                <a:ln w="19050" cap="rnd">
                  <a:gradFill flip="none" rotWithShape="1">
                    <a:gsLst>
                      <a:gs pos="0">
                        <a:schemeClr val="accent1"/>
                      </a:gs>
                      <a:gs pos="100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0" name="Bullet1">
                  <a:extLst>
                    <a:ext uri="{FF2B5EF4-FFF2-40B4-BE49-F238E27FC236}">
                      <a16:creationId xmlns:a16="http://schemas.microsoft.com/office/drawing/2014/main" id="{EB21CDA1-9E05-9A63-5632-9D8BDEC4D397}"/>
                    </a:ext>
                  </a:extLst>
                </p:cNvPr>
                <p:cNvSpPr txBox="1">
                  <a:spLocks/>
                </p:cNvSpPr>
                <p:nvPr/>
              </p:nvSpPr>
              <p:spPr>
                <a:xfrm>
                  <a:off x="1379992" y="1425107"/>
                  <a:ext cx="560449" cy="539181"/>
                </a:xfrm>
                <a:prstGeom prst="roundRect">
                  <a:avLst>
                    <a:gd name="adj" fmla="val 0"/>
                  </a:avLst>
                </a:prstGeom>
                <a:noFill/>
                <a:ln w="31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defPPr>
                    <a:defRPr lang="en-US"/>
                  </a:defPPr>
                  <a:lvl1pPr marL="0" algn="ctr"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sz="2000" b="1" dirty="0">
                      <a:solidFill>
                        <a:schemeClr val="bg1"/>
                      </a:solidFill>
                      <a:sym typeface="Arial" panose="020B0604020202020204" pitchFamily="34" charset="0"/>
                    </a:rPr>
                    <a:t>01</a:t>
                  </a:r>
                  <a:endParaRPr lang="en-US" sz="2400" dirty="0">
                    <a:solidFill>
                      <a:schemeClr val="bg1"/>
                    </a:solidFill>
                  </a:endParaRPr>
                </a:p>
              </p:txBody>
            </p:sp>
            <p:sp>
              <p:nvSpPr>
                <p:cNvPr id="11" name="Bullet1">
                  <a:extLst>
                    <a:ext uri="{FF2B5EF4-FFF2-40B4-BE49-F238E27FC236}">
                      <a16:creationId xmlns:a16="http://schemas.microsoft.com/office/drawing/2014/main" id="{0DBB4082-9114-0F48-107C-12DE5C6864E3}"/>
                    </a:ext>
                  </a:extLst>
                </p:cNvPr>
                <p:cNvSpPr txBox="1">
                  <a:spLocks/>
                </p:cNvSpPr>
                <p:nvPr/>
              </p:nvSpPr>
              <p:spPr>
                <a:xfrm>
                  <a:off x="3402642" y="1470378"/>
                  <a:ext cx="560449" cy="539181"/>
                </a:xfrm>
                <a:prstGeom prst="roundRect">
                  <a:avLst>
                    <a:gd name="adj" fmla="val 0"/>
                  </a:avLst>
                </a:prstGeom>
                <a:noFill/>
                <a:ln w="31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defPPr>
                    <a:defRPr lang="en-US"/>
                  </a:defPPr>
                  <a:lvl1pPr marL="0" algn="ctr"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sz="2000" b="1" dirty="0">
                      <a:solidFill>
                        <a:schemeClr val="bg1"/>
                      </a:solidFill>
                      <a:sym typeface="Arial" panose="020B0604020202020204" pitchFamily="34" charset="0"/>
                    </a:rPr>
                    <a:t>02</a:t>
                  </a:r>
                  <a:endParaRPr lang="en-US" sz="2400" dirty="0">
                    <a:solidFill>
                      <a:schemeClr val="bg1"/>
                    </a:solidFill>
                  </a:endParaRPr>
                </a:p>
              </p:txBody>
            </p:sp>
            <p:sp>
              <p:nvSpPr>
                <p:cNvPr id="12" name="Bullet1">
                  <a:extLst>
                    <a:ext uri="{FF2B5EF4-FFF2-40B4-BE49-F238E27FC236}">
                      <a16:creationId xmlns:a16="http://schemas.microsoft.com/office/drawing/2014/main" id="{850EA592-D01B-C1AC-CC9D-11A2F41F3D87}"/>
                    </a:ext>
                  </a:extLst>
                </p:cNvPr>
                <p:cNvSpPr txBox="1">
                  <a:spLocks/>
                </p:cNvSpPr>
                <p:nvPr/>
              </p:nvSpPr>
              <p:spPr>
                <a:xfrm>
                  <a:off x="3978971" y="3242316"/>
                  <a:ext cx="560449" cy="539181"/>
                </a:xfrm>
                <a:prstGeom prst="roundRect">
                  <a:avLst>
                    <a:gd name="adj" fmla="val 0"/>
                  </a:avLst>
                </a:prstGeom>
                <a:noFill/>
                <a:ln w="31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defPPr>
                    <a:defRPr lang="en-US"/>
                  </a:defPPr>
                  <a:lvl1pPr marL="0" algn="ctr"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sz="2000" b="1" dirty="0">
                      <a:solidFill>
                        <a:schemeClr val="bg1"/>
                      </a:solidFill>
                      <a:sym typeface="Arial" panose="020B0604020202020204" pitchFamily="34" charset="0"/>
                    </a:rPr>
                    <a:t>03</a:t>
                  </a:r>
                  <a:endParaRPr lang="en-US" sz="2400" dirty="0">
                    <a:solidFill>
                      <a:schemeClr val="bg1"/>
                    </a:solidFill>
                  </a:endParaRPr>
                </a:p>
              </p:txBody>
            </p:sp>
            <p:sp>
              <p:nvSpPr>
                <p:cNvPr id="13" name="Bullet1">
                  <a:extLst>
                    <a:ext uri="{FF2B5EF4-FFF2-40B4-BE49-F238E27FC236}">
                      <a16:creationId xmlns:a16="http://schemas.microsoft.com/office/drawing/2014/main" id="{56A080C5-B0D6-7A78-3536-9CC9908D1749}"/>
                    </a:ext>
                  </a:extLst>
                </p:cNvPr>
                <p:cNvSpPr txBox="1">
                  <a:spLocks/>
                </p:cNvSpPr>
                <p:nvPr/>
              </p:nvSpPr>
              <p:spPr>
                <a:xfrm>
                  <a:off x="2392575" y="4423148"/>
                  <a:ext cx="560449" cy="539181"/>
                </a:xfrm>
                <a:prstGeom prst="roundRect">
                  <a:avLst>
                    <a:gd name="adj" fmla="val 0"/>
                  </a:avLst>
                </a:prstGeom>
                <a:noFill/>
                <a:ln w="31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defPPr>
                    <a:defRPr lang="en-US"/>
                  </a:defPPr>
                  <a:lvl1pPr marL="0" algn="ctr"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sz="2000" b="1" dirty="0">
                      <a:solidFill>
                        <a:schemeClr val="bg1"/>
                      </a:solidFill>
                      <a:sym typeface="Arial" panose="020B0604020202020204" pitchFamily="34" charset="0"/>
                    </a:rPr>
                    <a:t>04</a:t>
                  </a:r>
                  <a:endParaRPr lang="en-US" sz="2400" dirty="0">
                    <a:solidFill>
                      <a:schemeClr val="bg1"/>
                    </a:solidFill>
                  </a:endParaRPr>
                </a:p>
              </p:txBody>
            </p:sp>
            <p:sp>
              <p:nvSpPr>
                <p:cNvPr id="14" name="Bullet1">
                  <a:extLst>
                    <a:ext uri="{FF2B5EF4-FFF2-40B4-BE49-F238E27FC236}">
                      <a16:creationId xmlns:a16="http://schemas.microsoft.com/office/drawing/2014/main" id="{296A5F37-95B6-348E-EC9B-111000E2864D}"/>
                    </a:ext>
                  </a:extLst>
                </p:cNvPr>
                <p:cNvSpPr txBox="1">
                  <a:spLocks/>
                </p:cNvSpPr>
                <p:nvPr/>
              </p:nvSpPr>
              <p:spPr>
                <a:xfrm>
                  <a:off x="833851" y="3303741"/>
                  <a:ext cx="560449" cy="539181"/>
                </a:xfrm>
                <a:prstGeom prst="roundRect">
                  <a:avLst>
                    <a:gd name="adj" fmla="val 0"/>
                  </a:avLst>
                </a:prstGeom>
                <a:noFill/>
                <a:ln w="31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defPPr>
                    <a:defRPr lang="en-US"/>
                  </a:defPPr>
                  <a:lvl1pPr marL="0" algn="ctr"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sz="2000" b="1" dirty="0">
                      <a:solidFill>
                        <a:schemeClr val="bg1"/>
                      </a:solidFill>
                      <a:sym typeface="Arial" panose="020B0604020202020204" pitchFamily="34" charset="0"/>
                    </a:rPr>
                    <a:t>05</a:t>
                  </a:r>
                  <a:endParaRPr lang="en-US" sz="2400" dirty="0">
                    <a:solidFill>
                      <a:schemeClr val="bg1"/>
                    </a:solidFill>
                  </a:endParaRPr>
                </a:p>
              </p:txBody>
            </p:sp>
          </p:grpSp>
          <p:grpSp>
            <p:nvGrpSpPr>
              <p:cNvPr id="6" name="组合 5">
                <a:extLst>
                  <a:ext uri="{FF2B5EF4-FFF2-40B4-BE49-F238E27FC236}">
                    <a16:creationId xmlns:a16="http://schemas.microsoft.com/office/drawing/2014/main" id="{79B13CFD-3903-0972-6E2D-68D93AF27686}"/>
                  </a:ext>
                </a:extLst>
              </p:cNvPr>
              <p:cNvGrpSpPr/>
              <p:nvPr/>
            </p:nvGrpSpPr>
            <p:grpSpPr>
              <a:xfrm>
                <a:off x="5030973" y="3429000"/>
                <a:ext cx="3124628" cy="2054846"/>
                <a:chOff x="5030973" y="3429000"/>
                <a:chExt cx="3124628" cy="2054846"/>
              </a:xfrm>
            </p:grpSpPr>
            <p:sp>
              <p:nvSpPr>
                <p:cNvPr id="428" name="Text2">
                  <a:extLst>
                    <a:ext uri="{FF2B5EF4-FFF2-40B4-BE49-F238E27FC236}">
                      <a16:creationId xmlns:a16="http://schemas.microsoft.com/office/drawing/2014/main" id="{5F763420-C434-E42E-3CFE-772583A8DA8C}"/>
                    </a:ext>
                  </a:extLst>
                </p:cNvPr>
                <p:cNvSpPr txBox="1">
                  <a:spLocks/>
                </p:cNvSpPr>
                <p:nvPr/>
              </p:nvSpPr>
              <p:spPr>
                <a:xfrm>
                  <a:off x="5030973" y="4023127"/>
                  <a:ext cx="3118664" cy="1460719"/>
                </a:xfrm>
                <a:prstGeom prst="rect">
                  <a:avLst/>
                </a:prstGeom>
                <a:noFill/>
              </p:spPr>
              <p:txBody>
                <a:bodyPr wrap="square"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429" name="Bullet2">
                  <a:extLst>
                    <a:ext uri="{FF2B5EF4-FFF2-40B4-BE49-F238E27FC236}">
                      <a16:creationId xmlns:a16="http://schemas.microsoft.com/office/drawing/2014/main" id="{EF2AE71A-64BC-97D6-2F19-BE069E806805}"/>
                    </a:ext>
                  </a:extLst>
                </p:cNvPr>
                <p:cNvSpPr txBox="1">
                  <a:spLocks/>
                </p:cNvSpPr>
                <p:nvPr/>
              </p:nvSpPr>
              <p:spPr>
                <a:xfrm>
                  <a:off x="5032031" y="3429000"/>
                  <a:ext cx="3123570" cy="472750"/>
                </a:xfrm>
                <a:prstGeom prst="roundRect">
                  <a:avLst>
                    <a:gd name="adj" fmla="val 0"/>
                  </a:avLst>
                </a:prstGeom>
                <a:noFill/>
                <a:ln w="31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defPPr>
                    <a:defRPr lang="en-US"/>
                  </a:defPPr>
                  <a:lvl1pPr marL="0" algn="ctr"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zh-CN" altLang="en-US" sz="1600" b="1" dirty="0">
                      <a:solidFill>
                        <a:srgbClr val="000000"/>
                      </a:solidFill>
                      <a:sym typeface="Arial" panose="020B0604020202020204" pitchFamily="34" charset="0"/>
                    </a:rPr>
                    <a:t>亚太地区机遇</a:t>
                  </a:r>
                  <a:endParaRPr lang="en-US" dirty="0"/>
                </a:p>
              </p:txBody>
            </p:sp>
            <p:cxnSp>
              <p:nvCxnSpPr>
                <p:cNvPr id="430" name="Shape2">
                  <a:extLst>
                    <a:ext uri="{FF2B5EF4-FFF2-40B4-BE49-F238E27FC236}">
                      <a16:creationId xmlns:a16="http://schemas.microsoft.com/office/drawing/2014/main" id="{9703EC7E-95A8-C144-93CF-D11F6D89CDD1}"/>
                    </a:ext>
                  </a:extLst>
                </p:cNvPr>
                <p:cNvCxnSpPr/>
                <p:nvPr/>
              </p:nvCxnSpPr>
              <p:spPr>
                <a:xfrm>
                  <a:off x="5146675" y="3942231"/>
                  <a:ext cx="1231900" cy="0"/>
                </a:xfrm>
                <a:prstGeom prst="line">
                  <a:avLst/>
                </a:prstGeom>
                <a:ln w="19050" cap="rnd">
                  <a:gradFill flip="none" rotWithShape="1">
                    <a:gsLst>
                      <a:gs pos="0">
                        <a:schemeClr val="accent1"/>
                      </a:gs>
                      <a:gs pos="100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1890DD70-0D0C-41F9-9CA1-D95B84B0624C}"/>
                  </a:ext>
                </a:extLst>
              </p:cNvPr>
              <p:cNvGrpSpPr/>
              <p:nvPr/>
            </p:nvGrpSpPr>
            <p:grpSpPr>
              <a:xfrm>
                <a:off x="8400236" y="1145842"/>
                <a:ext cx="3124628" cy="2054846"/>
                <a:chOff x="8400236" y="1145842"/>
                <a:chExt cx="3124628" cy="2054846"/>
              </a:xfrm>
            </p:grpSpPr>
            <p:sp>
              <p:nvSpPr>
                <p:cNvPr id="420" name="Text4">
                  <a:extLst>
                    <a:ext uri="{FF2B5EF4-FFF2-40B4-BE49-F238E27FC236}">
                      <a16:creationId xmlns:a16="http://schemas.microsoft.com/office/drawing/2014/main" id="{DB29715F-A722-0D33-FEE3-0A3112138D72}"/>
                    </a:ext>
                  </a:extLst>
                </p:cNvPr>
                <p:cNvSpPr txBox="1">
                  <a:spLocks/>
                </p:cNvSpPr>
                <p:nvPr/>
              </p:nvSpPr>
              <p:spPr>
                <a:xfrm>
                  <a:off x="8400236" y="1739969"/>
                  <a:ext cx="3118664" cy="1460719"/>
                </a:xfrm>
                <a:prstGeom prst="rect">
                  <a:avLst/>
                </a:prstGeom>
                <a:noFill/>
              </p:spPr>
              <p:txBody>
                <a:bodyPr wrap="square"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421" name="Bullet4">
                  <a:extLst>
                    <a:ext uri="{FF2B5EF4-FFF2-40B4-BE49-F238E27FC236}">
                      <a16:creationId xmlns:a16="http://schemas.microsoft.com/office/drawing/2014/main" id="{3969B06B-F521-2A9A-5313-81B43059921A}"/>
                    </a:ext>
                  </a:extLst>
                </p:cNvPr>
                <p:cNvSpPr txBox="1">
                  <a:spLocks/>
                </p:cNvSpPr>
                <p:nvPr/>
              </p:nvSpPr>
              <p:spPr>
                <a:xfrm>
                  <a:off x="8401294" y="1145842"/>
                  <a:ext cx="3123570" cy="472750"/>
                </a:xfrm>
                <a:prstGeom prst="roundRect">
                  <a:avLst>
                    <a:gd name="adj" fmla="val 0"/>
                  </a:avLst>
                </a:prstGeom>
                <a:noFill/>
                <a:ln w="31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defPPr>
                    <a:defRPr lang="en-US"/>
                  </a:defPPr>
                  <a:lvl1pPr marL="0" algn="ctr"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zh-CN" altLang="en-US" sz="1600" b="1" dirty="0">
                      <a:solidFill>
                        <a:srgbClr val="000000"/>
                      </a:solidFill>
                      <a:sym typeface="Arial" panose="020B0604020202020204" pitchFamily="34" charset="0"/>
                    </a:rPr>
                    <a:t>非洲市场拓展</a:t>
                  </a:r>
                  <a:endParaRPr lang="en-US" dirty="0"/>
                </a:p>
              </p:txBody>
            </p:sp>
            <p:cxnSp>
              <p:nvCxnSpPr>
                <p:cNvPr id="422" name="Shape4">
                  <a:extLst>
                    <a:ext uri="{FF2B5EF4-FFF2-40B4-BE49-F238E27FC236}">
                      <a16:creationId xmlns:a16="http://schemas.microsoft.com/office/drawing/2014/main" id="{AFB772EE-736B-FCA2-57F8-1608B9443076}"/>
                    </a:ext>
                  </a:extLst>
                </p:cNvPr>
                <p:cNvCxnSpPr/>
                <p:nvPr/>
              </p:nvCxnSpPr>
              <p:spPr>
                <a:xfrm>
                  <a:off x="8515938" y="1659073"/>
                  <a:ext cx="1231900" cy="0"/>
                </a:xfrm>
                <a:prstGeom prst="line">
                  <a:avLst/>
                </a:prstGeom>
                <a:ln w="19050" cap="rnd">
                  <a:gradFill flip="none" rotWithShape="1">
                    <a:gsLst>
                      <a:gs pos="0">
                        <a:schemeClr val="accent1"/>
                      </a:gs>
                      <a:gs pos="100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A4F0B9BD-6592-BD9A-CAFB-4EC431869882}"/>
                  </a:ext>
                </a:extLst>
              </p:cNvPr>
              <p:cNvGrpSpPr/>
              <p:nvPr/>
            </p:nvGrpSpPr>
            <p:grpSpPr>
              <a:xfrm>
                <a:off x="8400236" y="3429000"/>
                <a:ext cx="3124628" cy="2043521"/>
                <a:chOff x="8400236" y="3429000"/>
                <a:chExt cx="3124628" cy="2043521"/>
              </a:xfrm>
            </p:grpSpPr>
            <p:sp>
              <p:nvSpPr>
                <p:cNvPr id="413" name="Text5">
                  <a:extLst>
                    <a:ext uri="{FF2B5EF4-FFF2-40B4-BE49-F238E27FC236}">
                      <a16:creationId xmlns:a16="http://schemas.microsoft.com/office/drawing/2014/main" id="{EFA356C3-83C3-5710-B780-25BE64775DCB}"/>
                    </a:ext>
                  </a:extLst>
                </p:cNvPr>
                <p:cNvSpPr txBox="1">
                  <a:spLocks/>
                </p:cNvSpPr>
                <p:nvPr/>
              </p:nvSpPr>
              <p:spPr>
                <a:xfrm>
                  <a:off x="8400236" y="4023126"/>
                  <a:ext cx="3118664" cy="1449395"/>
                </a:xfrm>
                <a:prstGeom prst="rect">
                  <a:avLst/>
                </a:prstGeom>
                <a:noFill/>
              </p:spPr>
              <p:txBody>
                <a:bodyPr wrap="square"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pPr>
                  <a:r>
                    <a:rPr lang="zh-CN" altLang="en-US" sz="1400" dirty="0">
                      <a:effectLst/>
                    </a:rPr>
                    <a:t>为确保演示效果，请将内容调整为简洁明了的表达方式。若需包含较多信息，可适当延展，但请提炼核心内容，减少冗余，避免对观者造成阅读压力。</a:t>
                  </a:r>
                </a:p>
              </p:txBody>
            </p:sp>
            <p:sp>
              <p:nvSpPr>
                <p:cNvPr id="414" name="Bullet5">
                  <a:extLst>
                    <a:ext uri="{FF2B5EF4-FFF2-40B4-BE49-F238E27FC236}">
                      <a16:creationId xmlns:a16="http://schemas.microsoft.com/office/drawing/2014/main" id="{487D998A-2500-59F8-EEA0-DE35775F2BBB}"/>
                    </a:ext>
                  </a:extLst>
                </p:cNvPr>
                <p:cNvSpPr txBox="1">
                  <a:spLocks/>
                </p:cNvSpPr>
                <p:nvPr/>
              </p:nvSpPr>
              <p:spPr>
                <a:xfrm>
                  <a:off x="8401294" y="3429000"/>
                  <a:ext cx="3123570" cy="472750"/>
                </a:xfrm>
                <a:prstGeom prst="roundRect">
                  <a:avLst>
                    <a:gd name="adj" fmla="val 0"/>
                  </a:avLst>
                </a:prstGeom>
                <a:noFill/>
                <a:ln w="31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b"/>
                <a:lstStyle>
                  <a:defPPr>
                    <a:defRPr lang="en-US"/>
                  </a:defPPr>
                  <a:lvl1pPr marL="0" algn="ctr"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zh-CN" altLang="en-US" sz="1600" b="1" dirty="0">
                      <a:solidFill>
                        <a:srgbClr val="000000"/>
                      </a:solidFill>
                      <a:sym typeface="Arial" panose="020B0604020202020204" pitchFamily="34" charset="0"/>
                    </a:rPr>
                    <a:t>国际竞争格局</a:t>
                  </a:r>
                  <a:endParaRPr lang="en-US" dirty="0"/>
                </a:p>
              </p:txBody>
            </p:sp>
            <p:cxnSp>
              <p:nvCxnSpPr>
                <p:cNvPr id="415" name="Shape5">
                  <a:extLst>
                    <a:ext uri="{FF2B5EF4-FFF2-40B4-BE49-F238E27FC236}">
                      <a16:creationId xmlns:a16="http://schemas.microsoft.com/office/drawing/2014/main" id="{62F82D34-06D8-8950-BEB8-D0A11B03FF33}"/>
                    </a:ext>
                  </a:extLst>
                </p:cNvPr>
                <p:cNvCxnSpPr/>
                <p:nvPr/>
              </p:nvCxnSpPr>
              <p:spPr>
                <a:xfrm>
                  <a:off x="8515938" y="3942231"/>
                  <a:ext cx="1231900" cy="0"/>
                </a:xfrm>
                <a:prstGeom prst="line">
                  <a:avLst/>
                </a:prstGeom>
                <a:ln w="19050" cap="rnd">
                  <a:gradFill flip="none" rotWithShape="1">
                    <a:gsLst>
                      <a:gs pos="0">
                        <a:schemeClr val="accent1"/>
                      </a:gs>
                      <a:gs pos="100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1320800" y="1092201"/>
            <a:ext cx="6611257" cy="2095500"/>
          </a:xfrm>
        </p:spPr>
        <p:txBody>
          <a:bodyPr/>
          <a:lstStyle/>
          <a:p>
            <a:pPr>
              <a:lnSpc>
                <a:spcPct val="120000"/>
              </a:lnSpc>
            </a:pPr>
            <a:r>
              <a:rPr lang="zh-CN" altLang="en-US" dirty="0"/>
              <a:t>感谢观看</a:t>
            </a:r>
            <a:endParaRPr lang="en-US" dirty="0"/>
          </a:p>
        </p:txBody>
      </p:sp>
      <p:sp>
        <p:nvSpPr>
          <p:cNvPr id="4" name="文本占位符 3"/>
          <p:cNvSpPr>
            <a:spLocks noGrp="1"/>
          </p:cNvSpPr>
          <p:nvPr>
            <p:ph type="body" sz="quarter" idx="13" hasCustomPrompt="1"/>
          </p:nvPr>
        </p:nvSpPr>
        <p:spPr>
          <a:xfrm>
            <a:off x="1336490" y="3864510"/>
            <a:ext cx="6595567" cy="276999"/>
          </a:xfrm>
        </p:spPr>
        <p:txBody>
          <a:bodyPr>
            <a:noAutofit/>
          </a:bodyPr>
          <a:lstStyle/>
          <a:p>
            <a:pPr>
              <a:lnSpc>
                <a:spcPct val="120000"/>
              </a:lnSpc>
              <a:spcBef>
                <a:spcPts val="0"/>
              </a:spcBef>
            </a:pPr>
            <a:r>
              <a:rPr lang="zh-CN" altLang="en-US" sz="1400" dirty="0"/>
              <a:t>Presenter name</a:t>
            </a:r>
            <a:endParaRPr lang="en-US" sz="1400" dirty="0"/>
          </a:p>
        </p:txBody>
      </p:sp>
      <p:sp>
        <p:nvSpPr>
          <p:cNvPr id="7" name="文本占位符 6"/>
          <p:cNvSpPr>
            <a:spLocks noGrp="1"/>
          </p:cNvSpPr>
          <p:nvPr>
            <p:ph type="body" sz="quarter" idx="14" hasCustomPrompt="1"/>
          </p:nvPr>
        </p:nvSpPr>
        <p:spPr>
          <a:xfrm>
            <a:off x="1336489" y="3484563"/>
            <a:ext cx="6595567" cy="276999"/>
          </a:xfrm>
        </p:spPr>
        <p:txBody>
          <a:bodyPr>
            <a:noAutofit/>
          </a:bodyPr>
          <a:lstStyle/>
          <a:p>
            <a:pPr>
              <a:lnSpc>
                <a:spcPct val="120000"/>
              </a:lnSpc>
              <a:spcBef>
                <a:spcPts val="0"/>
              </a:spcBef>
            </a:pPr>
            <a:r>
              <a:rPr lang="zh-CN" altLang="en-US" sz="1400" dirty="0"/>
              <a:t>www.islide.cc</a:t>
            </a:r>
            <a:endParaRPr lang="en-US" sz="1400" dirty="0"/>
          </a:p>
        </p:txBody>
      </p:sp>
    </p:spTree>
  </p:cSld>
  <p:clrMapOvr>
    <a:masterClrMapping/>
  </p:clrMapOvr>
</p:sld>
</file>

<file path=ppt/slides/slide18.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9.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2647"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FCBBF52A-9743-4508-AB77-11B57E837547}"/>
              </a:ext>
            </a:extLst>
          </p:cNvPr>
          <p:cNvGrpSpPr/>
          <p:nvPr/>
        </p:nvGrpSpPr>
        <p:grpSpPr>
          <a:xfrm>
            <a:off x="660400" y="2340017"/>
            <a:ext cx="2890521" cy="1850256"/>
            <a:chOff x="3422179" y="1150240"/>
            <a:chExt cx="2890521" cy="1850257"/>
          </a:xfrm>
        </p:grpSpPr>
        <p:sp>
          <p:nvSpPr>
            <p:cNvPr id="7" name="矩形 189">
              <a:extLst>
                <a:ext uri="{FF2B5EF4-FFF2-40B4-BE49-F238E27FC236}">
                  <a16:creationId xmlns:a16="http://schemas.microsoft.com/office/drawing/2014/main" id="{63B72852-A360-4EF8-A2F9-3A064EA5CCA7}"/>
                </a:ext>
              </a:extLst>
            </p:cNvPr>
            <p:cNvSpPr/>
            <p:nvPr/>
          </p:nvSpPr>
          <p:spPr>
            <a:xfrm>
              <a:off x="3422179" y="2665341"/>
              <a:ext cx="2890520"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矩形 190">
              <a:extLst>
                <a:ext uri="{FF2B5EF4-FFF2-40B4-BE49-F238E27FC236}">
                  <a16:creationId xmlns:a16="http://schemas.microsoft.com/office/drawing/2014/main" id="{F754BA71-8184-4828-95E4-4301AEC6A769}"/>
                </a:ext>
              </a:extLst>
            </p:cNvPr>
            <p:cNvSpPr/>
            <p:nvPr/>
          </p:nvSpPr>
          <p:spPr>
            <a:xfrm>
              <a:off x="3422180" y="1150240"/>
              <a:ext cx="2890520" cy="1224952"/>
            </a:xfrm>
            <a:prstGeom prst="rect">
              <a:avLst/>
            </a:prstGeom>
            <a:noFill/>
            <a:ln>
              <a:noFill/>
            </a:ln>
          </p:spPr>
          <p:txBody>
            <a:bodyPr wrap="square" anchor="t">
              <a:sp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海量原创模版 </a:t>
              </a:r>
              <a:r>
                <a:rPr lang="en-US" altLang="zh-CN" sz="1400" dirty="0">
                  <a:latin typeface="Arial" panose="020B0604020202020204" pitchFamily="34" charset="0"/>
                  <a:ea typeface="微软雅黑" panose="020B0503020204020204" pitchFamily="34" charset="-122"/>
                  <a:sym typeface="Arial" panose="020B0604020202020204" pitchFamily="34" charset="0"/>
                </a:rPr>
                <a:t>+ </a:t>
              </a:r>
              <a:r>
                <a:rPr lang="zh-CN" altLang="en-US" sz="1400" dirty="0">
                  <a:latin typeface="Arial" panose="020B0604020202020204" pitchFamily="34" charset="0"/>
                  <a:ea typeface="微软雅黑" panose="020B0503020204020204" pitchFamily="34" charset="-122"/>
                  <a:sym typeface="Arial" panose="020B0604020202020204" pitchFamily="34" charset="0"/>
                </a:rPr>
                <a:t>一键优化功能</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20000"/>
                </a:lnSpc>
                <a:defRPr/>
              </a:pP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，让 </a:t>
              </a:r>
              <a:r>
                <a:rPr lang="en-US" altLang="zh-CN" sz="1400" dirty="0">
                  <a:latin typeface="Arial" panose="020B0604020202020204" pitchFamily="34" charset="0"/>
                  <a:ea typeface="微软雅黑" panose="020B0503020204020204" pitchFamily="34" charset="-122"/>
                  <a:sym typeface="Arial" panose="020B0604020202020204" pitchFamily="34" charset="0"/>
                </a:rPr>
                <a:t>PPT </a:t>
              </a:r>
              <a:r>
                <a:rPr lang="zh-CN" altLang="en-US" sz="1400"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defRPr/>
              </a:pPr>
              <a:endParaRPr lang="en-US" altLang="zh-CN" sz="10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One-click Optimization Features &amp; </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Massive Presentation Resources</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Great Presentation Made Easy with iSlide</a:t>
              </a:r>
              <a:endParaRPr lang="zh-CN" altLang="en-US" sz="10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5" name="组合 34">
            <a:extLst>
              <a:ext uri="{FF2B5EF4-FFF2-40B4-BE49-F238E27FC236}">
                <a16:creationId xmlns:a16="http://schemas.microsoft.com/office/drawing/2014/main" id="{40A731D2-FA13-40C5-BFF0-59E41A667BE9}"/>
              </a:ext>
            </a:extLst>
          </p:cNvPr>
          <p:cNvGrpSpPr/>
          <p:nvPr/>
        </p:nvGrpSpPr>
        <p:grpSpPr>
          <a:xfrm>
            <a:off x="3937427" y="2352595"/>
            <a:ext cx="7581473" cy="3646763"/>
            <a:chOff x="3898800" y="2179738"/>
            <a:chExt cx="7619676" cy="3466182"/>
          </a:xfrm>
        </p:grpSpPr>
        <p:sp>
          <p:nvSpPr>
            <p:cNvPr id="20" name="矩形 19">
              <a:extLst>
                <a:ext uri="{FF2B5EF4-FFF2-40B4-BE49-F238E27FC236}">
                  <a16:creationId xmlns:a16="http://schemas.microsoft.com/office/drawing/2014/main" id="{5647BAD5-E81A-4998-ACB8-5A097424CA8E}"/>
                </a:ext>
              </a:extLst>
            </p:cNvPr>
            <p:cNvSpPr/>
            <p:nvPr/>
          </p:nvSpPr>
          <p:spPr>
            <a:xfrm>
              <a:off x="3898800" y="2495332"/>
              <a:ext cx="7619676" cy="3150588"/>
            </a:xfrm>
            <a:prstGeom prst="rect">
              <a:avLst/>
            </a:prstGeom>
            <a:ln w="3175">
              <a:noFill/>
            </a:ln>
          </p:spPr>
          <p:txBody>
            <a:bodyPr wrap="square">
              <a:noAutofit/>
            </a:bodyPr>
            <a:lstStyle/>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提供</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尊重知识产权并注重保护用户享有的各项权利。</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文件中提供的任何信息内容的所有权、知识产权归其原始权利人或权利受让人所有，您免费</a:t>
              </a:r>
              <a:r>
                <a:rPr lang="en-US" altLang="zh-CN" sz="900" dirty="0">
                  <a:latin typeface="Arial" panose="020B0604020202020204" pitchFamily="34" charset="0"/>
                  <a:ea typeface="微软雅黑" panose="020B0503020204020204" pitchFamily="34" charset="-122"/>
                  <a:sym typeface="Arial" panose="020B0604020202020204" pitchFamily="34" charset="0"/>
                </a:rPr>
                <a:t>/</a:t>
              </a:r>
              <a:r>
                <a:rPr lang="zh-CN" altLang="en-US" sz="900" dirty="0">
                  <a:latin typeface="Arial" panose="020B0604020202020204" pitchFamily="34" charset="0"/>
                  <a:ea typeface="微软雅黑" panose="020B0503020204020204" pitchFamily="34" charset="-122"/>
                  <a:sym typeface="Arial" panose="020B0604020202020204" pitchFamily="34" charset="0"/>
                </a:rPr>
                <a:t>付费获得的是信息内容的使用权，您的使用行为应当遵循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900" dirty="0">
                  <a:latin typeface="Arial" panose="020B0604020202020204" pitchFamily="34" charset="0"/>
                  <a:ea typeface="微软雅黑" panose="020B0503020204020204" pitchFamily="34" charset="-122"/>
                  <a:sym typeface="Arial" panose="020B0604020202020204" pitchFamily="34" charset="0"/>
                </a:rPr>
                <a:t>https://www.islide.cc </a:t>
              </a:r>
              <a:r>
                <a:rPr lang="zh-CN" altLang="en-US" sz="9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1</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、您不可将信息内容的全部或部分用于出售，或以出租、出借、发布等其他任何直接获利方式供他人使用；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2</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工具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This presentation file is supplied by iSlide.</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iSlide respects all intellectual property rights and protects all the rights its users acquired. Here iSlide solemnly reminds you:</a:t>
              </a: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The ownership and intellectual property of any content in this PowerPoint presentation belongs to its owner or the assignee of this ownership. What you purchased or got for free is the right to use the content. The usage should be subject to the terms of “Copyright Notice”, “User License Agreement”, “Premium Agreement” and more Agreements of iSlide official website (https://www.islide.cc ) :</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1.You may not use all or part of the content for sale; or rent, lend; or distribute it in any directly profitable way.</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2.You may not provide the resource of iSlide add-in/platform to any website, platform, application in the Internet or mobile Internet in any way.</a:t>
              </a:r>
            </a:p>
          </p:txBody>
        </p:sp>
        <p:sp>
          <p:nvSpPr>
            <p:cNvPr id="34" name="矩形 33">
              <a:extLst>
                <a:ext uri="{FF2B5EF4-FFF2-40B4-BE49-F238E27FC236}">
                  <a16:creationId xmlns:a16="http://schemas.microsoft.com/office/drawing/2014/main" id="{AE7ED207-8B71-4A21-A9A5-7C044C1FB5F6}"/>
                </a:ext>
              </a:extLst>
            </p:cNvPr>
            <p:cNvSpPr/>
            <p:nvPr/>
          </p:nvSpPr>
          <p:spPr>
            <a:xfrm>
              <a:off x="3898800" y="2179738"/>
              <a:ext cx="2625868"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130" name="图片 129">
            <a:extLst>
              <a:ext uri="{FF2B5EF4-FFF2-40B4-BE49-F238E27FC236}">
                <a16:creationId xmlns:a16="http://schemas.microsoft.com/office/drawing/2014/main" id="{2AA564AF-9FC3-4787-B325-F00530C1658C}"/>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1586032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自定义 182">
      <a:dk1>
        <a:srgbClr val="000000"/>
      </a:dk1>
      <a:lt1>
        <a:srgbClr val="FFFFFF"/>
      </a:lt1>
      <a:dk2>
        <a:srgbClr val="778495"/>
      </a:dk2>
      <a:lt2>
        <a:srgbClr val="F0F0F0"/>
      </a:lt2>
      <a:accent1>
        <a:srgbClr val="5251FF"/>
      </a:accent1>
      <a:accent2>
        <a:srgbClr val="7849FF"/>
      </a:accent2>
      <a:accent3>
        <a:srgbClr val="E035FF"/>
      </a:accent3>
      <a:accent4>
        <a:srgbClr val="F399A4"/>
      </a:accent4>
      <a:accent5>
        <a:srgbClr val="E69C5C"/>
      </a:accent5>
      <a:accent6>
        <a:srgbClr val="050134"/>
      </a:accent6>
      <a:hlink>
        <a:srgbClr val="EE4242"/>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426</TotalTime>
  <Words>1862</Words>
  <Application>Microsoft Office PowerPoint</Application>
  <PresentationFormat>宽屏</PresentationFormat>
  <Paragraphs>148</Paragraphs>
  <Slides>17</Slides>
  <Notes>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等线</vt:lpstr>
      <vt:lpstr>华文琥珀</vt:lpstr>
      <vt:lpstr>Arial</vt:lpstr>
      <vt:lpstr>Designed by iSlide</vt:lpstr>
      <vt:lpstr>通用行业 季度工作总结汇报</vt:lpstr>
      <vt:lpstr>PowerPoint 演示文稿</vt:lpstr>
      <vt:lpstr>行业整体态势</vt:lpstr>
      <vt:lpstr>行业规模分析</vt:lpstr>
      <vt:lpstr>市场需求分析</vt:lpstr>
      <vt:lpstr>行业竞争格局</vt:lpstr>
      <vt:lpstr>政策环境分析</vt:lpstr>
      <vt:lpstr>行业风险与机遇</vt:lpstr>
      <vt:lpstr>各领域季度业绩</vt:lpstr>
      <vt:lpstr>制造业</vt:lpstr>
      <vt:lpstr>零售业</vt:lpstr>
      <vt:lpstr>金融业</vt:lpstr>
      <vt:lpstr>行业发展趋势与预测</vt:lpstr>
      <vt:lpstr>技术进步</vt:lpstr>
      <vt:lpstr>政策导向</vt:lpstr>
      <vt:lpstr>国际化</vt:lpstr>
      <vt:lpstr>感谢观看</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greenwnj@outlook.com</cp:lastModifiedBy>
  <cp:revision>208</cp:revision>
  <dcterms:created xsi:type="dcterms:W3CDTF">2023-06-05T05:58:43Z</dcterms:created>
  <dcterms:modified xsi:type="dcterms:W3CDTF">2025-02-11T02:49:27Z</dcterms:modified>
</cp:coreProperties>
</file>