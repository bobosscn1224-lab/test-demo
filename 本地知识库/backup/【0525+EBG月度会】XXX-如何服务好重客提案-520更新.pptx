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20"/>
  </p:notesMasterIdLst>
  <p:sldIdLst>
    <p:sldId id="270" r:id="rId3"/>
    <p:sldId id="274" r:id="rId4"/>
    <p:sldId id="280" r:id="rId5"/>
    <p:sldId id="276" r:id="rId6"/>
    <p:sldId id="283" r:id="rId7"/>
    <p:sldId id="277" r:id="rId8"/>
    <p:sldId id="278" r:id="rId9"/>
    <p:sldId id="279" r:id="rId10"/>
    <p:sldId id="281" r:id="rId11"/>
    <p:sldId id="282" r:id="rId12"/>
    <p:sldId id="273" r:id="rId13"/>
    <p:sldId id="259" r:id="rId14"/>
    <p:sldId id="275" r:id="rId15"/>
    <p:sldId id="271" r:id="rId16"/>
    <p:sldId id="272" r:id="rId17"/>
    <p:sldId id="261" r:id="rId18"/>
    <p:sldId id="266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36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75676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0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70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4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1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8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3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727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41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保障，区域能力不足问题。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缺乏持续的客户运营计划，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对等沟通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机制缺失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07858"/>
              </p:ext>
            </p:extLst>
          </p:nvPr>
        </p:nvGraphicFramePr>
        <p:xfrm>
          <a:off x="575119" y="1202123"/>
          <a:ext cx="10669119" cy="5171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919"/>
                <a:gridCol w="3444875"/>
                <a:gridCol w="4465325"/>
              </a:tblGrid>
              <a:tr h="34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看到的差距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重客前期沟通交流，资源流程保障，区域能力不足问题。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部分重客项目前期沟通不及时，不充分，不质量，直接导致错失项目介入最佳时机。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沟通响应时效滞后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沟通深度与广度不足，质量不佳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资源短缺且配置不合理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缺乏流程支撑</a:t>
                      </a:r>
                    </a:p>
                  </a:txBody>
                  <a:tcPr anchor="ctr"/>
                </a:tc>
              </a:tr>
              <a:tr h="977265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DC,EC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类需求，资源匹配及专业支撑问题；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对于重客的一些特殊类需求，一线人员跟进之后回到公司找不到具体的负责人和接口人，最后不了了之，错失介入布局机会。如：</a:t>
                      </a:r>
                      <a:r>
                        <a:rPr lang="en-US" altLang="zh-CN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DC,EC</a:t>
                      </a: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缺乏专职重客需求对接体系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职责边界模糊与授权缺失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需求流转流程断层</a:t>
                      </a:r>
                    </a:p>
                  </a:txBody>
                  <a:tcPr marL="9525" marR="9525" marT="9525" marB="0" anchor="ctr"/>
                </a:tc>
              </a:tr>
              <a:tr h="1197719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重客非标类需求专业响应及闭环问题；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(OC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、特殊服务）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对于客户的特殊诉求没有分析清楚，导致后续流程失控，影响流程推进质量及后期客户体验和满意度。如：</a:t>
                      </a:r>
                      <a:r>
                        <a:rPr lang="zh-CN" altLang="en-US" sz="1400" b="0" dirty="0">
                          <a:sym typeface="+mn-ea"/>
                        </a:rPr>
                        <a:t>直签类，非标准化特殊产品服务项目，</a:t>
                      </a:r>
                      <a:r>
                        <a:rPr lang="en-US" altLang="zh-CN" sz="1400" b="0" dirty="0">
                          <a:sym typeface="+mn-ea"/>
                        </a:rPr>
                        <a:t>OC</a:t>
                      </a:r>
                      <a:r>
                        <a:rPr lang="zh-CN" altLang="en-US" sz="1400" b="0" dirty="0">
                          <a:sym typeface="+mn-ea"/>
                        </a:rPr>
                        <a:t>类项目</a:t>
                      </a: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对特殊项目类型定义不清晰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跨领域专业能力缺失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缺乏流程关键控制点支撑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合同评审</a:t>
                      </a:r>
                    </a:p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缺乏持续的客户运营计划，对等沟通机制缺失。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缺乏高质量客户运营计划，无法实现有效的客户拜访及互动沟通。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目标模糊：缺乏分层运营策略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内容单薄：缺乏价值型互动设计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执行断层：缺乏闭环管理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缺乏沟通层级对等机制</a:t>
                      </a: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产品退市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停产对重客生命周期内产生的影响没有做好管理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产品退市流程缺乏对重客产品及服务的处理及预警机制，影响客户增补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扩容需求。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预警机制缺失：信息传递滞后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重客需求响应断层：处理方案缺乏针对性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跨部门协作不够：责任链条不清晰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21640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76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76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246442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538002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59121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372526" y="1978591"/>
            <a:ext cx="4220460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通过对端到端业务流程的梳理与再造，有针对性的设计有区别于普通客户的重客流程与相关保障机制，具体包括：</a:t>
            </a:r>
            <a:endParaRPr kumimoji="0" lang="en-US" altLang="zh-CN" sz="1050" b="1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）客户计划流程落地重客持续沟通与价值运营。</a:t>
            </a:r>
            <a:endParaRPr lang="en-US" altLang="zh-CN" sz="1050" b="1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</a:t>
            </a:r>
            <a:r>
              <a:rPr lang="en-US" altLang="zh-CN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ML,MO</a:t>
            </a:r>
            <a:r>
              <a:rPr lang="zh-CN" altLang="en-US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流程</a:t>
            </a:r>
            <a:r>
              <a:rPr kumimoji="0" lang="zh-CN" altLang="en-US" sz="105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梳理与优化：强化线索跟进与孵化流程，充分挖掘业务机会；通过管理商机流程中的立项流程对重客商机进行专属优质资源匹配，加入专业评审点确保业务活动高质量。</a:t>
            </a:r>
            <a:endParaRPr kumimoji="0" lang="en-US" altLang="zh-CN" sz="1050" b="1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3</a:t>
            </a:r>
            <a:r>
              <a:rPr lang="zh-CN" altLang="en-US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</a:t>
            </a:r>
            <a:r>
              <a:rPr lang="en-US" altLang="zh-CN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IPD</a:t>
            </a:r>
            <a:r>
              <a:rPr lang="zh-CN" altLang="en-US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中的产品退市流程优化，对于退市</a:t>
            </a:r>
            <a:r>
              <a:rPr lang="en-US" altLang="zh-CN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/</a:t>
            </a:r>
            <a:r>
              <a:rPr lang="zh-CN" altLang="en-US" sz="105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停产的产品需要进行重客扫描，及时发现可能的影响和风险，提前找到应对方案。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66902" y="164203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703898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91742" y="210995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91742" y="267227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91742" y="323459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650409" y="17873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650409" y="237329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650409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864104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446855" y="4430517"/>
            <a:ext cx="4146131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b="1" dirty="0" smtClean="0"/>
              <a:t>人员能力提升：加强重客辅导与培训，提升重客服务意识与关键业务能力。</a:t>
            </a:r>
            <a:endParaRPr lang="en-US" altLang="zh-CN" b="1" dirty="0" smtClean="0"/>
          </a:p>
          <a:p>
            <a:r>
              <a:rPr lang="en-US" altLang="zh-CN" b="1" dirty="0" smtClean="0"/>
              <a:t>IT</a:t>
            </a:r>
            <a:r>
              <a:rPr lang="zh-CN" altLang="en-US" b="1" dirty="0" smtClean="0"/>
              <a:t>系统能力提升：加强</a:t>
            </a:r>
            <a:r>
              <a:rPr lang="en-US" altLang="zh-CN" b="1" dirty="0" smtClean="0"/>
              <a:t>IT</a:t>
            </a:r>
            <a:r>
              <a:rPr lang="zh-CN" altLang="en-US" b="1" dirty="0" smtClean="0"/>
              <a:t>建设，做到业务在线，数据在线，决策在线，高效赋能重客业务开展。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5366902" y="402359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solidFill>
                  <a:schemeClr val="accent2"/>
                </a:solidFill>
              </a:rPr>
              <a:t>能力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703898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64104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791742" y="4454418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/>
              <a:t>会沟通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9791742" y="4968389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/>
              <a:t>会经营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9825151" y="5482360"/>
            <a:ext cx="18214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/>
              <a:t>会服务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650409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650409" y="4695506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650409" y="5209715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908033" y="3565933"/>
            <a:ext cx="1005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463012" y="1750340"/>
            <a:ext cx="925882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155342" y="5284114"/>
            <a:ext cx="925882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179156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 smtClean="0"/>
              <a:t>提前</a:t>
            </a:r>
            <a:r>
              <a:rPr lang="zh-CN" altLang="en-US" sz="1400" dirty="0"/>
              <a:t>介入了解和收集重客业务和相关信息，”看全，看清</a:t>
            </a:r>
            <a:r>
              <a:rPr lang="en-US" altLang="zh-CN" sz="1400" dirty="0"/>
              <a:t>FOP”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、通过</a:t>
            </a:r>
            <a:r>
              <a:rPr lang="zh-CN" altLang="en-US" sz="1400" dirty="0"/>
              <a:t>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、非</a:t>
            </a:r>
            <a:r>
              <a:rPr lang="zh-CN" altLang="en-US" sz="1400" dirty="0"/>
              <a:t>优势重客首单、各系统部解决方案前三单，按级别触发</a:t>
            </a:r>
            <a:r>
              <a:rPr lang="en-US" altLang="zh-CN" sz="1400" dirty="0"/>
              <a:t>BG</a:t>
            </a:r>
            <a:r>
              <a:rPr lang="zh-CN" altLang="en-US" sz="1400" dirty="0"/>
              <a:t>、</a:t>
            </a:r>
            <a:r>
              <a:rPr lang="en-US" altLang="zh-CN" sz="1400" dirty="0"/>
              <a:t>BU</a:t>
            </a:r>
            <a:r>
              <a:rPr lang="zh-CN" altLang="en-US" sz="1400" dirty="0"/>
              <a:t>级项目立项，成立专属重客项目铁三角团队，整合资源按标准流程执行；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重客前期沟通交流，资源流程保障，区域能力不足问题。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293591" y="2532112"/>
            <a:ext cx="5412993" cy="1693789"/>
            <a:chOff x="4876901" y="2359982"/>
            <a:chExt cx="6476721" cy="2271306"/>
          </a:xfrm>
        </p:grpSpPr>
        <p:sp>
          <p:nvSpPr>
            <p:cNvPr id="8" name="矩形 7"/>
            <p:cNvSpPr/>
            <p:nvPr/>
          </p:nvSpPr>
          <p:spPr>
            <a:xfrm>
              <a:off x="4876901" y="2621713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高质量技术交流</a:t>
              </a:r>
              <a:endParaRPr lang="zh-CN" altLang="en-US" sz="14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876901" y="3519787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需求洞察</a:t>
              </a:r>
              <a:endParaRPr lang="zh-CN" altLang="en-US" sz="14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546015" y="2978074"/>
              <a:ext cx="1431668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上报系统部</a:t>
              </a:r>
              <a:endParaRPr lang="zh-CN" altLang="en-US" sz="1400" dirty="0"/>
            </a:p>
          </p:txBody>
        </p:sp>
        <p:cxnSp>
          <p:nvCxnSpPr>
            <p:cNvPr id="11" name="肘形连接符 10"/>
            <p:cNvCxnSpPr>
              <a:stCxn id="8" idx="3"/>
              <a:endCxn id="34" idx="1"/>
            </p:cNvCxnSpPr>
            <p:nvPr/>
          </p:nvCxnSpPr>
          <p:spPr>
            <a:xfrm>
              <a:off x="6782765" y="2930759"/>
              <a:ext cx="763250" cy="3563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3" idx="3"/>
              <a:endCxn id="34" idx="1"/>
            </p:cNvCxnSpPr>
            <p:nvPr/>
          </p:nvCxnSpPr>
          <p:spPr>
            <a:xfrm flipV="1">
              <a:off x="6782765" y="3287120"/>
              <a:ext cx="763250" cy="5417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447758" y="2359982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行业营销拓展</a:t>
              </a:r>
              <a:endParaRPr lang="zh-CN" altLang="en-US" sz="14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9447758" y="3172700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解决方案</a:t>
              </a:r>
              <a:endParaRPr lang="zh-CN" altLang="en-US" sz="14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9447758" y="4013196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产品研发</a:t>
              </a:r>
              <a:endParaRPr lang="zh-CN" altLang="en-US" sz="1400" dirty="0"/>
            </a:p>
          </p:txBody>
        </p:sp>
        <p:cxnSp>
          <p:nvCxnSpPr>
            <p:cNvPr id="48" name="肘形连接符 47"/>
            <p:cNvCxnSpPr>
              <a:stCxn id="34" idx="3"/>
              <a:endCxn id="43" idx="1"/>
            </p:cNvCxnSpPr>
            <p:nvPr/>
          </p:nvCxnSpPr>
          <p:spPr>
            <a:xfrm flipV="1">
              <a:off x="8977683" y="2669028"/>
              <a:ext cx="470075" cy="6180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34" idx="3"/>
              <a:endCxn id="46" idx="1"/>
            </p:cNvCxnSpPr>
            <p:nvPr/>
          </p:nvCxnSpPr>
          <p:spPr>
            <a:xfrm>
              <a:off x="8977683" y="3287120"/>
              <a:ext cx="470075" cy="1946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34" idx="3"/>
              <a:endCxn id="47" idx="1"/>
            </p:cNvCxnSpPr>
            <p:nvPr/>
          </p:nvCxnSpPr>
          <p:spPr>
            <a:xfrm>
              <a:off x="8977683" y="3287120"/>
              <a:ext cx="470075" cy="1035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5236821" y="4665356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立项项目池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5236820" y="5416416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系统</a:t>
            </a:r>
            <a:r>
              <a:rPr lang="zh-CN" altLang="en-US" sz="1400" dirty="0" smtClean="0"/>
              <a:t>部重客首单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36819" y="6090061"/>
            <a:ext cx="1927910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系统部解决方案前三单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7704005" y="5408703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9699818" y="5408704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44" name="肘形连接符 43"/>
          <p:cNvCxnSpPr>
            <a:stCxn id="65" idx="3"/>
            <a:endCxn id="69" idx="1"/>
          </p:cNvCxnSpPr>
          <p:nvPr/>
        </p:nvCxnSpPr>
        <p:spPr>
          <a:xfrm>
            <a:off x="7164729" y="4895822"/>
            <a:ext cx="539276" cy="743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6" idx="3"/>
            <a:endCxn id="69" idx="1"/>
          </p:cNvCxnSpPr>
          <p:nvPr/>
        </p:nvCxnSpPr>
        <p:spPr>
          <a:xfrm flipV="1">
            <a:off x="7164729" y="5639169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stCxn id="68" idx="3"/>
            <a:endCxn id="69" idx="1"/>
          </p:cNvCxnSpPr>
          <p:nvPr/>
        </p:nvCxnSpPr>
        <p:spPr>
          <a:xfrm flipV="1">
            <a:off x="7164729" y="5639169"/>
            <a:ext cx="539276" cy="681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69" idx="3"/>
            <a:endCxn id="70" idx="1"/>
          </p:cNvCxnSpPr>
          <p:nvPr/>
        </p:nvCxnSpPr>
        <p:spPr>
          <a:xfrm>
            <a:off x="9160541" y="5639169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8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针对客户端</a:t>
            </a:r>
            <a:r>
              <a:rPr lang="en-US" altLang="zh-CN" sz="1400" dirty="0"/>
              <a:t>EC</a:t>
            </a:r>
            <a:r>
              <a:rPr lang="zh-CN" altLang="en-US" sz="1400" dirty="0"/>
              <a:t>类、</a:t>
            </a:r>
            <a:r>
              <a:rPr lang="en-US" altLang="zh-CN" sz="1400" dirty="0"/>
              <a:t>DC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信息反馈：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1</a:t>
            </a:r>
            <a:r>
              <a:rPr lang="zh-CN" altLang="en-US" sz="1400" dirty="0" smtClean="0"/>
              <a:t>、建议在</a:t>
            </a:r>
            <a:r>
              <a:rPr lang="en-US" altLang="zh-CN" sz="1400" dirty="0"/>
              <a:t>ML</a:t>
            </a:r>
            <a:r>
              <a:rPr lang="zh-CN" altLang="en-US" sz="14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、项目</a:t>
            </a:r>
            <a:r>
              <a:rPr lang="en-US" altLang="zh-CN" sz="1400" dirty="0"/>
              <a:t>MANT</a:t>
            </a:r>
            <a:r>
              <a:rPr lang="zh-CN" altLang="en-US" sz="1400" dirty="0"/>
              <a:t>明确后，进入漏斗内，第一时间触发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级立项，按照流程执行；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1" name="矩形 90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236819" y="2638885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EC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99" name="矩形 98"/>
          <p:cNvSpPr/>
          <p:nvPr/>
        </p:nvSpPr>
        <p:spPr>
          <a:xfrm>
            <a:off x="5236819" y="3353978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100" name="矩形 99"/>
          <p:cNvSpPr/>
          <p:nvPr/>
        </p:nvSpPr>
        <p:spPr>
          <a:xfrm>
            <a:off x="7573785" y="2953937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上报系统部</a:t>
            </a:r>
            <a:endParaRPr lang="zh-CN" altLang="en-US" sz="1400" dirty="0"/>
          </a:p>
        </p:txBody>
      </p:sp>
      <p:sp>
        <p:nvSpPr>
          <p:cNvPr id="101" name="矩形 100"/>
          <p:cNvSpPr/>
          <p:nvPr/>
        </p:nvSpPr>
        <p:spPr>
          <a:xfrm>
            <a:off x="9501693" y="248396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系统部拓展</a:t>
            </a:r>
            <a:endParaRPr lang="zh-CN" altLang="en-US" sz="1400" dirty="0"/>
          </a:p>
        </p:txBody>
      </p:sp>
      <p:cxnSp>
        <p:nvCxnSpPr>
          <p:cNvPr id="14" name="肘形连接符 13"/>
          <p:cNvCxnSpPr>
            <a:stCxn id="98" idx="3"/>
            <a:endCxn id="100" idx="1"/>
          </p:cNvCxnSpPr>
          <p:nvPr/>
        </p:nvCxnSpPr>
        <p:spPr>
          <a:xfrm>
            <a:off x="7164727" y="2869351"/>
            <a:ext cx="409058" cy="315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99" idx="3"/>
            <a:endCxn id="100" idx="1"/>
          </p:cNvCxnSpPr>
          <p:nvPr/>
        </p:nvCxnSpPr>
        <p:spPr>
          <a:xfrm flipV="1">
            <a:off x="7164727" y="3184403"/>
            <a:ext cx="409058" cy="400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9501693" y="297978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解决方案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9501693" y="347560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endParaRPr lang="zh-CN" altLang="en-US" sz="1400" dirty="0"/>
          </a:p>
        </p:txBody>
      </p:sp>
      <p:cxnSp>
        <p:nvCxnSpPr>
          <p:cNvPr id="105" name="肘形连接符 104"/>
          <p:cNvCxnSpPr>
            <a:stCxn id="100" idx="3"/>
            <a:endCxn id="101" idx="1"/>
          </p:cNvCxnSpPr>
          <p:nvPr/>
        </p:nvCxnSpPr>
        <p:spPr>
          <a:xfrm flipV="1">
            <a:off x="9030321" y="2681969"/>
            <a:ext cx="471372" cy="5024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0" idx="3"/>
            <a:endCxn id="103" idx="1"/>
          </p:cNvCxnSpPr>
          <p:nvPr/>
        </p:nvCxnSpPr>
        <p:spPr>
          <a:xfrm flipV="1">
            <a:off x="9030321" y="3177789"/>
            <a:ext cx="471372" cy="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100" idx="3"/>
            <a:endCxn id="104" idx="1"/>
          </p:cNvCxnSpPr>
          <p:nvPr/>
        </p:nvCxnSpPr>
        <p:spPr>
          <a:xfrm>
            <a:off x="9030321" y="3184403"/>
            <a:ext cx="471372" cy="489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9501693" y="3971430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客户体验部</a:t>
            </a:r>
            <a:endParaRPr lang="zh-CN" altLang="en-US" sz="1400" dirty="0"/>
          </a:p>
        </p:txBody>
      </p:sp>
      <p:cxnSp>
        <p:nvCxnSpPr>
          <p:cNvPr id="109" name="肘形连接符 108"/>
          <p:cNvCxnSpPr>
            <a:stCxn id="100" idx="3"/>
            <a:endCxn id="108" idx="1"/>
          </p:cNvCxnSpPr>
          <p:nvPr/>
        </p:nvCxnSpPr>
        <p:spPr>
          <a:xfrm>
            <a:off x="9030321" y="3184403"/>
            <a:ext cx="471372" cy="98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117672" y="5345404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商机填报（</a:t>
            </a:r>
            <a:r>
              <a:rPr lang="en-US" altLang="zh-CN" sz="1400" dirty="0" smtClean="0"/>
              <a:t>MANT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25" name="矩形 124"/>
          <p:cNvSpPr/>
          <p:nvPr/>
        </p:nvSpPr>
        <p:spPr>
          <a:xfrm>
            <a:off x="7584857" y="5337691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126" name="矩形 125"/>
          <p:cNvSpPr/>
          <p:nvPr/>
        </p:nvSpPr>
        <p:spPr>
          <a:xfrm>
            <a:off x="9580670" y="5337692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128" name="肘形连接符 127"/>
          <p:cNvCxnSpPr>
            <a:stCxn id="123" idx="3"/>
            <a:endCxn id="125" idx="1"/>
          </p:cNvCxnSpPr>
          <p:nvPr/>
        </p:nvCxnSpPr>
        <p:spPr>
          <a:xfrm flipV="1">
            <a:off x="7045581" y="5568157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25" idx="3"/>
            <a:endCxn id="126" idx="1"/>
          </p:cNvCxnSpPr>
          <p:nvPr/>
        </p:nvCxnSpPr>
        <p:spPr>
          <a:xfrm>
            <a:off x="9041393" y="5568157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等腰三角形 13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8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1773932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/>
              <a:t>OC</a:t>
            </a:r>
            <a:r>
              <a:rPr lang="zh-CN" altLang="en-US" sz="1400" dirty="0"/>
              <a:t>类项目，进漏斗触发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级立项，在</a:t>
            </a:r>
            <a:r>
              <a:rPr lang="en-US" altLang="zh-CN" sz="1400" dirty="0"/>
              <a:t>MO</a:t>
            </a:r>
            <a:r>
              <a:rPr lang="zh-CN" altLang="en-US" sz="1400" dirty="0"/>
              <a:t>流程</a:t>
            </a:r>
            <a:r>
              <a:rPr lang="en-US" altLang="zh-CN" sz="1400" dirty="0"/>
              <a:t>L3”</a:t>
            </a:r>
            <a:r>
              <a:rPr lang="zh-CN" altLang="en-US" sz="1400" dirty="0"/>
              <a:t>制定与执行投标策略“”谈判并签订合同“流程中，加入基于销管、信控、法务、财务、交付等参与决策的评审流程，标准化执行；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1773589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133592" y="4187549"/>
            <a:ext cx="2263829" cy="23438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1" y="2206625"/>
            <a:ext cx="8076236" cy="4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9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通过客户计划覆盖和信息收集，持续运转，提升对客户业务、需求、愿景的理解专业性，基于客户端</a:t>
            </a:r>
            <a:r>
              <a:rPr lang="en-US" altLang="zh-CN" sz="1400" dirty="0"/>
              <a:t>FOP</a:t>
            </a:r>
            <a:r>
              <a:rPr lang="zh-CN" altLang="en-US" sz="1400" dirty="0"/>
              <a:t>进行分析与制定策略；</a:t>
            </a:r>
            <a:r>
              <a:rPr lang="en-US" altLang="zh-CN" sz="1400" dirty="0"/>
              <a:t>EBG</a:t>
            </a:r>
            <a:r>
              <a:rPr lang="zh-CN" altLang="en-US" sz="1400" dirty="0"/>
              <a:t>市场、解决方案、客户体验、产品研发部门建立客户端中高层拜访资源池，供重客负责团队按需调用；</a:t>
            </a:r>
            <a:endParaRPr lang="zh-CN" altLang="en-US" sz="1400" b="1" dirty="0"/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的客户运营计划，对等沟通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机制缺失</a:t>
            </a:r>
            <a:endParaRPr lang="zh-CN" altLang="en-US" sz="14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192676" y="4131490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85" y="2254168"/>
            <a:ext cx="5129575" cy="2221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985" y="4475242"/>
            <a:ext cx="5129575" cy="204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2976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r>
              <a:rPr lang="zh-CN" altLang="en-US" sz="1400" dirty="0"/>
              <a:t>建议在</a:t>
            </a:r>
            <a:r>
              <a:rPr lang="en-US" altLang="zh-CN" sz="1400" dirty="0"/>
              <a:t>IPD</a:t>
            </a:r>
            <a:r>
              <a:rPr lang="zh-CN" altLang="en-US" sz="14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2972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687721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4191073" y="2356178"/>
            <a:ext cx="7209989" cy="4114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497487" y="3215291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重</a:t>
            </a:r>
            <a:r>
              <a:rPr lang="zh-CN" altLang="en-US" sz="1400" dirty="0" smtClean="0"/>
              <a:t>客影响分析评审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4817120" y="3215291"/>
            <a:ext cx="792000" cy="194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r>
              <a:rPr lang="en-US" altLang="zh-CN" sz="1400" dirty="0" smtClean="0"/>
              <a:t>IPD</a:t>
            </a:r>
            <a:r>
              <a:rPr lang="zh-CN" altLang="en-US" sz="1400" dirty="0" smtClean="0"/>
              <a:t>退市子流程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产品停产，退市预警</a:t>
            </a:r>
            <a:endParaRPr lang="zh-CN" altLang="en-US" sz="1400" dirty="0"/>
          </a:p>
        </p:txBody>
      </p:sp>
      <p:sp>
        <p:nvSpPr>
          <p:cNvPr id="45" name="矩形 44"/>
          <p:cNvSpPr/>
          <p:nvPr/>
        </p:nvSpPr>
        <p:spPr>
          <a:xfrm>
            <a:off x="9858222" y="3215291"/>
            <a:ext cx="792000" cy="1944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重客认可</a:t>
            </a:r>
            <a:endParaRPr lang="zh-CN" altLang="en-US" sz="1400" dirty="0"/>
          </a:p>
        </p:txBody>
      </p:sp>
      <p:sp>
        <p:nvSpPr>
          <p:cNvPr id="2" name="右箭头 1"/>
          <p:cNvSpPr/>
          <p:nvPr/>
        </p:nvSpPr>
        <p:spPr>
          <a:xfrm>
            <a:off x="5805587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9142369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7854" y="3239709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输出预案并进行客户沟通</a:t>
            </a:r>
            <a:endParaRPr lang="zh-CN" altLang="en-US" sz="1400" dirty="0"/>
          </a:p>
        </p:txBody>
      </p:sp>
      <p:sp>
        <p:nvSpPr>
          <p:cNvPr id="51" name="右箭头 50"/>
          <p:cNvSpPr/>
          <p:nvPr/>
        </p:nvSpPr>
        <p:spPr>
          <a:xfrm>
            <a:off x="7485551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5"/>
            <a:ext cx="11088370" cy="4239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10996" y="3740825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80" name="Freeform 19"/>
          <p:cNvSpPr>
            <a:spLocks noEditPoints="1"/>
          </p:cNvSpPr>
          <p:nvPr/>
        </p:nvSpPr>
        <p:spPr bwMode="auto">
          <a:xfrm>
            <a:off x="1390520" y="2367936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1" name="Freeform 19"/>
          <p:cNvSpPr>
            <a:spLocks noEditPoints="1"/>
          </p:cNvSpPr>
          <p:nvPr/>
        </p:nvSpPr>
        <p:spPr bwMode="auto">
          <a:xfrm>
            <a:off x="177113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2" name="Freeform 19"/>
          <p:cNvSpPr>
            <a:spLocks noEditPoints="1"/>
          </p:cNvSpPr>
          <p:nvPr/>
        </p:nvSpPr>
        <p:spPr bwMode="auto">
          <a:xfrm>
            <a:off x="2154249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3" name="Freeform 19"/>
          <p:cNvSpPr>
            <a:spLocks noEditPoints="1"/>
          </p:cNvSpPr>
          <p:nvPr/>
        </p:nvSpPr>
        <p:spPr bwMode="auto">
          <a:xfrm>
            <a:off x="2518109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4" name="Freeform 19"/>
          <p:cNvSpPr>
            <a:spLocks noEditPoints="1"/>
          </p:cNvSpPr>
          <p:nvPr/>
        </p:nvSpPr>
        <p:spPr bwMode="auto">
          <a:xfrm>
            <a:off x="2901132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5" name="Freeform 19"/>
          <p:cNvSpPr>
            <a:spLocks noEditPoints="1"/>
          </p:cNvSpPr>
          <p:nvPr/>
        </p:nvSpPr>
        <p:spPr bwMode="auto">
          <a:xfrm>
            <a:off x="358562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6" name="Freeform 19"/>
          <p:cNvSpPr>
            <a:spLocks noEditPoints="1"/>
          </p:cNvSpPr>
          <p:nvPr/>
        </p:nvSpPr>
        <p:spPr bwMode="auto">
          <a:xfrm>
            <a:off x="8505220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7" name="Freeform 19"/>
          <p:cNvSpPr>
            <a:spLocks noEditPoints="1"/>
          </p:cNvSpPr>
          <p:nvPr/>
        </p:nvSpPr>
        <p:spPr bwMode="auto">
          <a:xfrm>
            <a:off x="10945757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1343891" y="2586528"/>
            <a:ext cx="10016602" cy="1015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19"/>
          <p:cNvSpPr txBox="1"/>
          <p:nvPr/>
        </p:nvSpPr>
        <p:spPr>
          <a:xfrm>
            <a:off x="2981111" y="2344647"/>
            <a:ext cx="867206" cy="189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需求确认</a:t>
            </a:r>
          </a:p>
        </p:txBody>
      </p:sp>
      <p:sp>
        <p:nvSpPr>
          <p:cNvPr id="90" name="文本框 19"/>
          <p:cNvSpPr txBox="1"/>
          <p:nvPr/>
        </p:nvSpPr>
        <p:spPr>
          <a:xfrm>
            <a:off x="8116267" y="2372708"/>
            <a:ext cx="48084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下单</a:t>
            </a:r>
          </a:p>
        </p:txBody>
      </p:sp>
      <p:sp>
        <p:nvSpPr>
          <p:cNvPr id="91" name="文本框 19"/>
          <p:cNvSpPr txBox="1"/>
          <p:nvPr/>
        </p:nvSpPr>
        <p:spPr>
          <a:xfrm>
            <a:off x="9590215" y="2357040"/>
            <a:ext cx="73977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交付服务</a:t>
            </a:r>
          </a:p>
        </p:txBody>
      </p:sp>
      <p:sp>
        <p:nvSpPr>
          <p:cNvPr id="92" name="Freeform 19"/>
          <p:cNvSpPr>
            <a:spLocks noEditPoints="1"/>
          </p:cNvSpPr>
          <p:nvPr/>
        </p:nvSpPr>
        <p:spPr bwMode="auto">
          <a:xfrm>
            <a:off x="7801262" y="236918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93" name="文本框 19"/>
          <p:cNvSpPr txBox="1"/>
          <p:nvPr/>
        </p:nvSpPr>
        <p:spPr>
          <a:xfrm>
            <a:off x="5132374" y="2359084"/>
            <a:ext cx="1540099" cy="2062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设计方案、投标、赢单</a:t>
            </a:r>
          </a:p>
        </p:txBody>
      </p:sp>
      <p:sp>
        <p:nvSpPr>
          <p:cNvPr id="94" name="Freeform 19"/>
          <p:cNvSpPr>
            <a:spLocks noEditPoints="1"/>
          </p:cNvSpPr>
          <p:nvPr/>
        </p:nvSpPr>
        <p:spPr bwMode="auto">
          <a:xfrm>
            <a:off x="9034595" y="2366304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102" name="文本框 19"/>
          <p:cNvSpPr txBox="1"/>
          <p:nvPr/>
        </p:nvSpPr>
        <p:spPr>
          <a:xfrm>
            <a:off x="1233412" y="2496399"/>
            <a:ext cx="603271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陌生人</a:t>
            </a:r>
          </a:p>
        </p:txBody>
      </p:sp>
      <p:sp>
        <p:nvSpPr>
          <p:cNvPr id="106" name="文本框 19"/>
          <p:cNvSpPr txBox="1"/>
          <p:nvPr/>
        </p:nvSpPr>
        <p:spPr>
          <a:xfrm>
            <a:off x="1735402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访客</a:t>
            </a:r>
          </a:p>
        </p:txBody>
      </p:sp>
      <p:sp>
        <p:nvSpPr>
          <p:cNvPr id="113" name="文本框 19"/>
          <p:cNvSpPr txBox="1"/>
          <p:nvPr/>
        </p:nvSpPr>
        <p:spPr>
          <a:xfrm>
            <a:off x="211852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IQL</a:t>
            </a:r>
            <a:endParaRPr lang="zh-CN" altLang="en-US" dirty="0">
              <a:sym typeface="+mn-lt"/>
            </a:endParaRPr>
          </a:p>
        </p:txBody>
      </p:sp>
      <p:sp>
        <p:nvSpPr>
          <p:cNvPr id="114" name="文本框 19"/>
          <p:cNvSpPr txBox="1"/>
          <p:nvPr/>
        </p:nvSpPr>
        <p:spPr>
          <a:xfrm>
            <a:off x="2482382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MQL</a:t>
            </a:r>
            <a:endParaRPr lang="zh-CN" altLang="en-US" dirty="0">
              <a:sym typeface="+mn-lt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2865405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SQL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" name="文本框 19"/>
          <p:cNvSpPr txBox="1"/>
          <p:nvPr/>
        </p:nvSpPr>
        <p:spPr>
          <a:xfrm>
            <a:off x="354989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商机</a:t>
            </a:r>
          </a:p>
        </p:txBody>
      </p:sp>
      <p:sp>
        <p:nvSpPr>
          <p:cNvPr id="118" name="文本框 19"/>
          <p:cNvSpPr txBox="1"/>
          <p:nvPr/>
        </p:nvSpPr>
        <p:spPr>
          <a:xfrm>
            <a:off x="8469494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订单</a:t>
            </a:r>
          </a:p>
        </p:txBody>
      </p:sp>
      <p:sp>
        <p:nvSpPr>
          <p:cNvPr id="119" name="文本框 19"/>
          <p:cNvSpPr txBox="1"/>
          <p:nvPr/>
        </p:nvSpPr>
        <p:spPr>
          <a:xfrm>
            <a:off x="10910030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忠诚</a:t>
            </a:r>
          </a:p>
        </p:txBody>
      </p:sp>
      <p:sp>
        <p:nvSpPr>
          <p:cNvPr id="120" name="文本框 19"/>
          <p:cNvSpPr txBox="1"/>
          <p:nvPr/>
        </p:nvSpPr>
        <p:spPr>
          <a:xfrm>
            <a:off x="7765536" y="250676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签约</a:t>
            </a:r>
          </a:p>
        </p:txBody>
      </p:sp>
      <p:sp>
        <p:nvSpPr>
          <p:cNvPr id="122" name="文本框 19"/>
          <p:cNvSpPr txBox="1"/>
          <p:nvPr/>
        </p:nvSpPr>
        <p:spPr>
          <a:xfrm>
            <a:off x="8998868" y="2503884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履约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9745" y="2827020"/>
            <a:ext cx="702310" cy="238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业务旅程</a:t>
            </a: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31211" y="2916749"/>
            <a:ext cx="10617806" cy="1038604"/>
            <a:chOff x="1032483" y="3250183"/>
            <a:chExt cx="10617806" cy="1038604"/>
          </a:xfrm>
        </p:grpSpPr>
        <p:grpSp>
          <p:nvGrpSpPr>
            <p:cNvPr id="58" name="Group 57"/>
            <p:cNvGrpSpPr/>
            <p:nvPr/>
          </p:nvGrpSpPr>
          <p:grpSpPr>
            <a:xfrm>
              <a:off x="1032483" y="3250183"/>
              <a:ext cx="10617806" cy="482623"/>
              <a:chOff x="891807" y="4319884"/>
              <a:chExt cx="10617806" cy="48262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891807" y="4389903"/>
                <a:ext cx="10617806" cy="330710"/>
              </a:xfrm>
              <a:custGeom>
                <a:avLst/>
                <a:gdLst>
                  <a:gd name="connsiteX0" fmla="*/ 0 w 10382596"/>
                  <a:gd name="connsiteY0" fmla="*/ 470471 h 869968"/>
                  <a:gd name="connsiteX1" fmla="*/ 1180407 w 10382596"/>
                  <a:gd name="connsiteY1" fmla="*/ 96398 h 869968"/>
                  <a:gd name="connsiteX2" fmla="*/ 1803862 w 10382596"/>
                  <a:gd name="connsiteY2" fmla="*/ 13271 h 869968"/>
                  <a:gd name="connsiteX3" fmla="*/ 2460567 w 10382596"/>
                  <a:gd name="connsiteY3" fmla="*/ 129649 h 869968"/>
                  <a:gd name="connsiteX4" fmla="*/ 3100647 w 10382596"/>
                  <a:gd name="connsiteY4" fmla="*/ 512034 h 869968"/>
                  <a:gd name="connsiteX5" fmla="*/ 4089862 w 10382596"/>
                  <a:gd name="connsiteY5" fmla="*/ 852856 h 869968"/>
                  <a:gd name="connsiteX6" fmla="*/ 5004262 w 10382596"/>
                  <a:gd name="connsiteY6" fmla="*/ 786354 h 869968"/>
                  <a:gd name="connsiteX7" fmla="*/ 5461462 w 10382596"/>
                  <a:gd name="connsiteY7" fmla="*/ 503722 h 869968"/>
                  <a:gd name="connsiteX8" fmla="*/ 5760720 w 10382596"/>
                  <a:gd name="connsiteY8" fmla="*/ 229402 h 869968"/>
                  <a:gd name="connsiteX9" fmla="*/ 6259484 w 10382596"/>
                  <a:gd name="connsiteY9" fmla="*/ 13271 h 869968"/>
                  <a:gd name="connsiteX10" fmla="*/ 7032567 w 10382596"/>
                  <a:gd name="connsiteY10" fmla="*/ 63147 h 869968"/>
                  <a:gd name="connsiteX11" fmla="*/ 7772400 w 10382596"/>
                  <a:gd name="connsiteY11" fmla="*/ 387343 h 869968"/>
                  <a:gd name="connsiteX12" fmla="*/ 8204662 w 10382596"/>
                  <a:gd name="connsiteY12" fmla="*/ 669976 h 869968"/>
                  <a:gd name="connsiteX13" fmla="*/ 8744989 w 10382596"/>
                  <a:gd name="connsiteY13" fmla="*/ 769729 h 869968"/>
                  <a:gd name="connsiteX14" fmla="*/ 9368444 w 10382596"/>
                  <a:gd name="connsiteY14" fmla="*/ 786354 h 869968"/>
                  <a:gd name="connsiteX15" fmla="*/ 9966960 w 10382596"/>
                  <a:gd name="connsiteY15" fmla="*/ 620100 h 869968"/>
                  <a:gd name="connsiteX16" fmla="*/ 10341033 w 10382596"/>
                  <a:gd name="connsiteY16" fmla="*/ 246027 h 869968"/>
                  <a:gd name="connsiteX17" fmla="*/ 10365971 w 10382596"/>
                  <a:gd name="connsiteY17" fmla="*/ 212776 h 869968"/>
                  <a:gd name="connsiteX18" fmla="*/ 10382596 w 10382596"/>
                  <a:gd name="connsiteY18" fmla="*/ 229402 h 869968"/>
                  <a:gd name="connsiteX0-1" fmla="*/ 0 w 10382596"/>
                  <a:gd name="connsiteY0-2" fmla="*/ 595162 h 869968"/>
                  <a:gd name="connsiteX1-3" fmla="*/ 1180407 w 10382596"/>
                  <a:gd name="connsiteY1-4" fmla="*/ 96398 h 869968"/>
                  <a:gd name="connsiteX2-5" fmla="*/ 1803862 w 10382596"/>
                  <a:gd name="connsiteY2-6" fmla="*/ 13271 h 869968"/>
                  <a:gd name="connsiteX3-7" fmla="*/ 2460567 w 10382596"/>
                  <a:gd name="connsiteY3-8" fmla="*/ 129649 h 869968"/>
                  <a:gd name="connsiteX4-9" fmla="*/ 3100647 w 10382596"/>
                  <a:gd name="connsiteY4-10" fmla="*/ 512034 h 869968"/>
                  <a:gd name="connsiteX5-11" fmla="*/ 4089862 w 10382596"/>
                  <a:gd name="connsiteY5-12" fmla="*/ 852856 h 869968"/>
                  <a:gd name="connsiteX6-13" fmla="*/ 5004262 w 10382596"/>
                  <a:gd name="connsiteY6-14" fmla="*/ 786354 h 869968"/>
                  <a:gd name="connsiteX7-15" fmla="*/ 5461462 w 10382596"/>
                  <a:gd name="connsiteY7-16" fmla="*/ 503722 h 869968"/>
                  <a:gd name="connsiteX8-17" fmla="*/ 5760720 w 10382596"/>
                  <a:gd name="connsiteY8-18" fmla="*/ 229402 h 869968"/>
                  <a:gd name="connsiteX9-19" fmla="*/ 6259484 w 10382596"/>
                  <a:gd name="connsiteY9-20" fmla="*/ 13271 h 869968"/>
                  <a:gd name="connsiteX10-21" fmla="*/ 7032567 w 10382596"/>
                  <a:gd name="connsiteY10-22" fmla="*/ 63147 h 869968"/>
                  <a:gd name="connsiteX11-23" fmla="*/ 7772400 w 10382596"/>
                  <a:gd name="connsiteY11-24" fmla="*/ 387343 h 869968"/>
                  <a:gd name="connsiteX12-25" fmla="*/ 8204662 w 10382596"/>
                  <a:gd name="connsiteY12-26" fmla="*/ 669976 h 869968"/>
                  <a:gd name="connsiteX13-27" fmla="*/ 8744989 w 10382596"/>
                  <a:gd name="connsiteY13-28" fmla="*/ 769729 h 869968"/>
                  <a:gd name="connsiteX14-29" fmla="*/ 9368444 w 10382596"/>
                  <a:gd name="connsiteY14-30" fmla="*/ 786354 h 869968"/>
                  <a:gd name="connsiteX15-31" fmla="*/ 9966960 w 10382596"/>
                  <a:gd name="connsiteY15-32" fmla="*/ 620100 h 869968"/>
                  <a:gd name="connsiteX16-33" fmla="*/ 10341033 w 10382596"/>
                  <a:gd name="connsiteY16-34" fmla="*/ 246027 h 869968"/>
                  <a:gd name="connsiteX17-35" fmla="*/ 10365971 w 10382596"/>
                  <a:gd name="connsiteY17-36" fmla="*/ 212776 h 869968"/>
                  <a:gd name="connsiteX18-37" fmla="*/ 10382596 w 10382596"/>
                  <a:gd name="connsiteY18-38" fmla="*/ 229402 h 869968"/>
                  <a:gd name="connsiteX0-39" fmla="*/ 0 w 10382596"/>
                  <a:gd name="connsiteY0-40" fmla="*/ 595162 h 869968"/>
                  <a:gd name="connsiteX1-41" fmla="*/ 1180407 w 10382596"/>
                  <a:gd name="connsiteY1-42" fmla="*/ 96398 h 869968"/>
                  <a:gd name="connsiteX2-43" fmla="*/ 1803862 w 10382596"/>
                  <a:gd name="connsiteY2-44" fmla="*/ 13271 h 869968"/>
                  <a:gd name="connsiteX3-45" fmla="*/ 2460567 w 10382596"/>
                  <a:gd name="connsiteY3-46" fmla="*/ 129649 h 869968"/>
                  <a:gd name="connsiteX4-47" fmla="*/ 3100647 w 10382596"/>
                  <a:gd name="connsiteY4-48" fmla="*/ 512034 h 869968"/>
                  <a:gd name="connsiteX5-49" fmla="*/ 4089862 w 10382596"/>
                  <a:gd name="connsiteY5-50" fmla="*/ 852856 h 869968"/>
                  <a:gd name="connsiteX6-51" fmla="*/ 5004262 w 10382596"/>
                  <a:gd name="connsiteY6-52" fmla="*/ 786354 h 869968"/>
                  <a:gd name="connsiteX7-53" fmla="*/ 5461462 w 10382596"/>
                  <a:gd name="connsiteY7-54" fmla="*/ 503722 h 869968"/>
                  <a:gd name="connsiteX8-55" fmla="*/ 5760720 w 10382596"/>
                  <a:gd name="connsiteY8-56" fmla="*/ 229402 h 869968"/>
                  <a:gd name="connsiteX9-57" fmla="*/ 6259484 w 10382596"/>
                  <a:gd name="connsiteY9-58" fmla="*/ 13271 h 869968"/>
                  <a:gd name="connsiteX10-59" fmla="*/ 7032567 w 10382596"/>
                  <a:gd name="connsiteY10-60" fmla="*/ 63147 h 869968"/>
                  <a:gd name="connsiteX11-61" fmla="*/ 7772400 w 10382596"/>
                  <a:gd name="connsiteY11-62" fmla="*/ 387343 h 869968"/>
                  <a:gd name="connsiteX12-63" fmla="*/ 8204662 w 10382596"/>
                  <a:gd name="connsiteY12-64" fmla="*/ 669976 h 869968"/>
                  <a:gd name="connsiteX13-65" fmla="*/ 8744989 w 10382596"/>
                  <a:gd name="connsiteY13-66" fmla="*/ 769729 h 869968"/>
                  <a:gd name="connsiteX14-67" fmla="*/ 9368444 w 10382596"/>
                  <a:gd name="connsiteY14-68" fmla="*/ 786354 h 869968"/>
                  <a:gd name="connsiteX15-69" fmla="*/ 9966960 w 10382596"/>
                  <a:gd name="connsiteY15-70" fmla="*/ 620100 h 869968"/>
                  <a:gd name="connsiteX16-71" fmla="*/ 10341033 w 10382596"/>
                  <a:gd name="connsiteY16-72" fmla="*/ 246027 h 869968"/>
                  <a:gd name="connsiteX17-73" fmla="*/ 10365971 w 10382596"/>
                  <a:gd name="connsiteY17-74" fmla="*/ 212776 h 869968"/>
                  <a:gd name="connsiteX18-75" fmla="*/ 10382596 w 10382596"/>
                  <a:gd name="connsiteY18-76" fmla="*/ 229402 h 869968"/>
                  <a:gd name="connsiteX0-77" fmla="*/ 0 w 10382596"/>
                  <a:gd name="connsiteY0-78" fmla="*/ 595162 h 869968"/>
                  <a:gd name="connsiteX1-79" fmla="*/ 1180407 w 10382596"/>
                  <a:gd name="connsiteY1-80" fmla="*/ 96398 h 869968"/>
                  <a:gd name="connsiteX2-81" fmla="*/ 1803862 w 10382596"/>
                  <a:gd name="connsiteY2-82" fmla="*/ 13271 h 869968"/>
                  <a:gd name="connsiteX3-83" fmla="*/ 2460567 w 10382596"/>
                  <a:gd name="connsiteY3-84" fmla="*/ 129649 h 869968"/>
                  <a:gd name="connsiteX4-85" fmla="*/ 3100647 w 10382596"/>
                  <a:gd name="connsiteY4-86" fmla="*/ 512034 h 869968"/>
                  <a:gd name="connsiteX5-87" fmla="*/ 4089862 w 10382596"/>
                  <a:gd name="connsiteY5-88" fmla="*/ 852856 h 869968"/>
                  <a:gd name="connsiteX6-89" fmla="*/ 5004262 w 10382596"/>
                  <a:gd name="connsiteY6-90" fmla="*/ 786354 h 869968"/>
                  <a:gd name="connsiteX7-91" fmla="*/ 5461462 w 10382596"/>
                  <a:gd name="connsiteY7-92" fmla="*/ 503722 h 869968"/>
                  <a:gd name="connsiteX8-93" fmla="*/ 5760720 w 10382596"/>
                  <a:gd name="connsiteY8-94" fmla="*/ 229402 h 869968"/>
                  <a:gd name="connsiteX9-95" fmla="*/ 6259484 w 10382596"/>
                  <a:gd name="connsiteY9-96" fmla="*/ 13271 h 869968"/>
                  <a:gd name="connsiteX10-97" fmla="*/ 7032567 w 10382596"/>
                  <a:gd name="connsiteY10-98" fmla="*/ 63147 h 869968"/>
                  <a:gd name="connsiteX11-99" fmla="*/ 7772400 w 10382596"/>
                  <a:gd name="connsiteY11-100" fmla="*/ 387343 h 869968"/>
                  <a:gd name="connsiteX12-101" fmla="*/ 8204662 w 10382596"/>
                  <a:gd name="connsiteY12-102" fmla="*/ 669976 h 869968"/>
                  <a:gd name="connsiteX13-103" fmla="*/ 8744989 w 10382596"/>
                  <a:gd name="connsiteY13-104" fmla="*/ 769729 h 869968"/>
                  <a:gd name="connsiteX14-105" fmla="*/ 9368444 w 10382596"/>
                  <a:gd name="connsiteY14-106" fmla="*/ 786354 h 869968"/>
                  <a:gd name="connsiteX15-107" fmla="*/ 9966960 w 10382596"/>
                  <a:gd name="connsiteY15-108" fmla="*/ 620100 h 869968"/>
                  <a:gd name="connsiteX16-109" fmla="*/ 10341033 w 10382596"/>
                  <a:gd name="connsiteY16-110" fmla="*/ 246027 h 869968"/>
                  <a:gd name="connsiteX17-111" fmla="*/ 10365971 w 10382596"/>
                  <a:gd name="connsiteY17-112" fmla="*/ 212776 h 869968"/>
                  <a:gd name="connsiteX18-113" fmla="*/ 10382596 w 10382596"/>
                  <a:gd name="connsiteY18-114" fmla="*/ 229402 h 869968"/>
                  <a:gd name="connsiteX0-115" fmla="*/ 0 w 10382596"/>
                  <a:gd name="connsiteY0-116" fmla="*/ 595162 h 869968"/>
                  <a:gd name="connsiteX1-117" fmla="*/ 997527 w 10382596"/>
                  <a:gd name="connsiteY1-118" fmla="*/ 129649 h 869968"/>
                  <a:gd name="connsiteX2-119" fmla="*/ 1803862 w 10382596"/>
                  <a:gd name="connsiteY2-120" fmla="*/ 13271 h 869968"/>
                  <a:gd name="connsiteX3-121" fmla="*/ 2460567 w 10382596"/>
                  <a:gd name="connsiteY3-122" fmla="*/ 129649 h 869968"/>
                  <a:gd name="connsiteX4-123" fmla="*/ 3100647 w 10382596"/>
                  <a:gd name="connsiteY4-124" fmla="*/ 512034 h 869968"/>
                  <a:gd name="connsiteX5-125" fmla="*/ 4089862 w 10382596"/>
                  <a:gd name="connsiteY5-126" fmla="*/ 852856 h 869968"/>
                  <a:gd name="connsiteX6-127" fmla="*/ 5004262 w 10382596"/>
                  <a:gd name="connsiteY6-128" fmla="*/ 786354 h 869968"/>
                  <a:gd name="connsiteX7-129" fmla="*/ 5461462 w 10382596"/>
                  <a:gd name="connsiteY7-130" fmla="*/ 503722 h 869968"/>
                  <a:gd name="connsiteX8-131" fmla="*/ 5760720 w 10382596"/>
                  <a:gd name="connsiteY8-132" fmla="*/ 229402 h 869968"/>
                  <a:gd name="connsiteX9-133" fmla="*/ 6259484 w 10382596"/>
                  <a:gd name="connsiteY9-134" fmla="*/ 13271 h 869968"/>
                  <a:gd name="connsiteX10-135" fmla="*/ 7032567 w 10382596"/>
                  <a:gd name="connsiteY10-136" fmla="*/ 63147 h 869968"/>
                  <a:gd name="connsiteX11-137" fmla="*/ 7772400 w 10382596"/>
                  <a:gd name="connsiteY11-138" fmla="*/ 387343 h 869968"/>
                  <a:gd name="connsiteX12-139" fmla="*/ 8204662 w 10382596"/>
                  <a:gd name="connsiteY12-140" fmla="*/ 669976 h 869968"/>
                  <a:gd name="connsiteX13-141" fmla="*/ 8744989 w 10382596"/>
                  <a:gd name="connsiteY13-142" fmla="*/ 769729 h 869968"/>
                  <a:gd name="connsiteX14-143" fmla="*/ 9368444 w 10382596"/>
                  <a:gd name="connsiteY14-144" fmla="*/ 786354 h 869968"/>
                  <a:gd name="connsiteX15-145" fmla="*/ 9966960 w 10382596"/>
                  <a:gd name="connsiteY15-146" fmla="*/ 620100 h 869968"/>
                  <a:gd name="connsiteX16-147" fmla="*/ 10341033 w 10382596"/>
                  <a:gd name="connsiteY16-148" fmla="*/ 246027 h 869968"/>
                  <a:gd name="connsiteX17-149" fmla="*/ 10365971 w 10382596"/>
                  <a:gd name="connsiteY17-150" fmla="*/ 212776 h 869968"/>
                  <a:gd name="connsiteX18-151" fmla="*/ 10382596 w 10382596"/>
                  <a:gd name="connsiteY18-152" fmla="*/ 229402 h 869968"/>
                  <a:gd name="connsiteX0-153" fmla="*/ 0 w 10382596"/>
                  <a:gd name="connsiteY0-154" fmla="*/ 595162 h 869968"/>
                  <a:gd name="connsiteX1-155" fmla="*/ 947651 w 10382596"/>
                  <a:gd name="connsiteY1-156" fmla="*/ 162900 h 869968"/>
                  <a:gd name="connsiteX2-157" fmla="*/ 1803862 w 10382596"/>
                  <a:gd name="connsiteY2-158" fmla="*/ 13271 h 869968"/>
                  <a:gd name="connsiteX3-159" fmla="*/ 2460567 w 10382596"/>
                  <a:gd name="connsiteY3-160" fmla="*/ 129649 h 869968"/>
                  <a:gd name="connsiteX4-161" fmla="*/ 3100647 w 10382596"/>
                  <a:gd name="connsiteY4-162" fmla="*/ 512034 h 869968"/>
                  <a:gd name="connsiteX5-163" fmla="*/ 4089862 w 10382596"/>
                  <a:gd name="connsiteY5-164" fmla="*/ 852856 h 869968"/>
                  <a:gd name="connsiteX6-165" fmla="*/ 5004262 w 10382596"/>
                  <a:gd name="connsiteY6-166" fmla="*/ 786354 h 869968"/>
                  <a:gd name="connsiteX7-167" fmla="*/ 5461462 w 10382596"/>
                  <a:gd name="connsiteY7-168" fmla="*/ 503722 h 869968"/>
                  <a:gd name="connsiteX8-169" fmla="*/ 5760720 w 10382596"/>
                  <a:gd name="connsiteY8-170" fmla="*/ 229402 h 869968"/>
                  <a:gd name="connsiteX9-171" fmla="*/ 6259484 w 10382596"/>
                  <a:gd name="connsiteY9-172" fmla="*/ 13271 h 869968"/>
                  <a:gd name="connsiteX10-173" fmla="*/ 7032567 w 10382596"/>
                  <a:gd name="connsiteY10-174" fmla="*/ 63147 h 869968"/>
                  <a:gd name="connsiteX11-175" fmla="*/ 7772400 w 10382596"/>
                  <a:gd name="connsiteY11-176" fmla="*/ 387343 h 869968"/>
                  <a:gd name="connsiteX12-177" fmla="*/ 8204662 w 10382596"/>
                  <a:gd name="connsiteY12-178" fmla="*/ 669976 h 869968"/>
                  <a:gd name="connsiteX13-179" fmla="*/ 8744989 w 10382596"/>
                  <a:gd name="connsiteY13-180" fmla="*/ 769729 h 869968"/>
                  <a:gd name="connsiteX14-181" fmla="*/ 9368444 w 10382596"/>
                  <a:gd name="connsiteY14-182" fmla="*/ 786354 h 869968"/>
                  <a:gd name="connsiteX15-183" fmla="*/ 9966960 w 10382596"/>
                  <a:gd name="connsiteY15-184" fmla="*/ 620100 h 869968"/>
                  <a:gd name="connsiteX16-185" fmla="*/ 10341033 w 10382596"/>
                  <a:gd name="connsiteY16-186" fmla="*/ 246027 h 869968"/>
                  <a:gd name="connsiteX17-187" fmla="*/ 10365971 w 10382596"/>
                  <a:gd name="connsiteY17-188" fmla="*/ 212776 h 869968"/>
                  <a:gd name="connsiteX18-189" fmla="*/ 10382596 w 10382596"/>
                  <a:gd name="connsiteY18-190" fmla="*/ 229402 h 869968"/>
                  <a:gd name="connsiteX0-191" fmla="*/ 0 w 10382596"/>
                  <a:gd name="connsiteY0-192" fmla="*/ 595162 h 869968"/>
                  <a:gd name="connsiteX1-193" fmla="*/ 947651 w 10382596"/>
                  <a:gd name="connsiteY1-194" fmla="*/ 162900 h 869968"/>
                  <a:gd name="connsiteX2-195" fmla="*/ 1720735 w 10382596"/>
                  <a:gd name="connsiteY2-196" fmla="*/ 13271 h 869968"/>
                  <a:gd name="connsiteX3-197" fmla="*/ 2460567 w 10382596"/>
                  <a:gd name="connsiteY3-198" fmla="*/ 129649 h 869968"/>
                  <a:gd name="connsiteX4-199" fmla="*/ 3100647 w 10382596"/>
                  <a:gd name="connsiteY4-200" fmla="*/ 512034 h 869968"/>
                  <a:gd name="connsiteX5-201" fmla="*/ 4089862 w 10382596"/>
                  <a:gd name="connsiteY5-202" fmla="*/ 852856 h 869968"/>
                  <a:gd name="connsiteX6-203" fmla="*/ 5004262 w 10382596"/>
                  <a:gd name="connsiteY6-204" fmla="*/ 786354 h 869968"/>
                  <a:gd name="connsiteX7-205" fmla="*/ 5461462 w 10382596"/>
                  <a:gd name="connsiteY7-206" fmla="*/ 503722 h 869968"/>
                  <a:gd name="connsiteX8-207" fmla="*/ 5760720 w 10382596"/>
                  <a:gd name="connsiteY8-208" fmla="*/ 229402 h 869968"/>
                  <a:gd name="connsiteX9-209" fmla="*/ 6259484 w 10382596"/>
                  <a:gd name="connsiteY9-210" fmla="*/ 13271 h 869968"/>
                  <a:gd name="connsiteX10-211" fmla="*/ 7032567 w 10382596"/>
                  <a:gd name="connsiteY10-212" fmla="*/ 63147 h 869968"/>
                  <a:gd name="connsiteX11-213" fmla="*/ 7772400 w 10382596"/>
                  <a:gd name="connsiteY11-214" fmla="*/ 387343 h 869968"/>
                  <a:gd name="connsiteX12-215" fmla="*/ 8204662 w 10382596"/>
                  <a:gd name="connsiteY12-216" fmla="*/ 669976 h 869968"/>
                  <a:gd name="connsiteX13-217" fmla="*/ 8744989 w 10382596"/>
                  <a:gd name="connsiteY13-218" fmla="*/ 769729 h 869968"/>
                  <a:gd name="connsiteX14-219" fmla="*/ 9368444 w 10382596"/>
                  <a:gd name="connsiteY14-220" fmla="*/ 786354 h 869968"/>
                  <a:gd name="connsiteX15-221" fmla="*/ 9966960 w 10382596"/>
                  <a:gd name="connsiteY15-222" fmla="*/ 620100 h 869968"/>
                  <a:gd name="connsiteX16-223" fmla="*/ 10341033 w 10382596"/>
                  <a:gd name="connsiteY16-224" fmla="*/ 246027 h 869968"/>
                  <a:gd name="connsiteX17-225" fmla="*/ 10365971 w 10382596"/>
                  <a:gd name="connsiteY17-226" fmla="*/ 212776 h 869968"/>
                  <a:gd name="connsiteX18-227" fmla="*/ 10382596 w 10382596"/>
                  <a:gd name="connsiteY18-228" fmla="*/ 229402 h 869968"/>
                  <a:gd name="connsiteX0-229" fmla="*/ 0 w 10382596"/>
                  <a:gd name="connsiteY0-230" fmla="*/ 595162 h 869968"/>
                  <a:gd name="connsiteX1-231" fmla="*/ 889461 w 10382596"/>
                  <a:gd name="connsiteY1-232" fmla="*/ 196151 h 869968"/>
                  <a:gd name="connsiteX2-233" fmla="*/ 1720735 w 10382596"/>
                  <a:gd name="connsiteY2-234" fmla="*/ 13271 h 869968"/>
                  <a:gd name="connsiteX3-235" fmla="*/ 2460567 w 10382596"/>
                  <a:gd name="connsiteY3-236" fmla="*/ 129649 h 869968"/>
                  <a:gd name="connsiteX4-237" fmla="*/ 3100647 w 10382596"/>
                  <a:gd name="connsiteY4-238" fmla="*/ 512034 h 869968"/>
                  <a:gd name="connsiteX5-239" fmla="*/ 4089862 w 10382596"/>
                  <a:gd name="connsiteY5-240" fmla="*/ 852856 h 869968"/>
                  <a:gd name="connsiteX6-241" fmla="*/ 5004262 w 10382596"/>
                  <a:gd name="connsiteY6-242" fmla="*/ 786354 h 869968"/>
                  <a:gd name="connsiteX7-243" fmla="*/ 5461462 w 10382596"/>
                  <a:gd name="connsiteY7-244" fmla="*/ 503722 h 869968"/>
                  <a:gd name="connsiteX8-245" fmla="*/ 5760720 w 10382596"/>
                  <a:gd name="connsiteY8-246" fmla="*/ 229402 h 869968"/>
                  <a:gd name="connsiteX9-247" fmla="*/ 6259484 w 10382596"/>
                  <a:gd name="connsiteY9-248" fmla="*/ 13271 h 869968"/>
                  <a:gd name="connsiteX10-249" fmla="*/ 7032567 w 10382596"/>
                  <a:gd name="connsiteY10-250" fmla="*/ 63147 h 869968"/>
                  <a:gd name="connsiteX11-251" fmla="*/ 7772400 w 10382596"/>
                  <a:gd name="connsiteY11-252" fmla="*/ 387343 h 869968"/>
                  <a:gd name="connsiteX12-253" fmla="*/ 8204662 w 10382596"/>
                  <a:gd name="connsiteY12-254" fmla="*/ 669976 h 869968"/>
                  <a:gd name="connsiteX13-255" fmla="*/ 8744989 w 10382596"/>
                  <a:gd name="connsiteY13-256" fmla="*/ 769729 h 869968"/>
                  <a:gd name="connsiteX14-257" fmla="*/ 9368444 w 10382596"/>
                  <a:gd name="connsiteY14-258" fmla="*/ 786354 h 869968"/>
                  <a:gd name="connsiteX15-259" fmla="*/ 9966960 w 10382596"/>
                  <a:gd name="connsiteY15-260" fmla="*/ 620100 h 869968"/>
                  <a:gd name="connsiteX16-261" fmla="*/ 10341033 w 10382596"/>
                  <a:gd name="connsiteY16-262" fmla="*/ 246027 h 869968"/>
                  <a:gd name="connsiteX17-263" fmla="*/ 10365971 w 10382596"/>
                  <a:gd name="connsiteY17-264" fmla="*/ 212776 h 869968"/>
                  <a:gd name="connsiteX18-265" fmla="*/ 10382596 w 10382596"/>
                  <a:gd name="connsiteY18-266" fmla="*/ 229402 h 869968"/>
                  <a:gd name="connsiteX0-267" fmla="*/ 0 w 10382596"/>
                  <a:gd name="connsiteY0-268" fmla="*/ 595162 h 869968"/>
                  <a:gd name="connsiteX1-269" fmla="*/ 889461 w 10382596"/>
                  <a:gd name="connsiteY1-270" fmla="*/ 196151 h 869968"/>
                  <a:gd name="connsiteX2-271" fmla="*/ 1629295 w 10382596"/>
                  <a:gd name="connsiteY2-272" fmla="*/ 46522 h 869968"/>
                  <a:gd name="connsiteX3-273" fmla="*/ 2460567 w 10382596"/>
                  <a:gd name="connsiteY3-274" fmla="*/ 129649 h 869968"/>
                  <a:gd name="connsiteX4-275" fmla="*/ 3100647 w 10382596"/>
                  <a:gd name="connsiteY4-276" fmla="*/ 512034 h 869968"/>
                  <a:gd name="connsiteX5-277" fmla="*/ 4089862 w 10382596"/>
                  <a:gd name="connsiteY5-278" fmla="*/ 852856 h 869968"/>
                  <a:gd name="connsiteX6-279" fmla="*/ 5004262 w 10382596"/>
                  <a:gd name="connsiteY6-280" fmla="*/ 786354 h 869968"/>
                  <a:gd name="connsiteX7-281" fmla="*/ 5461462 w 10382596"/>
                  <a:gd name="connsiteY7-282" fmla="*/ 503722 h 869968"/>
                  <a:gd name="connsiteX8-283" fmla="*/ 5760720 w 10382596"/>
                  <a:gd name="connsiteY8-284" fmla="*/ 229402 h 869968"/>
                  <a:gd name="connsiteX9-285" fmla="*/ 6259484 w 10382596"/>
                  <a:gd name="connsiteY9-286" fmla="*/ 13271 h 869968"/>
                  <a:gd name="connsiteX10-287" fmla="*/ 7032567 w 10382596"/>
                  <a:gd name="connsiteY10-288" fmla="*/ 63147 h 869968"/>
                  <a:gd name="connsiteX11-289" fmla="*/ 7772400 w 10382596"/>
                  <a:gd name="connsiteY11-290" fmla="*/ 387343 h 869968"/>
                  <a:gd name="connsiteX12-291" fmla="*/ 8204662 w 10382596"/>
                  <a:gd name="connsiteY12-292" fmla="*/ 669976 h 869968"/>
                  <a:gd name="connsiteX13-293" fmla="*/ 8744989 w 10382596"/>
                  <a:gd name="connsiteY13-294" fmla="*/ 769729 h 869968"/>
                  <a:gd name="connsiteX14-295" fmla="*/ 9368444 w 10382596"/>
                  <a:gd name="connsiteY14-296" fmla="*/ 786354 h 869968"/>
                  <a:gd name="connsiteX15-297" fmla="*/ 9966960 w 10382596"/>
                  <a:gd name="connsiteY15-298" fmla="*/ 620100 h 869968"/>
                  <a:gd name="connsiteX16-299" fmla="*/ 10341033 w 10382596"/>
                  <a:gd name="connsiteY16-300" fmla="*/ 246027 h 869968"/>
                  <a:gd name="connsiteX17-301" fmla="*/ 10365971 w 10382596"/>
                  <a:gd name="connsiteY17-302" fmla="*/ 212776 h 869968"/>
                  <a:gd name="connsiteX18-303" fmla="*/ 10382596 w 10382596"/>
                  <a:gd name="connsiteY18-304" fmla="*/ 229402 h 869968"/>
                  <a:gd name="connsiteX0-305" fmla="*/ 0 w 10382596"/>
                  <a:gd name="connsiteY0-306" fmla="*/ 595162 h 869968"/>
                  <a:gd name="connsiteX1-307" fmla="*/ 889461 w 10382596"/>
                  <a:gd name="connsiteY1-308" fmla="*/ 196151 h 869968"/>
                  <a:gd name="connsiteX2-309" fmla="*/ 1629295 w 10382596"/>
                  <a:gd name="connsiteY2-310" fmla="*/ 46522 h 869968"/>
                  <a:gd name="connsiteX3-311" fmla="*/ 2460567 w 10382596"/>
                  <a:gd name="connsiteY3-312" fmla="*/ 171213 h 869968"/>
                  <a:gd name="connsiteX4-313" fmla="*/ 3100647 w 10382596"/>
                  <a:gd name="connsiteY4-314" fmla="*/ 512034 h 869968"/>
                  <a:gd name="connsiteX5-315" fmla="*/ 4089862 w 10382596"/>
                  <a:gd name="connsiteY5-316" fmla="*/ 852856 h 869968"/>
                  <a:gd name="connsiteX6-317" fmla="*/ 5004262 w 10382596"/>
                  <a:gd name="connsiteY6-318" fmla="*/ 786354 h 869968"/>
                  <a:gd name="connsiteX7-319" fmla="*/ 5461462 w 10382596"/>
                  <a:gd name="connsiteY7-320" fmla="*/ 503722 h 869968"/>
                  <a:gd name="connsiteX8-321" fmla="*/ 5760720 w 10382596"/>
                  <a:gd name="connsiteY8-322" fmla="*/ 229402 h 869968"/>
                  <a:gd name="connsiteX9-323" fmla="*/ 6259484 w 10382596"/>
                  <a:gd name="connsiteY9-324" fmla="*/ 13271 h 869968"/>
                  <a:gd name="connsiteX10-325" fmla="*/ 7032567 w 10382596"/>
                  <a:gd name="connsiteY10-326" fmla="*/ 63147 h 869968"/>
                  <a:gd name="connsiteX11-327" fmla="*/ 7772400 w 10382596"/>
                  <a:gd name="connsiteY11-328" fmla="*/ 387343 h 869968"/>
                  <a:gd name="connsiteX12-329" fmla="*/ 8204662 w 10382596"/>
                  <a:gd name="connsiteY12-330" fmla="*/ 669976 h 869968"/>
                  <a:gd name="connsiteX13-331" fmla="*/ 8744989 w 10382596"/>
                  <a:gd name="connsiteY13-332" fmla="*/ 769729 h 869968"/>
                  <a:gd name="connsiteX14-333" fmla="*/ 9368444 w 10382596"/>
                  <a:gd name="connsiteY14-334" fmla="*/ 786354 h 869968"/>
                  <a:gd name="connsiteX15-335" fmla="*/ 9966960 w 10382596"/>
                  <a:gd name="connsiteY15-336" fmla="*/ 620100 h 869968"/>
                  <a:gd name="connsiteX16-337" fmla="*/ 10341033 w 10382596"/>
                  <a:gd name="connsiteY16-338" fmla="*/ 246027 h 869968"/>
                  <a:gd name="connsiteX17-339" fmla="*/ 10365971 w 10382596"/>
                  <a:gd name="connsiteY17-340" fmla="*/ 212776 h 869968"/>
                  <a:gd name="connsiteX18-341" fmla="*/ 10382596 w 10382596"/>
                  <a:gd name="connsiteY18-342" fmla="*/ 229402 h 869968"/>
                  <a:gd name="connsiteX0-343" fmla="*/ 0 w 10382596"/>
                  <a:gd name="connsiteY0-344" fmla="*/ 595162 h 869968"/>
                  <a:gd name="connsiteX1-345" fmla="*/ 889461 w 10382596"/>
                  <a:gd name="connsiteY1-346" fmla="*/ 196151 h 869968"/>
                  <a:gd name="connsiteX2-347" fmla="*/ 1629295 w 10382596"/>
                  <a:gd name="connsiteY2-348" fmla="*/ 46522 h 869968"/>
                  <a:gd name="connsiteX3-349" fmla="*/ 2460567 w 10382596"/>
                  <a:gd name="connsiteY3-350" fmla="*/ 196151 h 869968"/>
                  <a:gd name="connsiteX4-351" fmla="*/ 3100647 w 10382596"/>
                  <a:gd name="connsiteY4-352" fmla="*/ 512034 h 869968"/>
                  <a:gd name="connsiteX5-353" fmla="*/ 4089862 w 10382596"/>
                  <a:gd name="connsiteY5-354" fmla="*/ 852856 h 869968"/>
                  <a:gd name="connsiteX6-355" fmla="*/ 5004262 w 10382596"/>
                  <a:gd name="connsiteY6-356" fmla="*/ 786354 h 869968"/>
                  <a:gd name="connsiteX7-357" fmla="*/ 5461462 w 10382596"/>
                  <a:gd name="connsiteY7-358" fmla="*/ 503722 h 869968"/>
                  <a:gd name="connsiteX8-359" fmla="*/ 5760720 w 10382596"/>
                  <a:gd name="connsiteY8-360" fmla="*/ 229402 h 869968"/>
                  <a:gd name="connsiteX9-361" fmla="*/ 6259484 w 10382596"/>
                  <a:gd name="connsiteY9-362" fmla="*/ 13271 h 869968"/>
                  <a:gd name="connsiteX10-363" fmla="*/ 7032567 w 10382596"/>
                  <a:gd name="connsiteY10-364" fmla="*/ 63147 h 869968"/>
                  <a:gd name="connsiteX11-365" fmla="*/ 7772400 w 10382596"/>
                  <a:gd name="connsiteY11-366" fmla="*/ 387343 h 869968"/>
                  <a:gd name="connsiteX12-367" fmla="*/ 8204662 w 10382596"/>
                  <a:gd name="connsiteY12-368" fmla="*/ 669976 h 869968"/>
                  <a:gd name="connsiteX13-369" fmla="*/ 8744989 w 10382596"/>
                  <a:gd name="connsiteY13-370" fmla="*/ 769729 h 869968"/>
                  <a:gd name="connsiteX14-371" fmla="*/ 9368444 w 10382596"/>
                  <a:gd name="connsiteY14-372" fmla="*/ 786354 h 869968"/>
                  <a:gd name="connsiteX15-373" fmla="*/ 9966960 w 10382596"/>
                  <a:gd name="connsiteY15-374" fmla="*/ 620100 h 869968"/>
                  <a:gd name="connsiteX16-375" fmla="*/ 10341033 w 10382596"/>
                  <a:gd name="connsiteY16-376" fmla="*/ 246027 h 869968"/>
                  <a:gd name="connsiteX17-377" fmla="*/ 10365971 w 10382596"/>
                  <a:gd name="connsiteY17-378" fmla="*/ 212776 h 869968"/>
                  <a:gd name="connsiteX18-379" fmla="*/ 10382596 w 10382596"/>
                  <a:gd name="connsiteY18-380" fmla="*/ 229402 h 869968"/>
                  <a:gd name="connsiteX0-381" fmla="*/ 0 w 10382596"/>
                  <a:gd name="connsiteY0-382" fmla="*/ 595162 h 816769"/>
                  <a:gd name="connsiteX1-383" fmla="*/ 889461 w 10382596"/>
                  <a:gd name="connsiteY1-384" fmla="*/ 196151 h 816769"/>
                  <a:gd name="connsiteX2-385" fmla="*/ 1629295 w 10382596"/>
                  <a:gd name="connsiteY2-386" fmla="*/ 46522 h 816769"/>
                  <a:gd name="connsiteX3-387" fmla="*/ 2460567 w 10382596"/>
                  <a:gd name="connsiteY3-388" fmla="*/ 196151 h 816769"/>
                  <a:gd name="connsiteX4-389" fmla="*/ 3100647 w 10382596"/>
                  <a:gd name="connsiteY4-390" fmla="*/ 512034 h 816769"/>
                  <a:gd name="connsiteX5-391" fmla="*/ 3898669 w 10382596"/>
                  <a:gd name="connsiteY5-392" fmla="*/ 778042 h 816769"/>
                  <a:gd name="connsiteX6-393" fmla="*/ 5004262 w 10382596"/>
                  <a:gd name="connsiteY6-394" fmla="*/ 786354 h 816769"/>
                  <a:gd name="connsiteX7-395" fmla="*/ 5461462 w 10382596"/>
                  <a:gd name="connsiteY7-396" fmla="*/ 503722 h 816769"/>
                  <a:gd name="connsiteX8-397" fmla="*/ 5760720 w 10382596"/>
                  <a:gd name="connsiteY8-398" fmla="*/ 229402 h 816769"/>
                  <a:gd name="connsiteX9-399" fmla="*/ 6259484 w 10382596"/>
                  <a:gd name="connsiteY9-400" fmla="*/ 13271 h 816769"/>
                  <a:gd name="connsiteX10-401" fmla="*/ 7032567 w 10382596"/>
                  <a:gd name="connsiteY10-402" fmla="*/ 63147 h 816769"/>
                  <a:gd name="connsiteX11-403" fmla="*/ 7772400 w 10382596"/>
                  <a:gd name="connsiteY11-404" fmla="*/ 387343 h 816769"/>
                  <a:gd name="connsiteX12-405" fmla="*/ 8204662 w 10382596"/>
                  <a:gd name="connsiteY12-406" fmla="*/ 669976 h 816769"/>
                  <a:gd name="connsiteX13-407" fmla="*/ 8744989 w 10382596"/>
                  <a:gd name="connsiteY13-408" fmla="*/ 769729 h 816769"/>
                  <a:gd name="connsiteX14-409" fmla="*/ 9368444 w 10382596"/>
                  <a:gd name="connsiteY14-410" fmla="*/ 786354 h 816769"/>
                  <a:gd name="connsiteX15-411" fmla="*/ 9966960 w 10382596"/>
                  <a:gd name="connsiteY15-412" fmla="*/ 620100 h 816769"/>
                  <a:gd name="connsiteX16-413" fmla="*/ 10341033 w 10382596"/>
                  <a:gd name="connsiteY16-414" fmla="*/ 246027 h 816769"/>
                  <a:gd name="connsiteX17-415" fmla="*/ 10365971 w 10382596"/>
                  <a:gd name="connsiteY17-416" fmla="*/ 212776 h 816769"/>
                  <a:gd name="connsiteX18-417" fmla="*/ 10382596 w 10382596"/>
                  <a:gd name="connsiteY18-418" fmla="*/ 229402 h 816769"/>
                  <a:gd name="connsiteX0-419" fmla="*/ 0 w 10382596"/>
                  <a:gd name="connsiteY0-420" fmla="*/ 595162 h 811813"/>
                  <a:gd name="connsiteX1-421" fmla="*/ 889461 w 10382596"/>
                  <a:gd name="connsiteY1-422" fmla="*/ 196151 h 811813"/>
                  <a:gd name="connsiteX2-423" fmla="*/ 1629295 w 10382596"/>
                  <a:gd name="connsiteY2-424" fmla="*/ 46522 h 811813"/>
                  <a:gd name="connsiteX3-425" fmla="*/ 2460567 w 10382596"/>
                  <a:gd name="connsiteY3-426" fmla="*/ 196151 h 811813"/>
                  <a:gd name="connsiteX4-427" fmla="*/ 3100647 w 10382596"/>
                  <a:gd name="connsiteY4-428" fmla="*/ 512034 h 811813"/>
                  <a:gd name="connsiteX5-429" fmla="*/ 3898669 w 10382596"/>
                  <a:gd name="connsiteY5-430" fmla="*/ 778042 h 811813"/>
                  <a:gd name="connsiteX6-431" fmla="*/ 4813069 w 10382596"/>
                  <a:gd name="connsiteY6-432" fmla="*/ 778041 h 811813"/>
                  <a:gd name="connsiteX7-433" fmla="*/ 5461462 w 10382596"/>
                  <a:gd name="connsiteY7-434" fmla="*/ 503722 h 811813"/>
                  <a:gd name="connsiteX8-435" fmla="*/ 5760720 w 10382596"/>
                  <a:gd name="connsiteY8-436" fmla="*/ 229402 h 811813"/>
                  <a:gd name="connsiteX9-437" fmla="*/ 6259484 w 10382596"/>
                  <a:gd name="connsiteY9-438" fmla="*/ 13271 h 811813"/>
                  <a:gd name="connsiteX10-439" fmla="*/ 7032567 w 10382596"/>
                  <a:gd name="connsiteY10-440" fmla="*/ 63147 h 811813"/>
                  <a:gd name="connsiteX11-441" fmla="*/ 7772400 w 10382596"/>
                  <a:gd name="connsiteY11-442" fmla="*/ 387343 h 811813"/>
                  <a:gd name="connsiteX12-443" fmla="*/ 8204662 w 10382596"/>
                  <a:gd name="connsiteY12-444" fmla="*/ 669976 h 811813"/>
                  <a:gd name="connsiteX13-445" fmla="*/ 8744989 w 10382596"/>
                  <a:gd name="connsiteY13-446" fmla="*/ 769729 h 811813"/>
                  <a:gd name="connsiteX14-447" fmla="*/ 9368444 w 10382596"/>
                  <a:gd name="connsiteY14-448" fmla="*/ 786354 h 811813"/>
                  <a:gd name="connsiteX15-449" fmla="*/ 9966960 w 10382596"/>
                  <a:gd name="connsiteY15-450" fmla="*/ 620100 h 811813"/>
                  <a:gd name="connsiteX16-451" fmla="*/ 10341033 w 10382596"/>
                  <a:gd name="connsiteY16-452" fmla="*/ 246027 h 811813"/>
                  <a:gd name="connsiteX17-453" fmla="*/ 10365971 w 10382596"/>
                  <a:gd name="connsiteY17-454" fmla="*/ 212776 h 811813"/>
                  <a:gd name="connsiteX18-455" fmla="*/ 10382596 w 10382596"/>
                  <a:gd name="connsiteY18-456" fmla="*/ 229402 h 811813"/>
                  <a:gd name="connsiteX0-457" fmla="*/ 0 w 10382596"/>
                  <a:gd name="connsiteY0-458" fmla="*/ 595162 h 807338"/>
                  <a:gd name="connsiteX1-459" fmla="*/ 889461 w 10382596"/>
                  <a:gd name="connsiteY1-460" fmla="*/ 196151 h 807338"/>
                  <a:gd name="connsiteX2-461" fmla="*/ 1629295 w 10382596"/>
                  <a:gd name="connsiteY2-462" fmla="*/ 46522 h 807338"/>
                  <a:gd name="connsiteX3-463" fmla="*/ 2460567 w 10382596"/>
                  <a:gd name="connsiteY3-464" fmla="*/ 196151 h 807338"/>
                  <a:gd name="connsiteX4-465" fmla="*/ 3100647 w 10382596"/>
                  <a:gd name="connsiteY4-466" fmla="*/ 512034 h 807338"/>
                  <a:gd name="connsiteX5-467" fmla="*/ 3898669 w 10382596"/>
                  <a:gd name="connsiteY5-468" fmla="*/ 778042 h 807338"/>
                  <a:gd name="connsiteX6-469" fmla="*/ 4729942 w 10382596"/>
                  <a:gd name="connsiteY6-470" fmla="*/ 769728 h 807338"/>
                  <a:gd name="connsiteX7-471" fmla="*/ 5461462 w 10382596"/>
                  <a:gd name="connsiteY7-472" fmla="*/ 503722 h 807338"/>
                  <a:gd name="connsiteX8-473" fmla="*/ 5760720 w 10382596"/>
                  <a:gd name="connsiteY8-474" fmla="*/ 229402 h 807338"/>
                  <a:gd name="connsiteX9-475" fmla="*/ 6259484 w 10382596"/>
                  <a:gd name="connsiteY9-476" fmla="*/ 13271 h 807338"/>
                  <a:gd name="connsiteX10-477" fmla="*/ 7032567 w 10382596"/>
                  <a:gd name="connsiteY10-478" fmla="*/ 63147 h 807338"/>
                  <a:gd name="connsiteX11-479" fmla="*/ 7772400 w 10382596"/>
                  <a:gd name="connsiteY11-480" fmla="*/ 387343 h 807338"/>
                  <a:gd name="connsiteX12-481" fmla="*/ 8204662 w 10382596"/>
                  <a:gd name="connsiteY12-482" fmla="*/ 669976 h 807338"/>
                  <a:gd name="connsiteX13-483" fmla="*/ 8744989 w 10382596"/>
                  <a:gd name="connsiteY13-484" fmla="*/ 769729 h 807338"/>
                  <a:gd name="connsiteX14-485" fmla="*/ 9368444 w 10382596"/>
                  <a:gd name="connsiteY14-486" fmla="*/ 786354 h 807338"/>
                  <a:gd name="connsiteX15-487" fmla="*/ 9966960 w 10382596"/>
                  <a:gd name="connsiteY15-488" fmla="*/ 620100 h 807338"/>
                  <a:gd name="connsiteX16-489" fmla="*/ 10341033 w 10382596"/>
                  <a:gd name="connsiteY16-490" fmla="*/ 246027 h 807338"/>
                  <a:gd name="connsiteX17-491" fmla="*/ 10365971 w 10382596"/>
                  <a:gd name="connsiteY17-492" fmla="*/ 212776 h 807338"/>
                  <a:gd name="connsiteX18-493" fmla="*/ 10382596 w 10382596"/>
                  <a:gd name="connsiteY18-494" fmla="*/ 229402 h 807338"/>
                  <a:gd name="connsiteX0-495" fmla="*/ 0 w 10382596"/>
                  <a:gd name="connsiteY0-496" fmla="*/ 595162 h 807338"/>
                  <a:gd name="connsiteX1-497" fmla="*/ 889461 w 10382596"/>
                  <a:gd name="connsiteY1-498" fmla="*/ 196151 h 807338"/>
                  <a:gd name="connsiteX2-499" fmla="*/ 1629295 w 10382596"/>
                  <a:gd name="connsiteY2-500" fmla="*/ 46522 h 807338"/>
                  <a:gd name="connsiteX3-501" fmla="*/ 2435628 w 10382596"/>
                  <a:gd name="connsiteY3-502" fmla="*/ 196151 h 807338"/>
                  <a:gd name="connsiteX4-503" fmla="*/ 3100647 w 10382596"/>
                  <a:gd name="connsiteY4-504" fmla="*/ 512034 h 807338"/>
                  <a:gd name="connsiteX5-505" fmla="*/ 3898669 w 10382596"/>
                  <a:gd name="connsiteY5-506" fmla="*/ 778042 h 807338"/>
                  <a:gd name="connsiteX6-507" fmla="*/ 4729942 w 10382596"/>
                  <a:gd name="connsiteY6-508" fmla="*/ 769728 h 807338"/>
                  <a:gd name="connsiteX7-509" fmla="*/ 5461462 w 10382596"/>
                  <a:gd name="connsiteY7-510" fmla="*/ 503722 h 807338"/>
                  <a:gd name="connsiteX8-511" fmla="*/ 5760720 w 10382596"/>
                  <a:gd name="connsiteY8-512" fmla="*/ 229402 h 807338"/>
                  <a:gd name="connsiteX9-513" fmla="*/ 6259484 w 10382596"/>
                  <a:gd name="connsiteY9-514" fmla="*/ 13271 h 807338"/>
                  <a:gd name="connsiteX10-515" fmla="*/ 7032567 w 10382596"/>
                  <a:gd name="connsiteY10-516" fmla="*/ 63147 h 807338"/>
                  <a:gd name="connsiteX11-517" fmla="*/ 7772400 w 10382596"/>
                  <a:gd name="connsiteY11-518" fmla="*/ 387343 h 807338"/>
                  <a:gd name="connsiteX12-519" fmla="*/ 8204662 w 10382596"/>
                  <a:gd name="connsiteY12-520" fmla="*/ 669976 h 807338"/>
                  <a:gd name="connsiteX13-521" fmla="*/ 8744989 w 10382596"/>
                  <a:gd name="connsiteY13-522" fmla="*/ 769729 h 807338"/>
                  <a:gd name="connsiteX14-523" fmla="*/ 9368444 w 10382596"/>
                  <a:gd name="connsiteY14-524" fmla="*/ 786354 h 807338"/>
                  <a:gd name="connsiteX15-525" fmla="*/ 9966960 w 10382596"/>
                  <a:gd name="connsiteY15-526" fmla="*/ 620100 h 807338"/>
                  <a:gd name="connsiteX16-527" fmla="*/ 10341033 w 10382596"/>
                  <a:gd name="connsiteY16-528" fmla="*/ 246027 h 807338"/>
                  <a:gd name="connsiteX17-529" fmla="*/ 10365971 w 10382596"/>
                  <a:gd name="connsiteY17-530" fmla="*/ 212776 h 807338"/>
                  <a:gd name="connsiteX18-531" fmla="*/ 10382596 w 10382596"/>
                  <a:gd name="connsiteY18-532" fmla="*/ 229402 h 807338"/>
                  <a:gd name="connsiteX0-533" fmla="*/ 0 w 10382596"/>
                  <a:gd name="connsiteY0-534" fmla="*/ 595162 h 807338"/>
                  <a:gd name="connsiteX1-535" fmla="*/ 889461 w 10382596"/>
                  <a:gd name="connsiteY1-536" fmla="*/ 196151 h 807338"/>
                  <a:gd name="connsiteX2-537" fmla="*/ 1629295 w 10382596"/>
                  <a:gd name="connsiteY2-538" fmla="*/ 46522 h 807338"/>
                  <a:gd name="connsiteX3-539" fmla="*/ 2435628 w 10382596"/>
                  <a:gd name="connsiteY3-540" fmla="*/ 196151 h 807338"/>
                  <a:gd name="connsiteX4-541" fmla="*/ 3100647 w 10382596"/>
                  <a:gd name="connsiteY4-542" fmla="*/ 512034 h 807338"/>
                  <a:gd name="connsiteX5-543" fmla="*/ 3898669 w 10382596"/>
                  <a:gd name="connsiteY5-544" fmla="*/ 778042 h 807338"/>
                  <a:gd name="connsiteX6-545" fmla="*/ 4729942 w 10382596"/>
                  <a:gd name="connsiteY6-546" fmla="*/ 769728 h 807338"/>
                  <a:gd name="connsiteX7-547" fmla="*/ 5461462 w 10382596"/>
                  <a:gd name="connsiteY7-548" fmla="*/ 503722 h 807338"/>
                  <a:gd name="connsiteX8-549" fmla="*/ 5760720 w 10382596"/>
                  <a:gd name="connsiteY8-550" fmla="*/ 229402 h 807338"/>
                  <a:gd name="connsiteX9-551" fmla="*/ 6259484 w 10382596"/>
                  <a:gd name="connsiteY9-552" fmla="*/ 13271 h 807338"/>
                  <a:gd name="connsiteX10-553" fmla="*/ 7032567 w 10382596"/>
                  <a:gd name="connsiteY10-554" fmla="*/ 63147 h 807338"/>
                  <a:gd name="connsiteX11-555" fmla="*/ 7772400 w 10382596"/>
                  <a:gd name="connsiteY11-556" fmla="*/ 387343 h 807338"/>
                  <a:gd name="connsiteX12-557" fmla="*/ 8204662 w 10382596"/>
                  <a:gd name="connsiteY12-558" fmla="*/ 669976 h 807338"/>
                  <a:gd name="connsiteX13-559" fmla="*/ 8744989 w 10382596"/>
                  <a:gd name="connsiteY13-560" fmla="*/ 769729 h 807338"/>
                  <a:gd name="connsiteX14-561" fmla="*/ 9368444 w 10382596"/>
                  <a:gd name="connsiteY14-562" fmla="*/ 786354 h 807338"/>
                  <a:gd name="connsiteX15-563" fmla="*/ 9966960 w 10382596"/>
                  <a:gd name="connsiteY15-564" fmla="*/ 620100 h 807338"/>
                  <a:gd name="connsiteX16-565" fmla="*/ 10341033 w 10382596"/>
                  <a:gd name="connsiteY16-566" fmla="*/ 246027 h 807338"/>
                  <a:gd name="connsiteX17-567" fmla="*/ 10365971 w 10382596"/>
                  <a:gd name="connsiteY17-568" fmla="*/ 212776 h 807338"/>
                  <a:gd name="connsiteX18-569" fmla="*/ 10382596 w 10382596"/>
                  <a:gd name="connsiteY18-570" fmla="*/ 229402 h 807338"/>
                  <a:gd name="connsiteX0-571" fmla="*/ 0 w 10382596"/>
                  <a:gd name="connsiteY0-572" fmla="*/ 595162 h 805026"/>
                  <a:gd name="connsiteX1-573" fmla="*/ 889461 w 10382596"/>
                  <a:gd name="connsiteY1-574" fmla="*/ 196151 h 805026"/>
                  <a:gd name="connsiteX2-575" fmla="*/ 1629295 w 10382596"/>
                  <a:gd name="connsiteY2-576" fmla="*/ 46522 h 805026"/>
                  <a:gd name="connsiteX3-577" fmla="*/ 2435628 w 10382596"/>
                  <a:gd name="connsiteY3-578" fmla="*/ 196151 h 805026"/>
                  <a:gd name="connsiteX4-579" fmla="*/ 3100647 w 10382596"/>
                  <a:gd name="connsiteY4-580" fmla="*/ 512034 h 805026"/>
                  <a:gd name="connsiteX5-581" fmla="*/ 3898669 w 10382596"/>
                  <a:gd name="connsiteY5-582" fmla="*/ 778042 h 805026"/>
                  <a:gd name="connsiteX6-583" fmla="*/ 4729942 w 10382596"/>
                  <a:gd name="connsiteY6-584" fmla="*/ 769728 h 805026"/>
                  <a:gd name="connsiteX7-585" fmla="*/ 5320146 w 10382596"/>
                  <a:gd name="connsiteY7-586" fmla="*/ 545286 h 805026"/>
                  <a:gd name="connsiteX8-587" fmla="*/ 5760720 w 10382596"/>
                  <a:gd name="connsiteY8-588" fmla="*/ 229402 h 805026"/>
                  <a:gd name="connsiteX9-589" fmla="*/ 6259484 w 10382596"/>
                  <a:gd name="connsiteY9-590" fmla="*/ 13271 h 805026"/>
                  <a:gd name="connsiteX10-591" fmla="*/ 7032567 w 10382596"/>
                  <a:gd name="connsiteY10-592" fmla="*/ 63147 h 805026"/>
                  <a:gd name="connsiteX11-593" fmla="*/ 7772400 w 10382596"/>
                  <a:gd name="connsiteY11-594" fmla="*/ 387343 h 805026"/>
                  <a:gd name="connsiteX12-595" fmla="*/ 8204662 w 10382596"/>
                  <a:gd name="connsiteY12-596" fmla="*/ 669976 h 805026"/>
                  <a:gd name="connsiteX13-597" fmla="*/ 8744989 w 10382596"/>
                  <a:gd name="connsiteY13-598" fmla="*/ 769729 h 805026"/>
                  <a:gd name="connsiteX14-599" fmla="*/ 9368444 w 10382596"/>
                  <a:gd name="connsiteY14-600" fmla="*/ 786354 h 805026"/>
                  <a:gd name="connsiteX15-601" fmla="*/ 9966960 w 10382596"/>
                  <a:gd name="connsiteY15-602" fmla="*/ 620100 h 805026"/>
                  <a:gd name="connsiteX16-603" fmla="*/ 10341033 w 10382596"/>
                  <a:gd name="connsiteY16-604" fmla="*/ 246027 h 805026"/>
                  <a:gd name="connsiteX17-605" fmla="*/ 10365971 w 10382596"/>
                  <a:gd name="connsiteY17-606" fmla="*/ 212776 h 805026"/>
                  <a:gd name="connsiteX18-607" fmla="*/ 10382596 w 10382596"/>
                  <a:gd name="connsiteY18-608" fmla="*/ 229402 h 805026"/>
                  <a:gd name="connsiteX0-609" fmla="*/ 0 w 10382596"/>
                  <a:gd name="connsiteY0-610" fmla="*/ 595162 h 804581"/>
                  <a:gd name="connsiteX1-611" fmla="*/ 889461 w 10382596"/>
                  <a:gd name="connsiteY1-612" fmla="*/ 196151 h 804581"/>
                  <a:gd name="connsiteX2-613" fmla="*/ 1629295 w 10382596"/>
                  <a:gd name="connsiteY2-614" fmla="*/ 46522 h 804581"/>
                  <a:gd name="connsiteX3-615" fmla="*/ 2435628 w 10382596"/>
                  <a:gd name="connsiteY3-616" fmla="*/ 196151 h 804581"/>
                  <a:gd name="connsiteX4-617" fmla="*/ 3100647 w 10382596"/>
                  <a:gd name="connsiteY4-618" fmla="*/ 512034 h 804581"/>
                  <a:gd name="connsiteX5-619" fmla="*/ 3898669 w 10382596"/>
                  <a:gd name="connsiteY5-620" fmla="*/ 778042 h 804581"/>
                  <a:gd name="connsiteX6-621" fmla="*/ 4729942 w 10382596"/>
                  <a:gd name="connsiteY6-622" fmla="*/ 769728 h 804581"/>
                  <a:gd name="connsiteX7-623" fmla="*/ 5286895 w 10382596"/>
                  <a:gd name="connsiteY7-624" fmla="*/ 553598 h 804581"/>
                  <a:gd name="connsiteX8-625" fmla="*/ 5760720 w 10382596"/>
                  <a:gd name="connsiteY8-626" fmla="*/ 229402 h 804581"/>
                  <a:gd name="connsiteX9-627" fmla="*/ 6259484 w 10382596"/>
                  <a:gd name="connsiteY9-628" fmla="*/ 13271 h 804581"/>
                  <a:gd name="connsiteX10-629" fmla="*/ 7032567 w 10382596"/>
                  <a:gd name="connsiteY10-630" fmla="*/ 63147 h 804581"/>
                  <a:gd name="connsiteX11-631" fmla="*/ 7772400 w 10382596"/>
                  <a:gd name="connsiteY11-632" fmla="*/ 387343 h 804581"/>
                  <a:gd name="connsiteX12-633" fmla="*/ 8204662 w 10382596"/>
                  <a:gd name="connsiteY12-634" fmla="*/ 669976 h 804581"/>
                  <a:gd name="connsiteX13-635" fmla="*/ 8744989 w 10382596"/>
                  <a:gd name="connsiteY13-636" fmla="*/ 769729 h 804581"/>
                  <a:gd name="connsiteX14-637" fmla="*/ 9368444 w 10382596"/>
                  <a:gd name="connsiteY14-638" fmla="*/ 786354 h 804581"/>
                  <a:gd name="connsiteX15-639" fmla="*/ 9966960 w 10382596"/>
                  <a:gd name="connsiteY15-640" fmla="*/ 620100 h 804581"/>
                  <a:gd name="connsiteX16-641" fmla="*/ 10341033 w 10382596"/>
                  <a:gd name="connsiteY16-642" fmla="*/ 246027 h 804581"/>
                  <a:gd name="connsiteX17-643" fmla="*/ 10365971 w 10382596"/>
                  <a:gd name="connsiteY17-644" fmla="*/ 212776 h 804581"/>
                  <a:gd name="connsiteX18-645" fmla="*/ 10382596 w 10382596"/>
                  <a:gd name="connsiteY18-646" fmla="*/ 229402 h 804581"/>
                  <a:gd name="connsiteX0-647" fmla="*/ 0 w 10382596"/>
                  <a:gd name="connsiteY0-648" fmla="*/ 595162 h 804581"/>
                  <a:gd name="connsiteX1-649" fmla="*/ 889461 w 10382596"/>
                  <a:gd name="connsiteY1-650" fmla="*/ 196151 h 804581"/>
                  <a:gd name="connsiteX2-651" fmla="*/ 1629295 w 10382596"/>
                  <a:gd name="connsiteY2-652" fmla="*/ 46522 h 804581"/>
                  <a:gd name="connsiteX3-653" fmla="*/ 2435628 w 10382596"/>
                  <a:gd name="connsiteY3-654" fmla="*/ 196151 h 804581"/>
                  <a:gd name="connsiteX4-655" fmla="*/ 3100647 w 10382596"/>
                  <a:gd name="connsiteY4-656" fmla="*/ 512034 h 804581"/>
                  <a:gd name="connsiteX5-657" fmla="*/ 3898669 w 10382596"/>
                  <a:gd name="connsiteY5-658" fmla="*/ 778042 h 804581"/>
                  <a:gd name="connsiteX6-659" fmla="*/ 4572001 w 10382596"/>
                  <a:gd name="connsiteY6-660" fmla="*/ 769728 h 804581"/>
                  <a:gd name="connsiteX7-661" fmla="*/ 5286895 w 10382596"/>
                  <a:gd name="connsiteY7-662" fmla="*/ 553598 h 804581"/>
                  <a:gd name="connsiteX8-663" fmla="*/ 5760720 w 10382596"/>
                  <a:gd name="connsiteY8-664" fmla="*/ 229402 h 804581"/>
                  <a:gd name="connsiteX9-665" fmla="*/ 6259484 w 10382596"/>
                  <a:gd name="connsiteY9-666" fmla="*/ 13271 h 804581"/>
                  <a:gd name="connsiteX10-667" fmla="*/ 7032567 w 10382596"/>
                  <a:gd name="connsiteY10-668" fmla="*/ 63147 h 804581"/>
                  <a:gd name="connsiteX11-669" fmla="*/ 7772400 w 10382596"/>
                  <a:gd name="connsiteY11-670" fmla="*/ 387343 h 804581"/>
                  <a:gd name="connsiteX12-671" fmla="*/ 8204662 w 10382596"/>
                  <a:gd name="connsiteY12-672" fmla="*/ 669976 h 804581"/>
                  <a:gd name="connsiteX13-673" fmla="*/ 8744989 w 10382596"/>
                  <a:gd name="connsiteY13-674" fmla="*/ 769729 h 804581"/>
                  <a:gd name="connsiteX14-675" fmla="*/ 9368444 w 10382596"/>
                  <a:gd name="connsiteY14-676" fmla="*/ 786354 h 804581"/>
                  <a:gd name="connsiteX15-677" fmla="*/ 9966960 w 10382596"/>
                  <a:gd name="connsiteY15-678" fmla="*/ 620100 h 804581"/>
                  <a:gd name="connsiteX16-679" fmla="*/ 10341033 w 10382596"/>
                  <a:gd name="connsiteY16-680" fmla="*/ 246027 h 804581"/>
                  <a:gd name="connsiteX17-681" fmla="*/ 10365971 w 10382596"/>
                  <a:gd name="connsiteY17-682" fmla="*/ 212776 h 804581"/>
                  <a:gd name="connsiteX18-683" fmla="*/ 10382596 w 10382596"/>
                  <a:gd name="connsiteY18-684" fmla="*/ 229402 h 804581"/>
                  <a:gd name="connsiteX0-685" fmla="*/ 0 w 10382596"/>
                  <a:gd name="connsiteY0-686" fmla="*/ 595162 h 804581"/>
                  <a:gd name="connsiteX1-687" fmla="*/ 889461 w 10382596"/>
                  <a:gd name="connsiteY1-688" fmla="*/ 196151 h 804581"/>
                  <a:gd name="connsiteX2-689" fmla="*/ 1629295 w 10382596"/>
                  <a:gd name="connsiteY2-690" fmla="*/ 46522 h 804581"/>
                  <a:gd name="connsiteX3-691" fmla="*/ 2435628 w 10382596"/>
                  <a:gd name="connsiteY3-692" fmla="*/ 196151 h 804581"/>
                  <a:gd name="connsiteX4-693" fmla="*/ 3100647 w 10382596"/>
                  <a:gd name="connsiteY4-694" fmla="*/ 512034 h 804581"/>
                  <a:gd name="connsiteX5-695" fmla="*/ 3898669 w 10382596"/>
                  <a:gd name="connsiteY5-696" fmla="*/ 778042 h 804581"/>
                  <a:gd name="connsiteX6-697" fmla="*/ 4621878 w 10382596"/>
                  <a:gd name="connsiteY6-698" fmla="*/ 769728 h 804581"/>
                  <a:gd name="connsiteX7-699" fmla="*/ 5286895 w 10382596"/>
                  <a:gd name="connsiteY7-700" fmla="*/ 553598 h 804581"/>
                  <a:gd name="connsiteX8-701" fmla="*/ 5760720 w 10382596"/>
                  <a:gd name="connsiteY8-702" fmla="*/ 229402 h 804581"/>
                  <a:gd name="connsiteX9-703" fmla="*/ 6259484 w 10382596"/>
                  <a:gd name="connsiteY9-704" fmla="*/ 13271 h 804581"/>
                  <a:gd name="connsiteX10-705" fmla="*/ 7032567 w 10382596"/>
                  <a:gd name="connsiteY10-706" fmla="*/ 63147 h 804581"/>
                  <a:gd name="connsiteX11-707" fmla="*/ 7772400 w 10382596"/>
                  <a:gd name="connsiteY11-708" fmla="*/ 387343 h 804581"/>
                  <a:gd name="connsiteX12-709" fmla="*/ 8204662 w 10382596"/>
                  <a:gd name="connsiteY12-710" fmla="*/ 669976 h 804581"/>
                  <a:gd name="connsiteX13-711" fmla="*/ 8744989 w 10382596"/>
                  <a:gd name="connsiteY13-712" fmla="*/ 769729 h 804581"/>
                  <a:gd name="connsiteX14-713" fmla="*/ 9368444 w 10382596"/>
                  <a:gd name="connsiteY14-714" fmla="*/ 786354 h 804581"/>
                  <a:gd name="connsiteX15-715" fmla="*/ 9966960 w 10382596"/>
                  <a:gd name="connsiteY15-716" fmla="*/ 620100 h 804581"/>
                  <a:gd name="connsiteX16-717" fmla="*/ 10341033 w 10382596"/>
                  <a:gd name="connsiteY16-718" fmla="*/ 246027 h 804581"/>
                  <a:gd name="connsiteX17-719" fmla="*/ 10365971 w 10382596"/>
                  <a:gd name="connsiteY17-720" fmla="*/ 212776 h 804581"/>
                  <a:gd name="connsiteX18-721" fmla="*/ 10382596 w 10382596"/>
                  <a:gd name="connsiteY18-722" fmla="*/ 229402 h 804581"/>
                  <a:gd name="connsiteX0-723" fmla="*/ 0 w 10382596"/>
                  <a:gd name="connsiteY0-724" fmla="*/ 595162 h 799399"/>
                  <a:gd name="connsiteX1-725" fmla="*/ 889461 w 10382596"/>
                  <a:gd name="connsiteY1-726" fmla="*/ 196151 h 799399"/>
                  <a:gd name="connsiteX2-727" fmla="*/ 1629295 w 10382596"/>
                  <a:gd name="connsiteY2-728" fmla="*/ 46522 h 799399"/>
                  <a:gd name="connsiteX3-729" fmla="*/ 2435628 w 10382596"/>
                  <a:gd name="connsiteY3-730" fmla="*/ 196151 h 799399"/>
                  <a:gd name="connsiteX4-731" fmla="*/ 3100647 w 10382596"/>
                  <a:gd name="connsiteY4-732" fmla="*/ 512034 h 799399"/>
                  <a:gd name="connsiteX5-733" fmla="*/ 3807229 w 10382596"/>
                  <a:gd name="connsiteY5-734" fmla="*/ 769729 h 799399"/>
                  <a:gd name="connsiteX6-735" fmla="*/ 4621878 w 10382596"/>
                  <a:gd name="connsiteY6-736" fmla="*/ 769728 h 799399"/>
                  <a:gd name="connsiteX7-737" fmla="*/ 5286895 w 10382596"/>
                  <a:gd name="connsiteY7-738" fmla="*/ 553598 h 799399"/>
                  <a:gd name="connsiteX8-739" fmla="*/ 5760720 w 10382596"/>
                  <a:gd name="connsiteY8-740" fmla="*/ 229402 h 799399"/>
                  <a:gd name="connsiteX9-741" fmla="*/ 6259484 w 10382596"/>
                  <a:gd name="connsiteY9-742" fmla="*/ 13271 h 799399"/>
                  <a:gd name="connsiteX10-743" fmla="*/ 7032567 w 10382596"/>
                  <a:gd name="connsiteY10-744" fmla="*/ 63147 h 799399"/>
                  <a:gd name="connsiteX11-745" fmla="*/ 7772400 w 10382596"/>
                  <a:gd name="connsiteY11-746" fmla="*/ 387343 h 799399"/>
                  <a:gd name="connsiteX12-747" fmla="*/ 8204662 w 10382596"/>
                  <a:gd name="connsiteY12-748" fmla="*/ 669976 h 799399"/>
                  <a:gd name="connsiteX13-749" fmla="*/ 8744989 w 10382596"/>
                  <a:gd name="connsiteY13-750" fmla="*/ 769729 h 799399"/>
                  <a:gd name="connsiteX14-751" fmla="*/ 9368444 w 10382596"/>
                  <a:gd name="connsiteY14-752" fmla="*/ 786354 h 799399"/>
                  <a:gd name="connsiteX15-753" fmla="*/ 9966960 w 10382596"/>
                  <a:gd name="connsiteY15-754" fmla="*/ 620100 h 799399"/>
                  <a:gd name="connsiteX16-755" fmla="*/ 10341033 w 10382596"/>
                  <a:gd name="connsiteY16-756" fmla="*/ 246027 h 799399"/>
                  <a:gd name="connsiteX17-757" fmla="*/ 10365971 w 10382596"/>
                  <a:gd name="connsiteY17-758" fmla="*/ 212776 h 799399"/>
                  <a:gd name="connsiteX18-759" fmla="*/ 10382596 w 10382596"/>
                  <a:gd name="connsiteY18-760" fmla="*/ 229402 h 799399"/>
                  <a:gd name="connsiteX0-761" fmla="*/ 0 w 10382596"/>
                  <a:gd name="connsiteY0-762" fmla="*/ 577115 h 781352"/>
                  <a:gd name="connsiteX1-763" fmla="*/ 889461 w 10382596"/>
                  <a:gd name="connsiteY1-764" fmla="*/ 178104 h 781352"/>
                  <a:gd name="connsiteX2-765" fmla="*/ 1629295 w 10382596"/>
                  <a:gd name="connsiteY2-766" fmla="*/ 28475 h 781352"/>
                  <a:gd name="connsiteX3-767" fmla="*/ 2435628 w 10382596"/>
                  <a:gd name="connsiteY3-768" fmla="*/ 178104 h 781352"/>
                  <a:gd name="connsiteX4-769" fmla="*/ 3100647 w 10382596"/>
                  <a:gd name="connsiteY4-770" fmla="*/ 493987 h 781352"/>
                  <a:gd name="connsiteX5-771" fmla="*/ 3807229 w 10382596"/>
                  <a:gd name="connsiteY5-772" fmla="*/ 751682 h 781352"/>
                  <a:gd name="connsiteX6-773" fmla="*/ 4621878 w 10382596"/>
                  <a:gd name="connsiteY6-774" fmla="*/ 751681 h 781352"/>
                  <a:gd name="connsiteX7-775" fmla="*/ 5286895 w 10382596"/>
                  <a:gd name="connsiteY7-776" fmla="*/ 535551 h 781352"/>
                  <a:gd name="connsiteX8-777" fmla="*/ 5760720 w 10382596"/>
                  <a:gd name="connsiteY8-778" fmla="*/ 211355 h 781352"/>
                  <a:gd name="connsiteX9-779" fmla="*/ 6301047 w 10382596"/>
                  <a:gd name="connsiteY9-780" fmla="*/ 20162 h 781352"/>
                  <a:gd name="connsiteX10-781" fmla="*/ 7032567 w 10382596"/>
                  <a:gd name="connsiteY10-782" fmla="*/ 45100 h 781352"/>
                  <a:gd name="connsiteX11-783" fmla="*/ 7772400 w 10382596"/>
                  <a:gd name="connsiteY11-784" fmla="*/ 369296 h 781352"/>
                  <a:gd name="connsiteX12-785" fmla="*/ 8204662 w 10382596"/>
                  <a:gd name="connsiteY12-786" fmla="*/ 651929 h 781352"/>
                  <a:gd name="connsiteX13-787" fmla="*/ 8744989 w 10382596"/>
                  <a:gd name="connsiteY13-788" fmla="*/ 751682 h 781352"/>
                  <a:gd name="connsiteX14-789" fmla="*/ 9368444 w 10382596"/>
                  <a:gd name="connsiteY14-790" fmla="*/ 768307 h 781352"/>
                  <a:gd name="connsiteX15-791" fmla="*/ 9966960 w 10382596"/>
                  <a:gd name="connsiteY15-792" fmla="*/ 602053 h 781352"/>
                  <a:gd name="connsiteX16-793" fmla="*/ 10341033 w 10382596"/>
                  <a:gd name="connsiteY16-794" fmla="*/ 227980 h 781352"/>
                  <a:gd name="connsiteX17-795" fmla="*/ 10365971 w 10382596"/>
                  <a:gd name="connsiteY17-796" fmla="*/ 194729 h 781352"/>
                  <a:gd name="connsiteX18-797" fmla="*/ 10382596 w 10382596"/>
                  <a:gd name="connsiteY18-798" fmla="*/ 211355 h 781352"/>
                  <a:gd name="connsiteX0-799" fmla="*/ 0 w 10382596"/>
                  <a:gd name="connsiteY0-800" fmla="*/ 580000 h 784237"/>
                  <a:gd name="connsiteX1-801" fmla="*/ 889461 w 10382596"/>
                  <a:gd name="connsiteY1-802" fmla="*/ 180989 h 784237"/>
                  <a:gd name="connsiteX2-803" fmla="*/ 1629295 w 10382596"/>
                  <a:gd name="connsiteY2-804" fmla="*/ 31360 h 784237"/>
                  <a:gd name="connsiteX3-805" fmla="*/ 2435628 w 10382596"/>
                  <a:gd name="connsiteY3-806" fmla="*/ 180989 h 784237"/>
                  <a:gd name="connsiteX4-807" fmla="*/ 3100647 w 10382596"/>
                  <a:gd name="connsiteY4-808" fmla="*/ 496872 h 784237"/>
                  <a:gd name="connsiteX5-809" fmla="*/ 3807229 w 10382596"/>
                  <a:gd name="connsiteY5-810" fmla="*/ 754567 h 784237"/>
                  <a:gd name="connsiteX6-811" fmla="*/ 4621878 w 10382596"/>
                  <a:gd name="connsiteY6-812" fmla="*/ 754566 h 784237"/>
                  <a:gd name="connsiteX7-813" fmla="*/ 5286895 w 10382596"/>
                  <a:gd name="connsiteY7-814" fmla="*/ 538436 h 784237"/>
                  <a:gd name="connsiteX8-815" fmla="*/ 5769033 w 10382596"/>
                  <a:gd name="connsiteY8-816" fmla="*/ 255803 h 784237"/>
                  <a:gd name="connsiteX9-817" fmla="*/ 6301047 w 10382596"/>
                  <a:gd name="connsiteY9-818" fmla="*/ 23047 h 784237"/>
                  <a:gd name="connsiteX10-819" fmla="*/ 7032567 w 10382596"/>
                  <a:gd name="connsiteY10-820" fmla="*/ 47985 h 784237"/>
                  <a:gd name="connsiteX11-821" fmla="*/ 7772400 w 10382596"/>
                  <a:gd name="connsiteY11-822" fmla="*/ 372181 h 784237"/>
                  <a:gd name="connsiteX12-823" fmla="*/ 8204662 w 10382596"/>
                  <a:gd name="connsiteY12-824" fmla="*/ 654814 h 784237"/>
                  <a:gd name="connsiteX13-825" fmla="*/ 8744989 w 10382596"/>
                  <a:gd name="connsiteY13-826" fmla="*/ 754567 h 784237"/>
                  <a:gd name="connsiteX14-827" fmla="*/ 9368444 w 10382596"/>
                  <a:gd name="connsiteY14-828" fmla="*/ 771192 h 784237"/>
                  <a:gd name="connsiteX15-829" fmla="*/ 9966960 w 10382596"/>
                  <a:gd name="connsiteY15-830" fmla="*/ 604938 h 784237"/>
                  <a:gd name="connsiteX16-831" fmla="*/ 10341033 w 10382596"/>
                  <a:gd name="connsiteY16-832" fmla="*/ 230865 h 784237"/>
                  <a:gd name="connsiteX17-833" fmla="*/ 10365971 w 10382596"/>
                  <a:gd name="connsiteY17-834" fmla="*/ 197614 h 784237"/>
                  <a:gd name="connsiteX18-835" fmla="*/ 10382596 w 10382596"/>
                  <a:gd name="connsiteY18-836" fmla="*/ 214240 h 784237"/>
                  <a:gd name="connsiteX0-837" fmla="*/ 0 w 10382596"/>
                  <a:gd name="connsiteY0-838" fmla="*/ 561817 h 766054"/>
                  <a:gd name="connsiteX1-839" fmla="*/ 889461 w 10382596"/>
                  <a:gd name="connsiteY1-840" fmla="*/ 162806 h 766054"/>
                  <a:gd name="connsiteX2-841" fmla="*/ 1629295 w 10382596"/>
                  <a:gd name="connsiteY2-842" fmla="*/ 13177 h 766054"/>
                  <a:gd name="connsiteX3-843" fmla="*/ 2435628 w 10382596"/>
                  <a:gd name="connsiteY3-844" fmla="*/ 162806 h 766054"/>
                  <a:gd name="connsiteX4-845" fmla="*/ 3100647 w 10382596"/>
                  <a:gd name="connsiteY4-846" fmla="*/ 478689 h 766054"/>
                  <a:gd name="connsiteX5-847" fmla="*/ 3807229 w 10382596"/>
                  <a:gd name="connsiteY5-848" fmla="*/ 736384 h 766054"/>
                  <a:gd name="connsiteX6-849" fmla="*/ 4621878 w 10382596"/>
                  <a:gd name="connsiteY6-850" fmla="*/ 736383 h 766054"/>
                  <a:gd name="connsiteX7-851" fmla="*/ 5286895 w 10382596"/>
                  <a:gd name="connsiteY7-852" fmla="*/ 520253 h 766054"/>
                  <a:gd name="connsiteX8-853" fmla="*/ 5769033 w 10382596"/>
                  <a:gd name="connsiteY8-854" fmla="*/ 237620 h 766054"/>
                  <a:gd name="connsiteX9-855" fmla="*/ 6317672 w 10382596"/>
                  <a:gd name="connsiteY9-856" fmla="*/ 38115 h 766054"/>
                  <a:gd name="connsiteX10-857" fmla="*/ 7032567 w 10382596"/>
                  <a:gd name="connsiteY10-858" fmla="*/ 29802 h 766054"/>
                  <a:gd name="connsiteX11-859" fmla="*/ 7772400 w 10382596"/>
                  <a:gd name="connsiteY11-860" fmla="*/ 353998 h 766054"/>
                  <a:gd name="connsiteX12-861" fmla="*/ 8204662 w 10382596"/>
                  <a:gd name="connsiteY12-862" fmla="*/ 636631 h 766054"/>
                  <a:gd name="connsiteX13-863" fmla="*/ 8744989 w 10382596"/>
                  <a:gd name="connsiteY13-864" fmla="*/ 736384 h 766054"/>
                  <a:gd name="connsiteX14-865" fmla="*/ 9368444 w 10382596"/>
                  <a:gd name="connsiteY14-866" fmla="*/ 753009 h 766054"/>
                  <a:gd name="connsiteX15-867" fmla="*/ 9966960 w 10382596"/>
                  <a:gd name="connsiteY15-868" fmla="*/ 586755 h 766054"/>
                  <a:gd name="connsiteX16-869" fmla="*/ 10341033 w 10382596"/>
                  <a:gd name="connsiteY16-870" fmla="*/ 212682 h 766054"/>
                  <a:gd name="connsiteX17-871" fmla="*/ 10365971 w 10382596"/>
                  <a:gd name="connsiteY17-872" fmla="*/ 179431 h 766054"/>
                  <a:gd name="connsiteX18-873" fmla="*/ 10382596 w 10382596"/>
                  <a:gd name="connsiteY18-874" fmla="*/ 196057 h 766054"/>
                  <a:gd name="connsiteX0-875" fmla="*/ 0 w 10382596"/>
                  <a:gd name="connsiteY0-876" fmla="*/ 548640 h 752877"/>
                  <a:gd name="connsiteX1-877" fmla="*/ 889461 w 10382596"/>
                  <a:gd name="connsiteY1-878" fmla="*/ 149629 h 752877"/>
                  <a:gd name="connsiteX2-879" fmla="*/ 1629295 w 10382596"/>
                  <a:gd name="connsiteY2-880" fmla="*/ 0 h 752877"/>
                  <a:gd name="connsiteX3-881" fmla="*/ 2435628 w 10382596"/>
                  <a:gd name="connsiteY3-882" fmla="*/ 149629 h 752877"/>
                  <a:gd name="connsiteX4-883" fmla="*/ 3100647 w 10382596"/>
                  <a:gd name="connsiteY4-884" fmla="*/ 465512 h 752877"/>
                  <a:gd name="connsiteX5-885" fmla="*/ 3807229 w 10382596"/>
                  <a:gd name="connsiteY5-886" fmla="*/ 723207 h 752877"/>
                  <a:gd name="connsiteX6-887" fmla="*/ 4621878 w 10382596"/>
                  <a:gd name="connsiteY6-888" fmla="*/ 723206 h 752877"/>
                  <a:gd name="connsiteX7-889" fmla="*/ 5286895 w 10382596"/>
                  <a:gd name="connsiteY7-890" fmla="*/ 507076 h 752877"/>
                  <a:gd name="connsiteX8-891" fmla="*/ 5769033 w 10382596"/>
                  <a:gd name="connsiteY8-892" fmla="*/ 224443 h 752877"/>
                  <a:gd name="connsiteX9-893" fmla="*/ 6317672 w 10382596"/>
                  <a:gd name="connsiteY9-894" fmla="*/ 24938 h 752877"/>
                  <a:gd name="connsiteX10-895" fmla="*/ 7032567 w 10382596"/>
                  <a:gd name="connsiteY10-896" fmla="*/ 49875 h 752877"/>
                  <a:gd name="connsiteX11-897" fmla="*/ 7772400 w 10382596"/>
                  <a:gd name="connsiteY11-898" fmla="*/ 340821 h 752877"/>
                  <a:gd name="connsiteX12-899" fmla="*/ 8204662 w 10382596"/>
                  <a:gd name="connsiteY12-900" fmla="*/ 623454 h 752877"/>
                  <a:gd name="connsiteX13-901" fmla="*/ 8744989 w 10382596"/>
                  <a:gd name="connsiteY13-902" fmla="*/ 723207 h 752877"/>
                  <a:gd name="connsiteX14-903" fmla="*/ 9368444 w 10382596"/>
                  <a:gd name="connsiteY14-904" fmla="*/ 739832 h 752877"/>
                  <a:gd name="connsiteX15-905" fmla="*/ 9966960 w 10382596"/>
                  <a:gd name="connsiteY15-906" fmla="*/ 573578 h 752877"/>
                  <a:gd name="connsiteX16-907" fmla="*/ 10341033 w 10382596"/>
                  <a:gd name="connsiteY16-908" fmla="*/ 199505 h 752877"/>
                  <a:gd name="connsiteX17-909" fmla="*/ 10365971 w 10382596"/>
                  <a:gd name="connsiteY17-910" fmla="*/ 166254 h 752877"/>
                  <a:gd name="connsiteX18-911" fmla="*/ 10382596 w 10382596"/>
                  <a:gd name="connsiteY18-912" fmla="*/ 182880 h 752877"/>
                  <a:gd name="connsiteX0-913" fmla="*/ 0 w 10382596"/>
                  <a:gd name="connsiteY0-914" fmla="*/ 548640 h 752877"/>
                  <a:gd name="connsiteX1-915" fmla="*/ 889461 w 10382596"/>
                  <a:gd name="connsiteY1-916" fmla="*/ 149629 h 752877"/>
                  <a:gd name="connsiteX2-917" fmla="*/ 1629295 w 10382596"/>
                  <a:gd name="connsiteY2-918" fmla="*/ 0 h 752877"/>
                  <a:gd name="connsiteX3-919" fmla="*/ 2435628 w 10382596"/>
                  <a:gd name="connsiteY3-920" fmla="*/ 149629 h 752877"/>
                  <a:gd name="connsiteX4-921" fmla="*/ 3100647 w 10382596"/>
                  <a:gd name="connsiteY4-922" fmla="*/ 465512 h 752877"/>
                  <a:gd name="connsiteX5-923" fmla="*/ 3807229 w 10382596"/>
                  <a:gd name="connsiteY5-924" fmla="*/ 723207 h 752877"/>
                  <a:gd name="connsiteX6-925" fmla="*/ 4621878 w 10382596"/>
                  <a:gd name="connsiteY6-926" fmla="*/ 723206 h 752877"/>
                  <a:gd name="connsiteX7-927" fmla="*/ 5286895 w 10382596"/>
                  <a:gd name="connsiteY7-928" fmla="*/ 507076 h 752877"/>
                  <a:gd name="connsiteX8-929" fmla="*/ 5769033 w 10382596"/>
                  <a:gd name="connsiteY8-930" fmla="*/ 224443 h 752877"/>
                  <a:gd name="connsiteX9-931" fmla="*/ 6342610 w 10382596"/>
                  <a:gd name="connsiteY9-932" fmla="*/ 58188 h 752877"/>
                  <a:gd name="connsiteX10-933" fmla="*/ 7032567 w 10382596"/>
                  <a:gd name="connsiteY10-934" fmla="*/ 49875 h 752877"/>
                  <a:gd name="connsiteX11-935" fmla="*/ 7772400 w 10382596"/>
                  <a:gd name="connsiteY11-936" fmla="*/ 340821 h 752877"/>
                  <a:gd name="connsiteX12-937" fmla="*/ 8204662 w 10382596"/>
                  <a:gd name="connsiteY12-938" fmla="*/ 623454 h 752877"/>
                  <a:gd name="connsiteX13-939" fmla="*/ 8744989 w 10382596"/>
                  <a:gd name="connsiteY13-940" fmla="*/ 723207 h 752877"/>
                  <a:gd name="connsiteX14-941" fmla="*/ 9368444 w 10382596"/>
                  <a:gd name="connsiteY14-942" fmla="*/ 739832 h 752877"/>
                  <a:gd name="connsiteX15-943" fmla="*/ 9966960 w 10382596"/>
                  <a:gd name="connsiteY15-944" fmla="*/ 573578 h 752877"/>
                  <a:gd name="connsiteX16-945" fmla="*/ 10341033 w 10382596"/>
                  <a:gd name="connsiteY16-946" fmla="*/ 199505 h 752877"/>
                  <a:gd name="connsiteX17-947" fmla="*/ 10365971 w 10382596"/>
                  <a:gd name="connsiteY17-948" fmla="*/ 166254 h 752877"/>
                  <a:gd name="connsiteX18-949" fmla="*/ 10382596 w 10382596"/>
                  <a:gd name="connsiteY18-950" fmla="*/ 182880 h 752877"/>
                  <a:gd name="connsiteX0-951" fmla="*/ 0 w 10382596"/>
                  <a:gd name="connsiteY0-952" fmla="*/ 548640 h 752877"/>
                  <a:gd name="connsiteX1-953" fmla="*/ 889461 w 10382596"/>
                  <a:gd name="connsiteY1-954" fmla="*/ 149629 h 752877"/>
                  <a:gd name="connsiteX2-955" fmla="*/ 1629295 w 10382596"/>
                  <a:gd name="connsiteY2-956" fmla="*/ 0 h 752877"/>
                  <a:gd name="connsiteX3-957" fmla="*/ 2435628 w 10382596"/>
                  <a:gd name="connsiteY3-958" fmla="*/ 149629 h 752877"/>
                  <a:gd name="connsiteX4-959" fmla="*/ 3100647 w 10382596"/>
                  <a:gd name="connsiteY4-960" fmla="*/ 465512 h 752877"/>
                  <a:gd name="connsiteX5-961" fmla="*/ 3807229 w 10382596"/>
                  <a:gd name="connsiteY5-962" fmla="*/ 723207 h 752877"/>
                  <a:gd name="connsiteX6-963" fmla="*/ 4621878 w 10382596"/>
                  <a:gd name="connsiteY6-964" fmla="*/ 723206 h 752877"/>
                  <a:gd name="connsiteX7-965" fmla="*/ 5286895 w 10382596"/>
                  <a:gd name="connsiteY7-966" fmla="*/ 507076 h 752877"/>
                  <a:gd name="connsiteX8-967" fmla="*/ 5769033 w 10382596"/>
                  <a:gd name="connsiteY8-968" fmla="*/ 224443 h 752877"/>
                  <a:gd name="connsiteX9-969" fmla="*/ 6342610 w 10382596"/>
                  <a:gd name="connsiteY9-970" fmla="*/ 58188 h 752877"/>
                  <a:gd name="connsiteX10-971" fmla="*/ 7032567 w 10382596"/>
                  <a:gd name="connsiteY10-972" fmla="*/ 49875 h 752877"/>
                  <a:gd name="connsiteX11-973" fmla="*/ 7664335 w 10382596"/>
                  <a:gd name="connsiteY11-974" fmla="*/ 307570 h 752877"/>
                  <a:gd name="connsiteX12-975" fmla="*/ 8204662 w 10382596"/>
                  <a:gd name="connsiteY12-976" fmla="*/ 623454 h 752877"/>
                  <a:gd name="connsiteX13-977" fmla="*/ 8744989 w 10382596"/>
                  <a:gd name="connsiteY13-978" fmla="*/ 723207 h 752877"/>
                  <a:gd name="connsiteX14-979" fmla="*/ 9368444 w 10382596"/>
                  <a:gd name="connsiteY14-980" fmla="*/ 739832 h 752877"/>
                  <a:gd name="connsiteX15-981" fmla="*/ 9966960 w 10382596"/>
                  <a:gd name="connsiteY15-982" fmla="*/ 573578 h 752877"/>
                  <a:gd name="connsiteX16-983" fmla="*/ 10341033 w 10382596"/>
                  <a:gd name="connsiteY16-984" fmla="*/ 199505 h 752877"/>
                  <a:gd name="connsiteX17-985" fmla="*/ 10365971 w 10382596"/>
                  <a:gd name="connsiteY17-986" fmla="*/ 166254 h 752877"/>
                  <a:gd name="connsiteX18-987" fmla="*/ 10382596 w 10382596"/>
                  <a:gd name="connsiteY18-988" fmla="*/ 182880 h 752877"/>
                  <a:gd name="connsiteX0-989" fmla="*/ 0 w 10382596"/>
                  <a:gd name="connsiteY0-990" fmla="*/ 548640 h 752877"/>
                  <a:gd name="connsiteX1-991" fmla="*/ 889461 w 10382596"/>
                  <a:gd name="connsiteY1-992" fmla="*/ 149629 h 752877"/>
                  <a:gd name="connsiteX2-993" fmla="*/ 1629295 w 10382596"/>
                  <a:gd name="connsiteY2-994" fmla="*/ 0 h 752877"/>
                  <a:gd name="connsiteX3-995" fmla="*/ 2435628 w 10382596"/>
                  <a:gd name="connsiteY3-996" fmla="*/ 149629 h 752877"/>
                  <a:gd name="connsiteX4-997" fmla="*/ 3100647 w 10382596"/>
                  <a:gd name="connsiteY4-998" fmla="*/ 465512 h 752877"/>
                  <a:gd name="connsiteX5-999" fmla="*/ 3807229 w 10382596"/>
                  <a:gd name="connsiteY5-1000" fmla="*/ 723207 h 752877"/>
                  <a:gd name="connsiteX6-1001" fmla="*/ 4621878 w 10382596"/>
                  <a:gd name="connsiteY6-1002" fmla="*/ 723206 h 752877"/>
                  <a:gd name="connsiteX7-1003" fmla="*/ 5286895 w 10382596"/>
                  <a:gd name="connsiteY7-1004" fmla="*/ 507076 h 752877"/>
                  <a:gd name="connsiteX8-1005" fmla="*/ 5769033 w 10382596"/>
                  <a:gd name="connsiteY8-1006" fmla="*/ 224443 h 752877"/>
                  <a:gd name="connsiteX9-1007" fmla="*/ 6342610 w 10382596"/>
                  <a:gd name="connsiteY9-1008" fmla="*/ 58188 h 752877"/>
                  <a:gd name="connsiteX10-1009" fmla="*/ 7032567 w 10382596"/>
                  <a:gd name="connsiteY10-1010" fmla="*/ 49875 h 752877"/>
                  <a:gd name="connsiteX11-1011" fmla="*/ 7664335 w 10382596"/>
                  <a:gd name="connsiteY11-1012" fmla="*/ 307570 h 752877"/>
                  <a:gd name="connsiteX12-1013" fmla="*/ 8204662 w 10382596"/>
                  <a:gd name="connsiteY12-1014" fmla="*/ 598516 h 752877"/>
                  <a:gd name="connsiteX13-1015" fmla="*/ 8744989 w 10382596"/>
                  <a:gd name="connsiteY13-1016" fmla="*/ 723207 h 752877"/>
                  <a:gd name="connsiteX14-1017" fmla="*/ 9368444 w 10382596"/>
                  <a:gd name="connsiteY14-1018" fmla="*/ 739832 h 752877"/>
                  <a:gd name="connsiteX15-1019" fmla="*/ 9966960 w 10382596"/>
                  <a:gd name="connsiteY15-1020" fmla="*/ 573578 h 752877"/>
                  <a:gd name="connsiteX16-1021" fmla="*/ 10341033 w 10382596"/>
                  <a:gd name="connsiteY16-1022" fmla="*/ 199505 h 752877"/>
                  <a:gd name="connsiteX17-1023" fmla="*/ 10365971 w 10382596"/>
                  <a:gd name="connsiteY17-1024" fmla="*/ 166254 h 752877"/>
                  <a:gd name="connsiteX18-1025" fmla="*/ 10382596 w 10382596"/>
                  <a:gd name="connsiteY18-1026" fmla="*/ 182880 h 752877"/>
                  <a:gd name="connsiteX0-1027" fmla="*/ 0 w 10382596"/>
                  <a:gd name="connsiteY0-1028" fmla="*/ 548640 h 752877"/>
                  <a:gd name="connsiteX1-1029" fmla="*/ 889461 w 10382596"/>
                  <a:gd name="connsiteY1-1030" fmla="*/ 149629 h 752877"/>
                  <a:gd name="connsiteX2-1031" fmla="*/ 1629295 w 10382596"/>
                  <a:gd name="connsiteY2-1032" fmla="*/ 0 h 752877"/>
                  <a:gd name="connsiteX3-1033" fmla="*/ 2435628 w 10382596"/>
                  <a:gd name="connsiteY3-1034" fmla="*/ 149629 h 752877"/>
                  <a:gd name="connsiteX4-1035" fmla="*/ 3100647 w 10382596"/>
                  <a:gd name="connsiteY4-1036" fmla="*/ 465512 h 752877"/>
                  <a:gd name="connsiteX5-1037" fmla="*/ 3807229 w 10382596"/>
                  <a:gd name="connsiteY5-1038" fmla="*/ 723207 h 752877"/>
                  <a:gd name="connsiteX6-1039" fmla="*/ 4621878 w 10382596"/>
                  <a:gd name="connsiteY6-1040" fmla="*/ 723206 h 752877"/>
                  <a:gd name="connsiteX7-1041" fmla="*/ 5286895 w 10382596"/>
                  <a:gd name="connsiteY7-1042" fmla="*/ 507076 h 752877"/>
                  <a:gd name="connsiteX8-1043" fmla="*/ 5769033 w 10382596"/>
                  <a:gd name="connsiteY8-1044" fmla="*/ 224443 h 752877"/>
                  <a:gd name="connsiteX9-1045" fmla="*/ 6342610 w 10382596"/>
                  <a:gd name="connsiteY9-1046" fmla="*/ 58188 h 752877"/>
                  <a:gd name="connsiteX10-1047" fmla="*/ 7032567 w 10382596"/>
                  <a:gd name="connsiteY10-1048" fmla="*/ 49875 h 752877"/>
                  <a:gd name="connsiteX11-1049" fmla="*/ 7664335 w 10382596"/>
                  <a:gd name="connsiteY11-1050" fmla="*/ 307570 h 752877"/>
                  <a:gd name="connsiteX12-1051" fmla="*/ 8204662 w 10382596"/>
                  <a:gd name="connsiteY12-1052" fmla="*/ 598516 h 752877"/>
                  <a:gd name="connsiteX13-1053" fmla="*/ 8744989 w 10382596"/>
                  <a:gd name="connsiteY13-1054" fmla="*/ 723207 h 752877"/>
                  <a:gd name="connsiteX14-1055" fmla="*/ 9368444 w 10382596"/>
                  <a:gd name="connsiteY14-1056" fmla="*/ 739832 h 752877"/>
                  <a:gd name="connsiteX15-1057" fmla="*/ 9966960 w 10382596"/>
                  <a:gd name="connsiteY15-1058" fmla="*/ 573578 h 752877"/>
                  <a:gd name="connsiteX16-1059" fmla="*/ 10341033 w 10382596"/>
                  <a:gd name="connsiteY16-1060" fmla="*/ 199505 h 752877"/>
                  <a:gd name="connsiteX17-1061" fmla="*/ 10365971 w 10382596"/>
                  <a:gd name="connsiteY17-1062" fmla="*/ 166254 h 752877"/>
                  <a:gd name="connsiteX18-1063" fmla="*/ 10382596 w 10382596"/>
                  <a:gd name="connsiteY18-1064" fmla="*/ 182880 h 752877"/>
                  <a:gd name="connsiteX0-1065" fmla="*/ 0 w 10382596"/>
                  <a:gd name="connsiteY0-1066" fmla="*/ 548640 h 752877"/>
                  <a:gd name="connsiteX1-1067" fmla="*/ 889461 w 10382596"/>
                  <a:gd name="connsiteY1-1068" fmla="*/ 149629 h 752877"/>
                  <a:gd name="connsiteX2-1069" fmla="*/ 1629295 w 10382596"/>
                  <a:gd name="connsiteY2-1070" fmla="*/ 0 h 752877"/>
                  <a:gd name="connsiteX3-1071" fmla="*/ 2435628 w 10382596"/>
                  <a:gd name="connsiteY3-1072" fmla="*/ 149629 h 752877"/>
                  <a:gd name="connsiteX4-1073" fmla="*/ 3100647 w 10382596"/>
                  <a:gd name="connsiteY4-1074" fmla="*/ 465512 h 752877"/>
                  <a:gd name="connsiteX5-1075" fmla="*/ 3807229 w 10382596"/>
                  <a:gd name="connsiteY5-1076" fmla="*/ 723207 h 752877"/>
                  <a:gd name="connsiteX6-1077" fmla="*/ 4621878 w 10382596"/>
                  <a:gd name="connsiteY6-1078" fmla="*/ 723206 h 752877"/>
                  <a:gd name="connsiteX7-1079" fmla="*/ 5286895 w 10382596"/>
                  <a:gd name="connsiteY7-1080" fmla="*/ 507076 h 752877"/>
                  <a:gd name="connsiteX8-1081" fmla="*/ 5769033 w 10382596"/>
                  <a:gd name="connsiteY8-1082" fmla="*/ 224443 h 752877"/>
                  <a:gd name="connsiteX9-1083" fmla="*/ 6342610 w 10382596"/>
                  <a:gd name="connsiteY9-1084" fmla="*/ 58188 h 752877"/>
                  <a:gd name="connsiteX10-1085" fmla="*/ 7032567 w 10382596"/>
                  <a:gd name="connsiteY10-1086" fmla="*/ 49875 h 752877"/>
                  <a:gd name="connsiteX11-1087" fmla="*/ 7664335 w 10382596"/>
                  <a:gd name="connsiteY11-1088" fmla="*/ 307570 h 752877"/>
                  <a:gd name="connsiteX12-1089" fmla="*/ 8204662 w 10382596"/>
                  <a:gd name="connsiteY12-1090" fmla="*/ 598516 h 752877"/>
                  <a:gd name="connsiteX13-1091" fmla="*/ 8744989 w 10382596"/>
                  <a:gd name="connsiteY13-1092" fmla="*/ 723207 h 752877"/>
                  <a:gd name="connsiteX14-1093" fmla="*/ 9368444 w 10382596"/>
                  <a:gd name="connsiteY14-1094" fmla="*/ 731520 h 752877"/>
                  <a:gd name="connsiteX15-1095" fmla="*/ 9966960 w 10382596"/>
                  <a:gd name="connsiteY15-1096" fmla="*/ 573578 h 752877"/>
                  <a:gd name="connsiteX16-1097" fmla="*/ 10341033 w 10382596"/>
                  <a:gd name="connsiteY16-1098" fmla="*/ 199505 h 752877"/>
                  <a:gd name="connsiteX17-1099" fmla="*/ 10365971 w 10382596"/>
                  <a:gd name="connsiteY17-1100" fmla="*/ 166254 h 752877"/>
                  <a:gd name="connsiteX18-1101" fmla="*/ 10382596 w 10382596"/>
                  <a:gd name="connsiteY18-1102" fmla="*/ 182880 h 752877"/>
                  <a:gd name="connsiteX0-1103" fmla="*/ 0 w 10382596"/>
                  <a:gd name="connsiteY0-1104" fmla="*/ 548640 h 752877"/>
                  <a:gd name="connsiteX1-1105" fmla="*/ 889461 w 10382596"/>
                  <a:gd name="connsiteY1-1106" fmla="*/ 149629 h 752877"/>
                  <a:gd name="connsiteX2-1107" fmla="*/ 1629295 w 10382596"/>
                  <a:gd name="connsiteY2-1108" fmla="*/ 0 h 752877"/>
                  <a:gd name="connsiteX3-1109" fmla="*/ 2435628 w 10382596"/>
                  <a:gd name="connsiteY3-1110" fmla="*/ 149629 h 752877"/>
                  <a:gd name="connsiteX4-1111" fmla="*/ 3100647 w 10382596"/>
                  <a:gd name="connsiteY4-1112" fmla="*/ 465512 h 752877"/>
                  <a:gd name="connsiteX5-1113" fmla="*/ 3807229 w 10382596"/>
                  <a:gd name="connsiteY5-1114" fmla="*/ 723207 h 752877"/>
                  <a:gd name="connsiteX6-1115" fmla="*/ 4621878 w 10382596"/>
                  <a:gd name="connsiteY6-1116" fmla="*/ 723206 h 752877"/>
                  <a:gd name="connsiteX7-1117" fmla="*/ 5286895 w 10382596"/>
                  <a:gd name="connsiteY7-1118" fmla="*/ 507076 h 752877"/>
                  <a:gd name="connsiteX8-1119" fmla="*/ 5769033 w 10382596"/>
                  <a:gd name="connsiteY8-1120" fmla="*/ 224443 h 752877"/>
                  <a:gd name="connsiteX9-1121" fmla="*/ 6342610 w 10382596"/>
                  <a:gd name="connsiteY9-1122" fmla="*/ 58188 h 752877"/>
                  <a:gd name="connsiteX10-1123" fmla="*/ 7032567 w 10382596"/>
                  <a:gd name="connsiteY10-1124" fmla="*/ 49875 h 752877"/>
                  <a:gd name="connsiteX11-1125" fmla="*/ 7664335 w 10382596"/>
                  <a:gd name="connsiteY11-1126" fmla="*/ 307570 h 752877"/>
                  <a:gd name="connsiteX12-1127" fmla="*/ 8204662 w 10382596"/>
                  <a:gd name="connsiteY12-1128" fmla="*/ 598516 h 752877"/>
                  <a:gd name="connsiteX13-1129" fmla="*/ 8744989 w 10382596"/>
                  <a:gd name="connsiteY13-1130" fmla="*/ 723207 h 752877"/>
                  <a:gd name="connsiteX14-1131" fmla="*/ 9368444 w 10382596"/>
                  <a:gd name="connsiteY14-1132" fmla="*/ 731520 h 752877"/>
                  <a:gd name="connsiteX15-1133" fmla="*/ 9966960 w 10382596"/>
                  <a:gd name="connsiteY15-1134" fmla="*/ 548639 h 752877"/>
                  <a:gd name="connsiteX16-1135" fmla="*/ 10341033 w 10382596"/>
                  <a:gd name="connsiteY16-1136" fmla="*/ 199505 h 752877"/>
                  <a:gd name="connsiteX17-1137" fmla="*/ 10365971 w 10382596"/>
                  <a:gd name="connsiteY17-1138" fmla="*/ 166254 h 752877"/>
                  <a:gd name="connsiteX18-1139" fmla="*/ 10382596 w 10382596"/>
                  <a:gd name="connsiteY18-1140" fmla="*/ 182880 h 752877"/>
                  <a:gd name="connsiteX0-1141" fmla="*/ 0 w 10399222"/>
                  <a:gd name="connsiteY0-1142" fmla="*/ 548640 h 752877"/>
                  <a:gd name="connsiteX1-1143" fmla="*/ 889461 w 10399222"/>
                  <a:gd name="connsiteY1-1144" fmla="*/ 149629 h 752877"/>
                  <a:gd name="connsiteX2-1145" fmla="*/ 1629295 w 10399222"/>
                  <a:gd name="connsiteY2-1146" fmla="*/ 0 h 752877"/>
                  <a:gd name="connsiteX3-1147" fmla="*/ 2435628 w 10399222"/>
                  <a:gd name="connsiteY3-1148" fmla="*/ 149629 h 752877"/>
                  <a:gd name="connsiteX4-1149" fmla="*/ 3100647 w 10399222"/>
                  <a:gd name="connsiteY4-1150" fmla="*/ 465512 h 752877"/>
                  <a:gd name="connsiteX5-1151" fmla="*/ 3807229 w 10399222"/>
                  <a:gd name="connsiteY5-1152" fmla="*/ 723207 h 752877"/>
                  <a:gd name="connsiteX6-1153" fmla="*/ 4621878 w 10399222"/>
                  <a:gd name="connsiteY6-1154" fmla="*/ 723206 h 752877"/>
                  <a:gd name="connsiteX7-1155" fmla="*/ 5286895 w 10399222"/>
                  <a:gd name="connsiteY7-1156" fmla="*/ 507076 h 752877"/>
                  <a:gd name="connsiteX8-1157" fmla="*/ 5769033 w 10399222"/>
                  <a:gd name="connsiteY8-1158" fmla="*/ 224443 h 752877"/>
                  <a:gd name="connsiteX9-1159" fmla="*/ 6342610 w 10399222"/>
                  <a:gd name="connsiteY9-1160" fmla="*/ 58188 h 752877"/>
                  <a:gd name="connsiteX10-1161" fmla="*/ 7032567 w 10399222"/>
                  <a:gd name="connsiteY10-1162" fmla="*/ 49875 h 752877"/>
                  <a:gd name="connsiteX11-1163" fmla="*/ 7664335 w 10399222"/>
                  <a:gd name="connsiteY11-1164" fmla="*/ 307570 h 752877"/>
                  <a:gd name="connsiteX12-1165" fmla="*/ 8204662 w 10399222"/>
                  <a:gd name="connsiteY12-1166" fmla="*/ 598516 h 752877"/>
                  <a:gd name="connsiteX13-1167" fmla="*/ 8744989 w 10399222"/>
                  <a:gd name="connsiteY13-1168" fmla="*/ 723207 h 752877"/>
                  <a:gd name="connsiteX14-1169" fmla="*/ 9368444 w 10399222"/>
                  <a:gd name="connsiteY14-1170" fmla="*/ 731520 h 752877"/>
                  <a:gd name="connsiteX15-1171" fmla="*/ 9966960 w 10399222"/>
                  <a:gd name="connsiteY15-1172" fmla="*/ 548639 h 752877"/>
                  <a:gd name="connsiteX16-1173" fmla="*/ 10341033 w 10399222"/>
                  <a:gd name="connsiteY16-1174" fmla="*/ 199505 h 752877"/>
                  <a:gd name="connsiteX17-1175" fmla="*/ 10365971 w 10399222"/>
                  <a:gd name="connsiteY17-1176" fmla="*/ 166254 h 752877"/>
                  <a:gd name="connsiteX18-1177" fmla="*/ 10399222 w 10399222"/>
                  <a:gd name="connsiteY18-1178" fmla="*/ 191193 h 752877"/>
                  <a:gd name="connsiteX0-1179" fmla="*/ 0 w 10399222"/>
                  <a:gd name="connsiteY0-1180" fmla="*/ 548640 h 752877"/>
                  <a:gd name="connsiteX1-1181" fmla="*/ 889461 w 10399222"/>
                  <a:gd name="connsiteY1-1182" fmla="*/ 149629 h 752877"/>
                  <a:gd name="connsiteX2-1183" fmla="*/ 1629295 w 10399222"/>
                  <a:gd name="connsiteY2-1184" fmla="*/ 0 h 752877"/>
                  <a:gd name="connsiteX3-1185" fmla="*/ 2435628 w 10399222"/>
                  <a:gd name="connsiteY3-1186" fmla="*/ 149629 h 752877"/>
                  <a:gd name="connsiteX4-1187" fmla="*/ 3100647 w 10399222"/>
                  <a:gd name="connsiteY4-1188" fmla="*/ 465512 h 752877"/>
                  <a:gd name="connsiteX5-1189" fmla="*/ 3807229 w 10399222"/>
                  <a:gd name="connsiteY5-1190" fmla="*/ 723207 h 752877"/>
                  <a:gd name="connsiteX6-1191" fmla="*/ 4621878 w 10399222"/>
                  <a:gd name="connsiteY6-1192" fmla="*/ 723206 h 752877"/>
                  <a:gd name="connsiteX7-1193" fmla="*/ 5286895 w 10399222"/>
                  <a:gd name="connsiteY7-1194" fmla="*/ 507076 h 752877"/>
                  <a:gd name="connsiteX8-1195" fmla="*/ 5777346 w 10399222"/>
                  <a:gd name="connsiteY8-1196" fmla="*/ 249381 h 752877"/>
                  <a:gd name="connsiteX9-1197" fmla="*/ 6342610 w 10399222"/>
                  <a:gd name="connsiteY9-1198" fmla="*/ 58188 h 752877"/>
                  <a:gd name="connsiteX10-1199" fmla="*/ 7032567 w 10399222"/>
                  <a:gd name="connsiteY10-1200" fmla="*/ 49875 h 752877"/>
                  <a:gd name="connsiteX11-1201" fmla="*/ 7664335 w 10399222"/>
                  <a:gd name="connsiteY11-1202" fmla="*/ 307570 h 752877"/>
                  <a:gd name="connsiteX12-1203" fmla="*/ 8204662 w 10399222"/>
                  <a:gd name="connsiteY12-1204" fmla="*/ 598516 h 752877"/>
                  <a:gd name="connsiteX13-1205" fmla="*/ 8744989 w 10399222"/>
                  <a:gd name="connsiteY13-1206" fmla="*/ 723207 h 752877"/>
                  <a:gd name="connsiteX14-1207" fmla="*/ 9368444 w 10399222"/>
                  <a:gd name="connsiteY14-1208" fmla="*/ 731520 h 752877"/>
                  <a:gd name="connsiteX15-1209" fmla="*/ 9966960 w 10399222"/>
                  <a:gd name="connsiteY15-1210" fmla="*/ 548639 h 752877"/>
                  <a:gd name="connsiteX16-1211" fmla="*/ 10341033 w 10399222"/>
                  <a:gd name="connsiteY16-1212" fmla="*/ 199505 h 752877"/>
                  <a:gd name="connsiteX17-1213" fmla="*/ 10365971 w 10399222"/>
                  <a:gd name="connsiteY17-1214" fmla="*/ 166254 h 752877"/>
                  <a:gd name="connsiteX18-1215" fmla="*/ 10399222 w 10399222"/>
                  <a:gd name="connsiteY18-1216" fmla="*/ 191193 h 752877"/>
                  <a:gd name="connsiteX0-1217" fmla="*/ 0 w 10399222"/>
                  <a:gd name="connsiteY0-1218" fmla="*/ 548640 h 752877"/>
                  <a:gd name="connsiteX1-1219" fmla="*/ 889461 w 10399222"/>
                  <a:gd name="connsiteY1-1220" fmla="*/ 149629 h 752877"/>
                  <a:gd name="connsiteX2-1221" fmla="*/ 1629295 w 10399222"/>
                  <a:gd name="connsiteY2-1222" fmla="*/ 0 h 752877"/>
                  <a:gd name="connsiteX3-1223" fmla="*/ 2435628 w 10399222"/>
                  <a:gd name="connsiteY3-1224" fmla="*/ 149629 h 752877"/>
                  <a:gd name="connsiteX4-1225" fmla="*/ 3100647 w 10399222"/>
                  <a:gd name="connsiteY4-1226" fmla="*/ 465512 h 752877"/>
                  <a:gd name="connsiteX5-1227" fmla="*/ 3807229 w 10399222"/>
                  <a:gd name="connsiteY5-1228" fmla="*/ 723207 h 752877"/>
                  <a:gd name="connsiteX6-1229" fmla="*/ 4621878 w 10399222"/>
                  <a:gd name="connsiteY6-1230" fmla="*/ 723206 h 752877"/>
                  <a:gd name="connsiteX7-1231" fmla="*/ 5286895 w 10399222"/>
                  <a:gd name="connsiteY7-1232" fmla="*/ 507076 h 752877"/>
                  <a:gd name="connsiteX8-1233" fmla="*/ 5777346 w 10399222"/>
                  <a:gd name="connsiteY8-1234" fmla="*/ 249381 h 752877"/>
                  <a:gd name="connsiteX9-1235" fmla="*/ 6317671 w 10399222"/>
                  <a:gd name="connsiteY9-1236" fmla="*/ 49875 h 752877"/>
                  <a:gd name="connsiteX10-1237" fmla="*/ 7032567 w 10399222"/>
                  <a:gd name="connsiteY10-1238" fmla="*/ 49875 h 752877"/>
                  <a:gd name="connsiteX11-1239" fmla="*/ 7664335 w 10399222"/>
                  <a:gd name="connsiteY11-1240" fmla="*/ 307570 h 752877"/>
                  <a:gd name="connsiteX12-1241" fmla="*/ 8204662 w 10399222"/>
                  <a:gd name="connsiteY12-1242" fmla="*/ 598516 h 752877"/>
                  <a:gd name="connsiteX13-1243" fmla="*/ 8744989 w 10399222"/>
                  <a:gd name="connsiteY13-1244" fmla="*/ 723207 h 752877"/>
                  <a:gd name="connsiteX14-1245" fmla="*/ 9368444 w 10399222"/>
                  <a:gd name="connsiteY14-1246" fmla="*/ 731520 h 752877"/>
                  <a:gd name="connsiteX15-1247" fmla="*/ 9966960 w 10399222"/>
                  <a:gd name="connsiteY15-1248" fmla="*/ 548639 h 752877"/>
                  <a:gd name="connsiteX16-1249" fmla="*/ 10341033 w 10399222"/>
                  <a:gd name="connsiteY16-1250" fmla="*/ 199505 h 752877"/>
                  <a:gd name="connsiteX17-1251" fmla="*/ 10365971 w 10399222"/>
                  <a:gd name="connsiteY17-1252" fmla="*/ 166254 h 752877"/>
                  <a:gd name="connsiteX18-1253" fmla="*/ 10399222 w 10399222"/>
                  <a:gd name="connsiteY18-1254" fmla="*/ 191193 h 752877"/>
                  <a:gd name="connsiteX0-1255" fmla="*/ 0 w 10399222"/>
                  <a:gd name="connsiteY0-1256" fmla="*/ 548640 h 752877"/>
                  <a:gd name="connsiteX1-1257" fmla="*/ 889461 w 10399222"/>
                  <a:gd name="connsiteY1-1258" fmla="*/ 149629 h 752877"/>
                  <a:gd name="connsiteX2-1259" fmla="*/ 1629295 w 10399222"/>
                  <a:gd name="connsiteY2-1260" fmla="*/ 0 h 752877"/>
                  <a:gd name="connsiteX3-1261" fmla="*/ 2435628 w 10399222"/>
                  <a:gd name="connsiteY3-1262" fmla="*/ 149629 h 752877"/>
                  <a:gd name="connsiteX4-1263" fmla="*/ 3100647 w 10399222"/>
                  <a:gd name="connsiteY4-1264" fmla="*/ 465512 h 752877"/>
                  <a:gd name="connsiteX5-1265" fmla="*/ 3807229 w 10399222"/>
                  <a:gd name="connsiteY5-1266" fmla="*/ 723207 h 752877"/>
                  <a:gd name="connsiteX6-1267" fmla="*/ 4621878 w 10399222"/>
                  <a:gd name="connsiteY6-1268" fmla="*/ 723206 h 752877"/>
                  <a:gd name="connsiteX7-1269" fmla="*/ 5286895 w 10399222"/>
                  <a:gd name="connsiteY7-1270" fmla="*/ 507076 h 752877"/>
                  <a:gd name="connsiteX8-1271" fmla="*/ 5777346 w 10399222"/>
                  <a:gd name="connsiteY8-1272" fmla="*/ 249381 h 752877"/>
                  <a:gd name="connsiteX9-1273" fmla="*/ 6317671 w 10399222"/>
                  <a:gd name="connsiteY9-1274" fmla="*/ 49875 h 752877"/>
                  <a:gd name="connsiteX10-1275" fmla="*/ 6991003 w 10399222"/>
                  <a:gd name="connsiteY10-1276" fmla="*/ 66500 h 752877"/>
                  <a:gd name="connsiteX11-1277" fmla="*/ 7664335 w 10399222"/>
                  <a:gd name="connsiteY11-1278" fmla="*/ 307570 h 752877"/>
                  <a:gd name="connsiteX12-1279" fmla="*/ 8204662 w 10399222"/>
                  <a:gd name="connsiteY12-1280" fmla="*/ 598516 h 752877"/>
                  <a:gd name="connsiteX13-1281" fmla="*/ 8744989 w 10399222"/>
                  <a:gd name="connsiteY13-1282" fmla="*/ 723207 h 752877"/>
                  <a:gd name="connsiteX14-1283" fmla="*/ 9368444 w 10399222"/>
                  <a:gd name="connsiteY14-1284" fmla="*/ 731520 h 752877"/>
                  <a:gd name="connsiteX15-1285" fmla="*/ 9966960 w 10399222"/>
                  <a:gd name="connsiteY15-1286" fmla="*/ 548639 h 752877"/>
                  <a:gd name="connsiteX16-1287" fmla="*/ 10341033 w 10399222"/>
                  <a:gd name="connsiteY16-1288" fmla="*/ 199505 h 752877"/>
                  <a:gd name="connsiteX17-1289" fmla="*/ 10365971 w 10399222"/>
                  <a:gd name="connsiteY17-1290" fmla="*/ 166254 h 752877"/>
                  <a:gd name="connsiteX18-1291" fmla="*/ 10399222 w 10399222"/>
                  <a:gd name="connsiteY18-1292" fmla="*/ 191193 h 752877"/>
                  <a:gd name="connsiteX0-1293" fmla="*/ 0 w 10399222"/>
                  <a:gd name="connsiteY0-1294" fmla="*/ 548640 h 752877"/>
                  <a:gd name="connsiteX1-1295" fmla="*/ 889461 w 10399222"/>
                  <a:gd name="connsiteY1-1296" fmla="*/ 149629 h 752877"/>
                  <a:gd name="connsiteX2-1297" fmla="*/ 1629295 w 10399222"/>
                  <a:gd name="connsiteY2-1298" fmla="*/ 0 h 752877"/>
                  <a:gd name="connsiteX3-1299" fmla="*/ 2435628 w 10399222"/>
                  <a:gd name="connsiteY3-1300" fmla="*/ 149629 h 752877"/>
                  <a:gd name="connsiteX4-1301" fmla="*/ 3100647 w 10399222"/>
                  <a:gd name="connsiteY4-1302" fmla="*/ 465512 h 752877"/>
                  <a:gd name="connsiteX5-1303" fmla="*/ 3807229 w 10399222"/>
                  <a:gd name="connsiteY5-1304" fmla="*/ 723207 h 752877"/>
                  <a:gd name="connsiteX6-1305" fmla="*/ 4621878 w 10399222"/>
                  <a:gd name="connsiteY6-1306" fmla="*/ 723206 h 752877"/>
                  <a:gd name="connsiteX7-1307" fmla="*/ 5286895 w 10399222"/>
                  <a:gd name="connsiteY7-1308" fmla="*/ 507076 h 752877"/>
                  <a:gd name="connsiteX8-1309" fmla="*/ 5777346 w 10399222"/>
                  <a:gd name="connsiteY8-1310" fmla="*/ 249381 h 752877"/>
                  <a:gd name="connsiteX9-1311" fmla="*/ 6359235 w 10399222"/>
                  <a:gd name="connsiteY9-1312" fmla="*/ 49875 h 752877"/>
                  <a:gd name="connsiteX10-1313" fmla="*/ 6991003 w 10399222"/>
                  <a:gd name="connsiteY10-1314" fmla="*/ 66500 h 752877"/>
                  <a:gd name="connsiteX11-1315" fmla="*/ 7664335 w 10399222"/>
                  <a:gd name="connsiteY11-1316" fmla="*/ 307570 h 752877"/>
                  <a:gd name="connsiteX12-1317" fmla="*/ 8204662 w 10399222"/>
                  <a:gd name="connsiteY12-1318" fmla="*/ 598516 h 752877"/>
                  <a:gd name="connsiteX13-1319" fmla="*/ 8744989 w 10399222"/>
                  <a:gd name="connsiteY13-1320" fmla="*/ 723207 h 752877"/>
                  <a:gd name="connsiteX14-1321" fmla="*/ 9368444 w 10399222"/>
                  <a:gd name="connsiteY14-1322" fmla="*/ 731520 h 752877"/>
                  <a:gd name="connsiteX15-1323" fmla="*/ 9966960 w 10399222"/>
                  <a:gd name="connsiteY15-1324" fmla="*/ 548639 h 752877"/>
                  <a:gd name="connsiteX16-1325" fmla="*/ 10341033 w 10399222"/>
                  <a:gd name="connsiteY16-1326" fmla="*/ 199505 h 752877"/>
                  <a:gd name="connsiteX17-1327" fmla="*/ 10365971 w 10399222"/>
                  <a:gd name="connsiteY17-1328" fmla="*/ 166254 h 752877"/>
                  <a:gd name="connsiteX18-1329" fmla="*/ 10399222 w 10399222"/>
                  <a:gd name="connsiteY18-1330" fmla="*/ 191193 h 752877"/>
                  <a:gd name="connsiteX0-1331" fmla="*/ 0 w 10399222"/>
                  <a:gd name="connsiteY0-1332" fmla="*/ 548640 h 752877"/>
                  <a:gd name="connsiteX1-1333" fmla="*/ 889461 w 10399222"/>
                  <a:gd name="connsiteY1-1334" fmla="*/ 149629 h 752877"/>
                  <a:gd name="connsiteX2-1335" fmla="*/ 1629295 w 10399222"/>
                  <a:gd name="connsiteY2-1336" fmla="*/ 0 h 752877"/>
                  <a:gd name="connsiteX3-1337" fmla="*/ 2435628 w 10399222"/>
                  <a:gd name="connsiteY3-1338" fmla="*/ 149629 h 752877"/>
                  <a:gd name="connsiteX4-1339" fmla="*/ 3100647 w 10399222"/>
                  <a:gd name="connsiteY4-1340" fmla="*/ 465512 h 752877"/>
                  <a:gd name="connsiteX5-1341" fmla="*/ 3807229 w 10399222"/>
                  <a:gd name="connsiteY5-1342" fmla="*/ 723207 h 752877"/>
                  <a:gd name="connsiteX6-1343" fmla="*/ 4621878 w 10399222"/>
                  <a:gd name="connsiteY6-1344" fmla="*/ 723206 h 752877"/>
                  <a:gd name="connsiteX7-1345" fmla="*/ 5286895 w 10399222"/>
                  <a:gd name="connsiteY7-1346" fmla="*/ 507076 h 752877"/>
                  <a:gd name="connsiteX8-1347" fmla="*/ 5777346 w 10399222"/>
                  <a:gd name="connsiteY8-1348" fmla="*/ 249381 h 752877"/>
                  <a:gd name="connsiteX9-1349" fmla="*/ 6359235 w 10399222"/>
                  <a:gd name="connsiteY9-1350" fmla="*/ 49875 h 752877"/>
                  <a:gd name="connsiteX10-1351" fmla="*/ 7007628 w 10399222"/>
                  <a:gd name="connsiteY10-1352" fmla="*/ 58187 h 752877"/>
                  <a:gd name="connsiteX11-1353" fmla="*/ 7664335 w 10399222"/>
                  <a:gd name="connsiteY11-1354" fmla="*/ 307570 h 752877"/>
                  <a:gd name="connsiteX12-1355" fmla="*/ 8204662 w 10399222"/>
                  <a:gd name="connsiteY12-1356" fmla="*/ 598516 h 752877"/>
                  <a:gd name="connsiteX13-1357" fmla="*/ 8744989 w 10399222"/>
                  <a:gd name="connsiteY13-1358" fmla="*/ 723207 h 752877"/>
                  <a:gd name="connsiteX14-1359" fmla="*/ 9368444 w 10399222"/>
                  <a:gd name="connsiteY14-1360" fmla="*/ 731520 h 752877"/>
                  <a:gd name="connsiteX15-1361" fmla="*/ 9966960 w 10399222"/>
                  <a:gd name="connsiteY15-1362" fmla="*/ 548639 h 752877"/>
                  <a:gd name="connsiteX16-1363" fmla="*/ 10341033 w 10399222"/>
                  <a:gd name="connsiteY16-1364" fmla="*/ 199505 h 752877"/>
                  <a:gd name="connsiteX17-1365" fmla="*/ 10365971 w 10399222"/>
                  <a:gd name="connsiteY17-1366" fmla="*/ 166254 h 752877"/>
                  <a:gd name="connsiteX18-1367" fmla="*/ 10399222 w 10399222"/>
                  <a:gd name="connsiteY18-1368" fmla="*/ 191193 h 752877"/>
                  <a:gd name="connsiteX0-1369" fmla="*/ 0 w 10399222"/>
                  <a:gd name="connsiteY0-1370" fmla="*/ 548640 h 752877"/>
                  <a:gd name="connsiteX1-1371" fmla="*/ 889461 w 10399222"/>
                  <a:gd name="connsiteY1-1372" fmla="*/ 149629 h 752877"/>
                  <a:gd name="connsiteX2-1373" fmla="*/ 1629295 w 10399222"/>
                  <a:gd name="connsiteY2-1374" fmla="*/ 0 h 752877"/>
                  <a:gd name="connsiteX3-1375" fmla="*/ 2435628 w 10399222"/>
                  <a:gd name="connsiteY3-1376" fmla="*/ 149629 h 752877"/>
                  <a:gd name="connsiteX4-1377" fmla="*/ 3100647 w 10399222"/>
                  <a:gd name="connsiteY4-1378" fmla="*/ 465512 h 752877"/>
                  <a:gd name="connsiteX5-1379" fmla="*/ 3807229 w 10399222"/>
                  <a:gd name="connsiteY5-1380" fmla="*/ 723207 h 752877"/>
                  <a:gd name="connsiteX6-1381" fmla="*/ 4621878 w 10399222"/>
                  <a:gd name="connsiteY6-1382" fmla="*/ 723206 h 752877"/>
                  <a:gd name="connsiteX7-1383" fmla="*/ 5286895 w 10399222"/>
                  <a:gd name="connsiteY7-1384" fmla="*/ 507076 h 752877"/>
                  <a:gd name="connsiteX8-1385" fmla="*/ 5777346 w 10399222"/>
                  <a:gd name="connsiteY8-1386" fmla="*/ 249381 h 752877"/>
                  <a:gd name="connsiteX9-1387" fmla="*/ 6359235 w 10399222"/>
                  <a:gd name="connsiteY9-1388" fmla="*/ 49875 h 752877"/>
                  <a:gd name="connsiteX10-1389" fmla="*/ 7007628 w 10399222"/>
                  <a:gd name="connsiteY10-1390" fmla="*/ 58187 h 752877"/>
                  <a:gd name="connsiteX11-1391" fmla="*/ 7656022 w 10399222"/>
                  <a:gd name="connsiteY11-1392" fmla="*/ 274319 h 752877"/>
                  <a:gd name="connsiteX12-1393" fmla="*/ 8204662 w 10399222"/>
                  <a:gd name="connsiteY12-1394" fmla="*/ 598516 h 752877"/>
                  <a:gd name="connsiteX13-1395" fmla="*/ 8744989 w 10399222"/>
                  <a:gd name="connsiteY13-1396" fmla="*/ 723207 h 752877"/>
                  <a:gd name="connsiteX14-1397" fmla="*/ 9368444 w 10399222"/>
                  <a:gd name="connsiteY14-1398" fmla="*/ 731520 h 752877"/>
                  <a:gd name="connsiteX15-1399" fmla="*/ 9966960 w 10399222"/>
                  <a:gd name="connsiteY15-1400" fmla="*/ 548639 h 752877"/>
                  <a:gd name="connsiteX16-1401" fmla="*/ 10341033 w 10399222"/>
                  <a:gd name="connsiteY16-1402" fmla="*/ 199505 h 752877"/>
                  <a:gd name="connsiteX17-1403" fmla="*/ 10365971 w 10399222"/>
                  <a:gd name="connsiteY17-1404" fmla="*/ 166254 h 752877"/>
                  <a:gd name="connsiteX18-1405" fmla="*/ 10399222 w 10399222"/>
                  <a:gd name="connsiteY18-1406" fmla="*/ 191193 h 752877"/>
                  <a:gd name="connsiteX0-1407" fmla="*/ 0 w 10399222"/>
                  <a:gd name="connsiteY0-1408" fmla="*/ 548640 h 753691"/>
                  <a:gd name="connsiteX1-1409" fmla="*/ 889461 w 10399222"/>
                  <a:gd name="connsiteY1-1410" fmla="*/ 149629 h 753691"/>
                  <a:gd name="connsiteX2-1411" fmla="*/ 1629295 w 10399222"/>
                  <a:gd name="connsiteY2-1412" fmla="*/ 0 h 753691"/>
                  <a:gd name="connsiteX3-1413" fmla="*/ 2435628 w 10399222"/>
                  <a:gd name="connsiteY3-1414" fmla="*/ 149629 h 753691"/>
                  <a:gd name="connsiteX4-1415" fmla="*/ 3100647 w 10399222"/>
                  <a:gd name="connsiteY4-1416" fmla="*/ 465512 h 753691"/>
                  <a:gd name="connsiteX5-1417" fmla="*/ 3807229 w 10399222"/>
                  <a:gd name="connsiteY5-1418" fmla="*/ 723207 h 753691"/>
                  <a:gd name="connsiteX6-1419" fmla="*/ 4621878 w 10399222"/>
                  <a:gd name="connsiteY6-1420" fmla="*/ 723206 h 753691"/>
                  <a:gd name="connsiteX7-1421" fmla="*/ 5286895 w 10399222"/>
                  <a:gd name="connsiteY7-1422" fmla="*/ 507076 h 753691"/>
                  <a:gd name="connsiteX8-1423" fmla="*/ 5777346 w 10399222"/>
                  <a:gd name="connsiteY8-1424" fmla="*/ 249381 h 753691"/>
                  <a:gd name="connsiteX9-1425" fmla="*/ 6359235 w 10399222"/>
                  <a:gd name="connsiteY9-1426" fmla="*/ 49875 h 753691"/>
                  <a:gd name="connsiteX10-1427" fmla="*/ 7007628 w 10399222"/>
                  <a:gd name="connsiteY10-1428" fmla="*/ 58187 h 753691"/>
                  <a:gd name="connsiteX11-1429" fmla="*/ 7656022 w 10399222"/>
                  <a:gd name="connsiteY11-1430" fmla="*/ 274319 h 753691"/>
                  <a:gd name="connsiteX12-1431" fmla="*/ 8204662 w 10399222"/>
                  <a:gd name="connsiteY12-1432" fmla="*/ 598516 h 753691"/>
                  <a:gd name="connsiteX13-1433" fmla="*/ 8744989 w 10399222"/>
                  <a:gd name="connsiteY13-1434" fmla="*/ 723207 h 753691"/>
                  <a:gd name="connsiteX14-1435" fmla="*/ 9301943 w 10399222"/>
                  <a:gd name="connsiteY14-1436" fmla="*/ 739832 h 753691"/>
                  <a:gd name="connsiteX15-1437" fmla="*/ 9966960 w 10399222"/>
                  <a:gd name="connsiteY15-1438" fmla="*/ 548639 h 753691"/>
                  <a:gd name="connsiteX16-1439" fmla="*/ 10341033 w 10399222"/>
                  <a:gd name="connsiteY16-1440" fmla="*/ 199505 h 753691"/>
                  <a:gd name="connsiteX17-1441" fmla="*/ 10365971 w 10399222"/>
                  <a:gd name="connsiteY17-1442" fmla="*/ 166254 h 753691"/>
                  <a:gd name="connsiteX18-1443" fmla="*/ 10399222 w 10399222"/>
                  <a:gd name="connsiteY18-1444" fmla="*/ 191193 h 753691"/>
                  <a:gd name="connsiteX0-1445" fmla="*/ 0 w 10399222"/>
                  <a:gd name="connsiteY0-1446" fmla="*/ 548640 h 754685"/>
                  <a:gd name="connsiteX1-1447" fmla="*/ 889461 w 10399222"/>
                  <a:gd name="connsiteY1-1448" fmla="*/ 149629 h 754685"/>
                  <a:gd name="connsiteX2-1449" fmla="*/ 1629295 w 10399222"/>
                  <a:gd name="connsiteY2-1450" fmla="*/ 0 h 754685"/>
                  <a:gd name="connsiteX3-1451" fmla="*/ 2435628 w 10399222"/>
                  <a:gd name="connsiteY3-1452" fmla="*/ 149629 h 754685"/>
                  <a:gd name="connsiteX4-1453" fmla="*/ 3100647 w 10399222"/>
                  <a:gd name="connsiteY4-1454" fmla="*/ 465512 h 754685"/>
                  <a:gd name="connsiteX5-1455" fmla="*/ 3807229 w 10399222"/>
                  <a:gd name="connsiteY5-1456" fmla="*/ 723207 h 754685"/>
                  <a:gd name="connsiteX6-1457" fmla="*/ 4621878 w 10399222"/>
                  <a:gd name="connsiteY6-1458" fmla="*/ 723206 h 754685"/>
                  <a:gd name="connsiteX7-1459" fmla="*/ 5286895 w 10399222"/>
                  <a:gd name="connsiteY7-1460" fmla="*/ 507076 h 754685"/>
                  <a:gd name="connsiteX8-1461" fmla="*/ 5777346 w 10399222"/>
                  <a:gd name="connsiteY8-1462" fmla="*/ 249381 h 754685"/>
                  <a:gd name="connsiteX9-1463" fmla="*/ 6359235 w 10399222"/>
                  <a:gd name="connsiteY9-1464" fmla="*/ 49875 h 754685"/>
                  <a:gd name="connsiteX10-1465" fmla="*/ 7007628 w 10399222"/>
                  <a:gd name="connsiteY10-1466" fmla="*/ 58187 h 754685"/>
                  <a:gd name="connsiteX11-1467" fmla="*/ 7656022 w 10399222"/>
                  <a:gd name="connsiteY11-1468" fmla="*/ 274319 h 754685"/>
                  <a:gd name="connsiteX12-1469" fmla="*/ 8171411 w 10399222"/>
                  <a:gd name="connsiteY12-1470" fmla="*/ 573578 h 754685"/>
                  <a:gd name="connsiteX13-1471" fmla="*/ 8744989 w 10399222"/>
                  <a:gd name="connsiteY13-1472" fmla="*/ 723207 h 754685"/>
                  <a:gd name="connsiteX14-1473" fmla="*/ 9301943 w 10399222"/>
                  <a:gd name="connsiteY14-1474" fmla="*/ 739832 h 754685"/>
                  <a:gd name="connsiteX15-1475" fmla="*/ 9966960 w 10399222"/>
                  <a:gd name="connsiteY15-1476" fmla="*/ 548639 h 754685"/>
                  <a:gd name="connsiteX16-1477" fmla="*/ 10341033 w 10399222"/>
                  <a:gd name="connsiteY16-1478" fmla="*/ 199505 h 754685"/>
                  <a:gd name="connsiteX17-1479" fmla="*/ 10365971 w 10399222"/>
                  <a:gd name="connsiteY17-1480" fmla="*/ 166254 h 754685"/>
                  <a:gd name="connsiteX18-1481" fmla="*/ 10399222 w 10399222"/>
                  <a:gd name="connsiteY18-1482" fmla="*/ 191193 h 754685"/>
                  <a:gd name="connsiteX0-1483" fmla="*/ 0 w 10399222"/>
                  <a:gd name="connsiteY0-1484" fmla="*/ 548640 h 753459"/>
                  <a:gd name="connsiteX1-1485" fmla="*/ 889461 w 10399222"/>
                  <a:gd name="connsiteY1-1486" fmla="*/ 149629 h 753459"/>
                  <a:gd name="connsiteX2-1487" fmla="*/ 1629295 w 10399222"/>
                  <a:gd name="connsiteY2-1488" fmla="*/ 0 h 753459"/>
                  <a:gd name="connsiteX3-1489" fmla="*/ 2435628 w 10399222"/>
                  <a:gd name="connsiteY3-1490" fmla="*/ 149629 h 753459"/>
                  <a:gd name="connsiteX4-1491" fmla="*/ 3100647 w 10399222"/>
                  <a:gd name="connsiteY4-1492" fmla="*/ 465512 h 753459"/>
                  <a:gd name="connsiteX5-1493" fmla="*/ 3807229 w 10399222"/>
                  <a:gd name="connsiteY5-1494" fmla="*/ 723207 h 753459"/>
                  <a:gd name="connsiteX6-1495" fmla="*/ 4621878 w 10399222"/>
                  <a:gd name="connsiteY6-1496" fmla="*/ 723206 h 753459"/>
                  <a:gd name="connsiteX7-1497" fmla="*/ 5286895 w 10399222"/>
                  <a:gd name="connsiteY7-1498" fmla="*/ 507076 h 753459"/>
                  <a:gd name="connsiteX8-1499" fmla="*/ 5777346 w 10399222"/>
                  <a:gd name="connsiteY8-1500" fmla="*/ 249381 h 753459"/>
                  <a:gd name="connsiteX9-1501" fmla="*/ 6359235 w 10399222"/>
                  <a:gd name="connsiteY9-1502" fmla="*/ 49875 h 753459"/>
                  <a:gd name="connsiteX10-1503" fmla="*/ 7007628 w 10399222"/>
                  <a:gd name="connsiteY10-1504" fmla="*/ 58187 h 753459"/>
                  <a:gd name="connsiteX11-1505" fmla="*/ 7656022 w 10399222"/>
                  <a:gd name="connsiteY11-1506" fmla="*/ 274319 h 753459"/>
                  <a:gd name="connsiteX12-1507" fmla="*/ 8171411 w 10399222"/>
                  <a:gd name="connsiteY12-1508" fmla="*/ 573578 h 753459"/>
                  <a:gd name="connsiteX13-1509" fmla="*/ 8744989 w 10399222"/>
                  <a:gd name="connsiteY13-1510" fmla="*/ 723207 h 753459"/>
                  <a:gd name="connsiteX14-1511" fmla="*/ 9301943 w 10399222"/>
                  <a:gd name="connsiteY14-1512" fmla="*/ 739832 h 753459"/>
                  <a:gd name="connsiteX15-1513" fmla="*/ 9933709 w 10399222"/>
                  <a:gd name="connsiteY15-1514" fmla="*/ 565264 h 753459"/>
                  <a:gd name="connsiteX16-1515" fmla="*/ 10341033 w 10399222"/>
                  <a:gd name="connsiteY16-1516" fmla="*/ 199505 h 753459"/>
                  <a:gd name="connsiteX17-1517" fmla="*/ 10365971 w 10399222"/>
                  <a:gd name="connsiteY17-1518" fmla="*/ 166254 h 753459"/>
                  <a:gd name="connsiteX18-1519" fmla="*/ 10399222 w 10399222"/>
                  <a:gd name="connsiteY18-1520" fmla="*/ 191193 h 753459"/>
                  <a:gd name="connsiteX0-1521" fmla="*/ 0 w 10378141"/>
                  <a:gd name="connsiteY0-1522" fmla="*/ 548640 h 753459"/>
                  <a:gd name="connsiteX1-1523" fmla="*/ 889461 w 10378141"/>
                  <a:gd name="connsiteY1-1524" fmla="*/ 149629 h 753459"/>
                  <a:gd name="connsiteX2-1525" fmla="*/ 1629295 w 10378141"/>
                  <a:gd name="connsiteY2-1526" fmla="*/ 0 h 753459"/>
                  <a:gd name="connsiteX3-1527" fmla="*/ 2435628 w 10378141"/>
                  <a:gd name="connsiteY3-1528" fmla="*/ 149629 h 753459"/>
                  <a:gd name="connsiteX4-1529" fmla="*/ 3100647 w 10378141"/>
                  <a:gd name="connsiteY4-1530" fmla="*/ 465512 h 753459"/>
                  <a:gd name="connsiteX5-1531" fmla="*/ 3807229 w 10378141"/>
                  <a:gd name="connsiteY5-1532" fmla="*/ 723207 h 753459"/>
                  <a:gd name="connsiteX6-1533" fmla="*/ 4621878 w 10378141"/>
                  <a:gd name="connsiteY6-1534" fmla="*/ 723206 h 753459"/>
                  <a:gd name="connsiteX7-1535" fmla="*/ 5286895 w 10378141"/>
                  <a:gd name="connsiteY7-1536" fmla="*/ 507076 h 753459"/>
                  <a:gd name="connsiteX8-1537" fmla="*/ 5777346 w 10378141"/>
                  <a:gd name="connsiteY8-1538" fmla="*/ 249381 h 753459"/>
                  <a:gd name="connsiteX9-1539" fmla="*/ 6359235 w 10378141"/>
                  <a:gd name="connsiteY9-1540" fmla="*/ 49875 h 753459"/>
                  <a:gd name="connsiteX10-1541" fmla="*/ 7007628 w 10378141"/>
                  <a:gd name="connsiteY10-1542" fmla="*/ 58187 h 753459"/>
                  <a:gd name="connsiteX11-1543" fmla="*/ 7656022 w 10378141"/>
                  <a:gd name="connsiteY11-1544" fmla="*/ 274319 h 753459"/>
                  <a:gd name="connsiteX12-1545" fmla="*/ 8171411 w 10378141"/>
                  <a:gd name="connsiteY12-1546" fmla="*/ 573578 h 753459"/>
                  <a:gd name="connsiteX13-1547" fmla="*/ 8744989 w 10378141"/>
                  <a:gd name="connsiteY13-1548" fmla="*/ 723207 h 753459"/>
                  <a:gd name="connsiteX14-1549" fmla="*/ 9301943 w 10378141"/>
                  <a:gd name="connsiteY14-1550" fmla="*/ 739832 h 753459"/>
                  <a:gd name="connsiteX15-1551" fmla="*/ 9933709 w 10378141"/>
                  <a:gd name="connsiteY15-1552" fmla="*/ 565264 h 753459"/>
                  <a:gd name="connsiteX16-1553" fmla="*/ 10341033 w 10378141"/>
                  <a:gd name="connsiteY16-1554" fmla="*/ 199505 h 753459"/>
                  <a:gd name="connsiteX17-1555" fmla="*/ 10365971 w 10378141"/>
                  <a:gd name="connsiteY17-1556" fmla="*/ 166254 h 753459"/>
                  <a:gd name="connsiteX0-1557" fmla="*/ 0 w 10341033"/>
                  <a:gd name="connsiteY0-1558" fmla="*/ 548640 h 753459"/>
                  <a:gd name="connsiteX1-1559" fmla="*/ 889461 w 10341033"/>
                  <a:gd name="connsiteY1-1560" fmla="*/ 149629 h 753459"/>
                  <a:gd name="connsiteX2-1561" fmla="*/ 1629295 w 10341033"/>
                  <a:gd name="connsiteY2-1562" fmla="*/ 0 h 753459"/>
                  <a:gd name="connsiteX3-1563" fmla="*/ 2435628 w 10341033"/>
                  <a:gd name="connsiteY3-1564" fmla="*/ 149629 h 753459"/>
                  <a:gd name="connsiteX4-1565" fmla="*/ 3100647 w 10341033"/>
                  <a:gd name="connsiteY4-1566" fmla="*/ 465512 h 753459"/>
                  <a:gd name="connsiteX5-1567" fmla="*/ 3807229 w 10341033"/>
                  <a:gd name="connsiteY5-1568" fmla="*/ 723207 h 753459"/>
                  <a:gd name="connsiteX6-1569" fmla="*/ 4621878 w 10341033"/>
                  <a:gd name="connsiteY6-1570" fmla="*/ 723206 h 753459"/>
                  <a:gd name="connsiteX7-1571" fmla="*/ 5286895 w 10341033"/>
                  <a:gd name="connsiteY7-1572" fmla="*/ 507076 h 753459"/>
                  <a:gd name="connsiteX8-1573" fmla="*/ 5777346 w 10341033"/>
                  <a:gd name="connsiteY8-1574" fmla="*/ 249381 h 753459"/>
                  <a:gd name="connsiteX9-1575" fmla="*/ 6359235 w 10341033"/>
                  <a:gd name="connsiteY9-1576" fmla="*/ 49875 h 753459"/>
                  <a:gd name="connsiteX10-1577" fmla="*/ 7007628 w 10341033"/>
                  <a:gd name="connsiteY10-1578" fmla="*/ 58187 h 753459"/>
                  <a:gd name="connsiteX11-1579" fmla="*/ 7656022 w 10341033"/>
                  <a:gd name="connsiteY11-1580" fmla="*/ 274319 h 753459"/>
                  <a:gd name="connsiteX12-1581" fmla="*/ 8171411 w 10341033"/>
                  <a:gd name="connsiteY12-1582" fmla="*/ 573578 h 753459"/>
                  <a:gd name="connsiteX13-1583" fmla="*/ 8744989 w 10341033"/>
                  <a:gd name="connsiteY13-1584" fmla="*/ 723207 h 753459"/>
                  <a:gd name="connsiteX14-1585" fmla="*/ 9301943 w 10341033"/>
                  <a:gd name="connsiteY14-1586" fmla="*/ 739832 h 753459"/>
                  <a:gd name="connsiteX15-1587" fmla="*/ 9933709 w 10341033"/>
                  <a:gd name="connsiteY15-1588" fmla="*/ 565264 h 753459"/>
                  <a:gd name="connsiteX16-1589" fmla="*/ 10341033 w 10341033"/>
                  <a:gd name="connsiteY16-1590" fmla="*/ 199505 h 753459"/>
                  <a:gd name="connsiteX0-1591" fmla="*/ 0 w 10399222"/>
                  <a:gd name="connsiteY0-1592" fmla="*/ 548640 h 753459"/>
                  <a:gd name="connsiteX1-1593" fmla="*/ 889461 w 10399222"/>
                  <a:gd name="connsiteY1-1594" fmla="*/ 149629 h 753459"/>
                  <a:gd name="connsiteX2-1595" fmla="*/ 1629295 w 10399222"/>
                  <a:gd name="connsiteY2-1596" fmla="*/ 0 h 753459"/>
                  <a:gd name="connsiteX3-1597" fmla="*/ 2435628 w 10399222"/>
                  <a:gd name="connsiteY3-1598" fmla="*/ 149629 h 753459"/>
                  <a:gd name="connsiteX4-1599" fmla="*/ 3100647 w 10399222"/>
                  <a:gd name="connsiteY4-1600" fmla="*/ 465512 h 753459"/>
                  <a:gd name="connsiteX5-1601" fmla="*/ 3807229 w 10399222"/>
                  <a:gd name="connsiteY5-1602" fmla="*/ 723207 h 753459"/>
                  <a:gd name="connsiteX6-1603" fmla="*/ 4621878 w 10399222"/>
                  <a:gd name="connsiteY6-1604" fmla="*/ 723206 h 753459"/>
                  <a:gd name="connsiteX7-1605" fmla="*/ 5286895 w 10399222"/>
                  <a:gd name="connsiteY7-1606" fmla="*/ 507076 h 753459"/>
                  <a:gd name="connsiteX8-1607" fmla="*/ 5777346 w 10399222"/>
                  <a:gd name="connsiteY8-1608" fmla="*/ 249381 h 753459"/>
                  <a:gd name="connsiteX9-1609" fmla="*/ 6359235 w 10399222"/>
                  <a:gd name="connsiteY9-1610" fmla="*/ 49875 h 753459"/>
                  <a:gd name="connsiteX10-1611" fmla="*/ 7007628 w 10399222"/>
                  <a:gd name="connsiteY10-1612" fmla="*/ 58187 h 753459"/>
                  <a:gd name="connsiteX11-1613" fmla="*/ 7656022 w 10399222"/>
                  <a:gd name="connsiteY11-1614" fmla="*/ 274319 h 753459"/>
                  <a:gd name="connsiteX12-1615" fmla="*/ 8171411 w 10399222"/>
                  <a:gd name="connsiteY12-1616" fmla="*/ 573578 h 753459"/>
                  <a:gd name="connsiteX13-1617" fmla="*/ 8744989 w 10399222"/>
                  <a:gd name="connsiteY13-1618" fmla="*/ 723207 h 753459"/>
                  <a:gd name="connsiteX14-1619" fmla="*/ 9301943 w 10399222"/>
                  <a:gd name="connsiteY14-1620" fmla="*/ 739832 h 753459"/>
                  <a:gd name="connsiteX15-1621" fmla="*/ 9933709 w 10399222"/>
                  <a:gd name="connsiteY15-1622" fmla="*/ 565264 h 753459"/>
                  <a:gd name="connsiteX16-1623" fmla="*/ 10399222 w 10399222"/>
                  <a:gd name="connsiteY16-1624" fmla="*/ 257694 h 753459"/>
                  <a:gd name="connsiteX0-1625" fmla="*/ 0 w 10432473"/>
                  <a:gd name="connsiteY0-1626" fmla="*/ 548640 h 753459"/>
                  <a:gd name="connsiteX1-1627" fmla="*/ 889461 w 10432473"/>
                  <a:gd name="connsiteY1-1628" fmla="*/ 149629 h 753459"/>
                  <a:gd name="connsiteX2-1629" fmla="*/ 1629295 w 10432473"/>
                  <a:gd name="connsiteY2-1630" fmla="*/ 0 h 753459"/>
                  <a:gd name="connsiteX3-1631" fmla="*/ 2435628 w 10432473"/>
                  <a:gd name="connsiteY3-1632" fmla="*/ 149629 h 753459"/>
                  <a:gd name="connsiteX4-1633" fmla="*/ 3100647 w 10432473"/>
                  <a:gd name="connsiteY4-1634" fmla="*/ 465512 h 753459"/>
                  <a:gd name="connsiteX5-1635" fmla="*/ 3807229 w 10432473"/>
                  <a:gd name="connsiteY5-1636" fmla="*/ 723207 h 753459"/>
                  <a:gd name="connsiteX6-1637" fmla="*/ 4621878 w 10432473"/>
                  <a:gd name="connsiteY6-1638" fmla="*/ 723206 h 753459"/>
                  <a:gd name="connsiteX7-1639" fmla="*/ 5286895 w 10432473"/>
                  <a:gd name="connsiteY7-1640" fmla="*/ 507076 h 753459"/>
                  <a:gd name="connsiteX8-1641" fmla="*/ 5777346 w 10432473"/>
                  <a:gd name="connsiteY8-1642" fmla="*/ 249381 h 753459"/>
                  <a:gd name="connsiteX9-1643" fmla="*/ 6359235 w 10432473"/>
                  <a:gd name="connsiteY9-1644" fmla="*/ 49875 h 753459"/>
                  <a:gd name="connsiteX10-1645" fmla="*/ 7007628 w 10432473"/>
                  <a:gd name="connsiteY10-1646" fmla="*/ 58187 h 753459"/>
                  <a:gd name="connsiteX11-1647" fmla="*/ 7656022 w 10432473"/>
                  <a:gd name="connsiteY11-1648" fmla="*/ 274319 h 753459"/>
                  <a:gd name="connsiteX12-1649" fmla="*/ 8171411 w 10432473"/>
                  <a:gd name="connsiteY12-1650" fmla="*/ 573578 h 753459"/>
                  <a:gd name="connsiteX13-1651" fmla="*/ 8744989 w 10432473"/>
                  <a:gd name="connsiteY13-1652" fmla="*/ 723207 h 753459"/>
                  <a:gd name="connsiteX14-1653" fmla="*/ 9301943 w 10432473"/>
                  <a:gd name="connsiteY14-1654" fmla="*/ 739832 h 753459"/>
                  <a:gd name="connsiteX15-1655" fmla="*/ 9933709 w 10432473"/>
                  <a:gd name="connsiteY15-1656" fmla="*/ 565264 h 753459"/>
                  <a:gd name="connsiteX16-1657" fmla="*/ 10432473 w 10432473"/>
                  <a:gd name="connsiteY16-1658" fmla="*/ 282632 h 753459"/>
                  <a:gd name="connsiteX0-1659" fmla="*/ 0 w 10432473"/>
                  <a:gd name="connsiteY0-1660" fmla="*/ 548640 h 752877"/>
                  <a:gd name="connsiteX1-1661" fmla="*/ 889461 w 10432473"/>
                  <a:gd name="connsiteY1-1662" fmla="*/ 149629 h 752877"/>
                  <a:gd name="connsiteX2-1663" fmla="*/ 1629295 w 10432473"/>
                  <a:gd name="connsiteY2-1664" fmla="*/ 0 h 752877"/>
                  <a:gd name="connsiteX3-1665" fmla="*/ 2435628 w 10432473"/>
                  <a:gd name="connsiteY3-1666" fmla="*/ 149629 h 752877"/>
                  <a:gd name="connsiteX4-1667" fmla="*/ 3100647 w 10432473"/>
                  <a:gd name="connsiteY4-1668" fmla="*/ 465512 h 752877"/>
                  <a:gd name="connsiteX5-1669" fmla="*/ 3807229 w 10432473"/>
                  <a:gd name="connsiteY5-1670" fmla="*/ 723207 h 752877"/>
                  <a:gd name="connsiteX6-1671" fmla="*/ 4621878 w 10432473"/>
                  <a:gd name="connsiteY6-1672" fmla="*/ 723206 h 752877"/>
                  <a:gd name="connsiteX7-1673" fmla="*/ 5286895 w 10432473"/>
                  <a:gd name="connsiteY7-1674" fmla="*/ 507076 h 752877"/>
                  <a:gd name="connsiteX8-1675" fmla="*/ 5777346 w 10432473"/>
                  <a:gd name="connsiteY8-1676" fmla="*/ 249381 h 752877"/>
                  <a:gd name="connsiteX9-1677" fmla="*/ 6359235 w 10432473"/>
                  <a:gd name="connsiteY9-1678" fmla="*/ 49875 h 752877"/>
                  <a:gd name="connsiteX10-1679" fmla="*/ 7007628 w 10432473"/>
                  <a:gd name="connsiteY10-1680" fmla="*/ 58187 h 752877"/>
                  <a:gd name="connsiteX11-1681" fmla="*/ 7656022 w 10432473"/>
                  <a:gd name="connsiteY11-1682" fmla="*/ 274319 h 752877"/>
                  <a:gd name="connsiteX12-1683" fmla="*/ 8171411 w 10432473"/>
                  <a:gd name="connsiteY12-1684" fmla="*/ 573578 h 752877"/>
                  <a:gd name="connsiteX13-1685" fmla="*/ 8744989 w 10432473"/>
                  <a:gd name="connsiteY13-1686" fmla="*/ 723207 h 752877"/>
                  <a:gd name="connsiteX14-1687" fmla="*/ 9301943 w 10432473"/>
                  <a:gd name="connsiteY14-1688" fmla="*/ 739832 h 752877"/>
                  <a:gd name="connsiteX15-1689" fmla="*/ 9942021 w 10432473"/>
                  <a:gd name="connsiteY15-1690" fmla="*/ 581889 h 752877"/>
                  <a:gd name="connsiteX16-1691" fmla="*/ 10432473 w 10432473"/>
                  <a:gd name="connsiteY16-1692" fmla="*/ 282632 h 752877"/>
                  <a:gd name="connsiteX0-1693" fmla="*/ 0 w 10432473"/>
                  <a:gd name="connsiteY0-1694" fmla="*/ 548730 h 752967"/>
                  <a:gd name="connsiteX1-1695" fmla="*/ 889461 w 10432473"/>
                  <a:gd name="connsiteY1-1696" fmla="*/ 149719 h 752967"/>
                  <a:gd name="connsiteX2-1697" fmla="*/ 1629295 w 10432473"/>
                  <a:gd name="connsiteY2-1698" fmla="*/ 90 h 752967"/>
                  <a:gd name="connsiteX3-1699" fmla="*/ 2394064 w 10432473"/>
                  <a:gd name="connsiteY3-1700" fmla="*/ 166345 h 752967"/>
                  <a:gd name="connsiteX4-1701" fmla="*/ 3100647 w 10432473"/>
                  <a:gd name="connsiteY4-1702" fmla="*/ 465602 h 752967"/>
                  <a:gd name="connsiteX5-1703" fmla="*/ 3807229 w 10432473"/>
                  <a:gd name="connsiteY5-1704" fmla="*/ 723297 h 752967"/>
                  <a:gd name="connsiteX6-1705" fmla="*/ 4621878 w 10432473"/>
                  <a:gd name="connsiteY6-1706" fmla="*/ 723296 h 752967"/>
                  <a:gd name="connsiteX7-1707" fmla="*/ 5286895 w 10432473"/>
                  <a:gd name="connsiteY7-1708" fmla="*/ 507166 h 752967"/>
                  <a:gd name="connsiteX8-1709" fmla="*/ 5777346 w 10432473"/>
                  <a:gd name="connsiteY8-1710" fmla="*/ 249471 h 752967"/>
                  <a:gd name="connsiteX9-1711" fmla="*/ 6359235 w 10432473"/>
                  <a:gd name="connsiteY9-1712" fmla="*/ 49965 h 752967"/>
                  <a:gd name="connsiteX10-1713" fmla="*/ 7007628 w 10432473"/>
                  <a:gd name="connsiteY10-1714" fmla="*/ 58277 h 752967"/>
                  <a:gd name="connsiteX11-1715" fmla="*/ 7656022 w 10432473"/>
                  <a:gd name="connsiteY11-1716" fmla="*/ 274409 h 752967"/>
                  <a:gd name="connsiteX12-1717" fmla="*/ 8171411 w 10432473"/>
                  <a:gd name="connsiteY12-1718" fmla="*/ 573668 h 752967"/>
                  <a:gd name="connsiteX13-1719" fmla="*/ 8744989 w 10432473"/>
                  <a:gd name="connsiteY13-1720" fmla="*/ 723297 h 752967"/>
                  <a:gd name="connsiteX14-1721" fmla="*/ 9301943 w 10432473"/>
                  <a:gd name="connsiteY14-1722" fmla="*/ 739922 h 752967"/>
                  <a:gd name="connsiteX15-1723" fmla="*/ 9942021 w 10432473"/>
                  <a:gd name="connsiteY15-1724" fmla="*/ 581979 h 752967"/>
                  <a:gd name="connsiteX16-1725" fmla="*/ 10432473 w 10432473"/>
                  <a:gd name="connsiteY16-1726" fmla="*/ 282722 h 752967"/>
                  <a:gd name="connsiteX0-1727" fmla="*/ 0 w 10432473"/>
                  <a:gd name="connsiteY0-1728" fmla="*/ 548730 h 752326"/>
                  <a:gd name="connsiteX1-1729" fmla="*/ 889461 w 10432473"/>
                  <a:gd name="connsiteY1-1730" fmla="*/ 149719 h 752326"/>
                  <a:gd name="connsiteX2-1731" fmla="*/ 1629295 w 10432473"/>
                  <a:gd name="connsiteY2-1732" fmla="*/ 90 h 752326"/>
                  <a:gd name="connsiteX3-1733" fmla="*/ 2394064 w 10432473"/>
                  <a:gd name="connsiteY3-1734" fmla="*/ 166345 h 752326"/>
                  <a:gd name="connsiteX4-1735" fmla="*/ 3075708 w 10432473"/>
                  <a:gd name="connsiteY4-1736" fmla="*/ 482228 h 752326"/>
                  <a:gd name="connsiteX5-1737" fmla="*/ 3807229 w 10432473"/>
                  <a:gd name="connsiteY5-1738" fmla="*/ 723297 h 752326"/>
                  <a:gd name="connsiteX6-1739" fmla="*/ 4621878 w 10432473"/>
                  <a:gd name="connsiteY6-1740" fmla="*/ 723296 h 752326"/>
                  <a:gd name="connsiteX7-1741" fmla="*/ 5286895 w 10432473"/>
                  <a:gd name="connsiteY7-1742" fmla="*/ 507166 h 752326"/>
                  <a:gd name="connsiteX8-1743" fmla="*/ 5777346 w 10432473"/>
                  <a:gd name="connsiteY8-1744" fmla="*/ 249471 h 752326"/>
                  <a:gd name="connsiteX9-1745" fmla="*/ 6359235 w 10432473"/>
                  <a:gd name="connsiteY9-1746" fmla="*/ 49965 h 752326"/>
                  <a:gd name="connsiteX10-1747" fmla="*/ 7007628 w 10432473"/>
                  <a:gd name="connsiteY10-1748" fmla="*/ 58277 h 752326"/>
                  <a:gd name="connsiteX11-1749" fmla="*/ 7656022 w 10432473"/>
                  <a:gd name="connsiteY11-1750" fmla="*/ 274409 h 752326"/>
                  <a:gd name="connsiteX12-1751" fmla="*/ 8171411 w 10432473"/>
                  <a:gd name="connsiteY12-1752" fmla="*/ 573668 h 752326"/>
                  <a:gd name="connsiteX13-1753" fmla="*/ 8744989 w 10432473"/>
                  <a:gd name="connsiteY13-1754" fmla="*/ 723297 h 752326"/>
                  <a:gd name="connsiteX14-1755" fmla="*/ 9301943 w 10432473"/>
                  <a:gd name="connsiteY14-1756" fmla="*/ 739922 h 752326"/>
                  <a:gd name="connsiteX15-1757" fmla="*/ 9942021 w 10432473"/>
                  <a:gd name="connsiteY15-1758" fmla="*/ 581979 h 752326"/>
                  <a:gd name="connsiteX16-1759" fmla="*/ 10432473 w 10432473"/>
                  <a:gd name="connsiteY16-1760" fmla="*/ 282722 h 752326"/>
                  <a:gd name="connsiteX0-1761" fmla="*/ 0 w 10432473"/>
                  <a:gd name="connsiteY0-1762" fmla="*/ 523836 h 727432"/>
                  <a:gd name="connsiteX1-1763" fmla="*/ 889461 w 10432473"/>
                  <a:gd name="connsiteY1-1764" fmla="*/ 124825 h 727432"/>
                  <a:gd name="connsiteX2-1765" fmla="*/ 1645920 w 10432473"/>
                  <a:gd name="connsiteY2-1766" fmla="*/ 134 h 727432"/>
                  <a:gd name="connsiteX3-1767" fmla="*/ 2394064 w 10432473"/>
                  <a:gd name="connsiteY3-1768" fmla="*/ 141451 h 727432"/>
                  <a:gd name="connsiteX4-1769" fmla="*/ 3075708 w 10432473"/>
                  <a:gd name="connsiteY4-1770" fmla="*/ 457334 h 727432"/>
                  <a:gd name="connsiteX5-1771" fmla="*/ 3807229 w 10432473"/>
                  <a:gd name="connsiteY5-1772" fmla="*/ 698403 h 727432"/>
                  <a:gd name="connsiteX6-1773" fmla="*/ 4621878 w 10432473"/>
                  <a:gd name="connsiteY6-1774" fmla="*/ 698402 h 727432"/>
                  <a:gd name="connsiteX7-1775" fmla="*/ 5286895 w 10432473"/>
                  <a:gd name="connsiteY7-1776" fmla="*/ 482272 h 727432"/>
                  <a:gd name="connsiteX8-1777" fmla="*/ 5777346 w 10432473"/>
                  <a:gd name="connsiteY8-1778" fmla="*/ 224577 h 727432"/>
                  <a:gd name="connsiteX9-1779" fmla="*/ 6359235 w 10432473"/>
                  <a:gd name="connsiteY9-1780" fmla="*/ 25071 h 727432"/>
                  <a:gd name="connsiteX10-1781" fmla="*/ 7007628 w 10432473"/>
                  <a:gd name="connsiteY10-1782" fmla="*/ 33383 h 727432"/>
                  <a:gd name="connsiteX11-1783" fmla="*/ 7656022 w 10432473"/>
                  <a:gd name="connsiteY11-1784" fmla="*/ 249515 h 727432"/>
                  <a:gd name="connsiteX12-1785" fmla="*/ 8171411 w 10432473"/>
                  <a:gd name="connsiteY12-1786" fmla="*/ 548774 h 727432"/>
                  <a:gd name="connsiteX13-1787" fmla="*/ 8744989 w 10432473"/>
                  <a:gd name="connsiteY13-1788" fmla="*/ 698403 h 727432"/>
                  <a:gd name="connsiteX14-1789" fmla="*/ 9301943 w 10432473"/>
                  <a:gd name="connsiteY14-1790" fmla="*/ 715028 h 727432"/>
                  <a:gd name="connsiteX15-1791" fmla="*/ 9942021 w 10432473"/>
                  <a:gd name="connsiteY15-1792" fmla="*/ 557085 h 727432"/>
                  <a:gd name="connsiteX16-1793" fmla="*/ 10432473 w 10432473"/>
                  <a:gd name="connsiteY16-1794" fmla="*/ 257828 h 727432"/>
                  <a:gd name="connsiteX0-1795" fmla="*/ 0 w 10432473"/>
                  <a:gd name="connsiteY0-1796" fmla="*/ 523836 h 727432"/>
                  <a:gd name="connsiteX1-1797" fmla="*/ 889461 w 10432473"/>
                  <a:gd name="connsiteY1-1798" fmla="*/ 124825 h 727432"/>
                  <a:gd name="connsiteX2-1799" fmla="*/ 1645920 w 10432473"/>
                  <a:gd name="connsiteY2-1800" fmla="*/ 134 h 727432"/>
                  <a:gd name="connsiteX3-1801" fmla="*/ 2394064 w 10432473"/>
                  <a:gd name="connsiteY3-1802" fmla="*/ 141451 h 727432"/>
                  <a:gd name="connsiteX4-1803" fmla="*/ 3075708 w 10432473"/>
                  <a:gd name="connsiteY4-1804" fmla="*/ 457334 h 727432"/>
                  <a:gd name="connsiteX5-1805" fmla="*/ 3807229 w 10432473"/>
                  <a:gd name="connsiteY5-1806" fmla="*/ 698403 h 727432"/>
                  <a:gd name="connsiteX6-1807" fmla="*/ 4621878 w 10432473"/>
                  <a:gd name="connsiteY6-1808" fmla="*/ 698402 h 727432"/>
                  <a:gd name="connsiteX7-1809" fmla="*/ 5286895 w 10432473"/>
                  <a:gd name="connsiteY7-1810" fmla="*/ 482272 h 727432"/>
                  <a:gd name="connsiteX8-1811" fmla="*/ 5777346 w 10432473"/>
                  <a:gd name="connsiteY8-1812" fmla="*/ 224577 h 727432"/>
                  <a:gd name="connsiteX9-1813" fmla="*/ 6359235 w 10432473"/>
                  <a:gd name="connsiteY9-1814" fmla="*/ 25071 h 727432"/>
                  <a:gd name="connsiteX10-1815" fmla="*/ 7007628 w 10432473"/>
                  <a:gd name="connsiteY10-1816" fmla="*/ 33383 h 727432"/>
                  <a:gd name="connsiteX11-1817" fmla="*/ 7656022 w 10432473"/>
                  <a:gd name="connsiteY11-1818" fmla="*/ 249515 h 727432"/>
                  <a:gd name="connsiteX12-1819" fmla="*/ 8171411 w 10432473"/>
                  <a:gd name="connsiteY12-1820" fmla="*/ 548774 h 727432"/>
                  <a:gd name="connsiteX13-1821" fmla="*/ 8744989 w 10432473"/>
                  <a:gd name="connsiteY13-1822" fmla="*/ 698403 h 727432"/>
                  <a:gd name="connsiteX14-1823" fmla="*/ 9301943 w 10432473"/>
                  <a:gd name="connsiteY14-1824" fmla="*/ 715028 h 727432"/>
                  <a:gd name="connsiteX15-1825" fmla="*/ 9942021 w 10432473"/>
                  <a:gd name="connsiteY15-1826" fmla="*/ 557085 h 727432"/>
                  <a:gd name="connsiteX16-1827" fmla="*/ 10432473 w 10432473"/>
                  <a:gd name="connsiteY16-1828" fmla="*/ 257828 h 727432"/>
                  <a:gd name="connsiteX0-1829" fmla="*/ 0 w 10432473"/>
                  <a:gd name="connsiteY0-1830" fmla="*/ 523836 h 727432"/>
                  <a:gd name="connsiteX1-1831" fmla="*/ 889461 w 10432473"/>
                  <a:gd name="connsiteY1-1832" fmla="*/ 124825 h 727432"/>
                  <a:gd name="connsiteX2-1833" fmla="*/ 1645920 w 10432473"/>
                  <a:gd name="connsiteY2-1834" fmla="*/ 134 h 727432"/>
                  <a:gd name="connsiteX3-1835" fmla="*/ 2394064 w 10432473"/>
                  <a:gd name="connsiteY3-1836" fmla="*/ 141451 h 727432"/>
                  <a:gd name="connsiteX4-1837" fmla="*/ 3075708 w 10432473"/>
                  <a:gd name="connsiteY4-1838" fmla="*/ 457334 h 727432"/>
                  <a:gd name="connsiteX5-1839" fmla="*/ 3807229 w 10432473"/>
                  <a:gd name="connsiteY5-1840" fmla="*/ 698403 h 727432"/>
                  <a:gd name="connsiteX6-1841" fmla="*/ 4621878 w 10432473"/>
                  <a:gd name="connsiteY6-1842" fmla="*/ 698402 h 727432"/>
                  <a:gd name="connsiteX7-1843" fmla="*/ 5286895 w 10432473"/>
                  <a:gd name="connsiteY7-1844" fmla="*/ 482272 h 727432"/>
                  <a:gd name="connsiteX8-1845" fmla="*/ 5777346 w 10432473"/>
                  <a:gd name="connsiteY8-1846" fmla="*/ 224577 h 727432"/>
                  <a:gd name="connsiteX9-1847" fmla="*/ 6359235 w 10432473"/>
                  <a:gd name="connsiteY9-1848" fmla="*/ 25071 h 727432"/>
                  <a:gd name="connsiteX10-1849" fmla="*/ 7007628 w 10432473"/>
                  <a:gd name="connsiteY10-1850" fmla="*/ 33383 h 727432"/>
                  <a:gd name="connsiteX11-1851" fmla="*/ 7622771 w 10432473"/>
                  <a:gd name="connsiteY11-1852" fmla="*/ 249515 h 727432"/>
                  <a:gd name="connsiteX12-1853" fmla="*/ 8171411 w 10432473"/>
                  <a:gd name="connsiteY12-1854" fmla="*/ 548774 h 727432"/>
                  <a:gd name="connsiteX13-1855" fmla="*/ 8744989 w 10432473"/>
                  <a:gd name="connsiteY13-1856" fmla="*/ 698403 h 727432"/>
                  <a:gd name="connsiteX14-1857" fmla="*/ 9301943 w 10432473"/>
                  <a:gd name="connsiteY14-1858" fmla="*/ 715028 h 727432"/>
                  <a:gd name="connsiteX15-1859" fmla="*/ 9942021 w 10432473"/>
                  <a:gd name="connsiteY15-1860" fmla="*/ 557085 h 727432"/>
                  <a:gd name="connsiteX16-1861" fmla="*/ 10432473 w 10432473"/>
                  <a:gd name="connsiteY16-1862" fmla="*/ 257828 h 727432"/>
                  <a:gd name="connsiteX0-1863" fmla="*/ 0 w 10432473"/>
                  <a:gd name="connsiteY0-1864" fmla="*/ 523836 h 727432"/>
                  <a:gd name="connsiteX1-1865" fmla="*/ 889461 w 10432473"/>
                  <a:gd name="connsiteY1-1866" fmla="*/ 124825 h 727432"/>
                  <a:gd name="connsiteX2-1867" fmla="*/ 1645920 w 10432473"/>
                  <a:gd name="connsiteY2-1868" fmla="*/ 134 h 727432"/>
                  <a:gd name="connsiteX3-1869" fmla="*/ 2394064 w 10432473"/>
                  <a:gd name="connsiteY3-1870" fmla="*/ 141451 h 727432"/>
                  <a:gd name="connsiteX4-1871" fmla="*/ 3075708 w 10432473"/>
                  <a:gd name="connsiteY4-1872" fmla="*/ 457334 h 727432"/>
                  <a:gd name="connsiteX5-1873" fmla="*/ 3807229 w 10432473"/>
                  <a:gd name="connsiteY5-1874" fmla="*/ 698403 h 727432"/>
                  <a:gd name="connsiteX6-1875" fmla="*/ 4621878 w 10432473"/>
                  <a:gd name="connsiteY6-1876" fmla="*/ 698402 h 727432"/>
                  <a:gd name="connsiteX7-1877" fmla="*/ 5286895 w 10432473"/>
                  <a:gd name="connsiteY7-1878" fmla="*/ 482272 h 727432"/>
                  <a:gd name="connsiteX8-1879" fmla="*/ 5777346 w 10432473"/>
                  <a:gd name="connsiteY8-1880" fmla="*/ 224577 h 727432"/>
                  <a:gd name="connsiteX9-1881" fmla="*/ 6359235 w 10432473"/>
                  <a:gd name="connsiteY9-1882" fmla="*/ 25071 h 727432"/>
                  <a:gd name="connsiteX10-1883" fmla="*/ 7007628 w 10432473"/>
                  <a:gd name="connsiteY10-1884" fmla="*/ 33383 h 727432"/>
                  <a:gd name="connsiteX11-1885" fmla="*/ 7622771 w 10432473"/>
                  <a:gd name="connsiteY11-1886" fmla="*/ 249515 h 727432"/>
                  <a:gd name="connsiteX12-1887" fmla="*/ 8171411 w 10432473"/>
                  <a:gd name="connsiteY12-1888" fmla="*/ 548774 h 727432"/>
                  <a:gd name="connsiteX13-1889" fmla="*/ 8744989 w 10432473"/>
                  <a:gd name="connsiteY13-1890" fmla="*/ 698403 h 727432"/>
                  <a:gd name="connsiteX14-1891" fmla="*/ 9301943 w 10432473"/>
                  <a:gd name="connsiteY14-1892" fmla="*/ 715028 h 727432"/>
                  <a:gd name="connsiteX15-1893" fmla="*/ 9942021 w 10432473"/>
                  <a:gd name="connsiteY15-1894" fmla="*/ 557085 h 727432"/>
                  <a:gd name="connsiteX16-1895" fmla="*/ 10432473 w 10432473"/>
                  <a:gd name="connsiteY16-1896" fmla="*/ 257828 h 727432"/>
                  <a:gd name="connsiteX0-1897" fmla="*/ 0 w 10432473"/>
                  <a:gd name="connsiteY0-1898" fmla="*/ 523836 h 727432"/>
                  <a:gd name="connsiteX1-1899" fmla="*/ 889461 w 10432473"/>
                  <a:gd name="connsiteY1-1900" fmla="*/ 124825 h 727432"/>
                  <a:gd name="connsiteX2-1901" fmla="*/ 1645920 w 10432473"/>
                  <a:gd name="connsiteY2-1902" fmla="*/ 134 h 727432"/>
                  <a:gd name="connsiteX3-1903" fmla="*/ 2394064 w 10432473"/>
                  <a:gd name="connsiteY3-1904" fmla="*/ 141451 h 727432"/>
                  <a:gd name="connsiteX4-1905" fmla="*/ 3075708 w 10432473"/>
                  <a:gd name="connsiteY4-1906" fmla="*/ 457334 h 727432"/>
                  <a:gd name="connsiteX5-1907" fmla="*/ 3807229 w 10432473"/>
                  <a:gd name="connsiteY5-1908" fmla="*/ 698403 h 727432"/>
                  <a:gd name="connsiteX6-1909" fmla="*/ 4621878 w 10432473"/>
                  <a:gd name="connsiteY6-1910" fmla="*/ 698402 h 727432"/>
                  <a:gd name="connsiteX7-1911" fmla="*/ 5286895 w 10432473"/>
                  <a:gd name="connsiteY7-1912" fmla="*/ 482272 h 727432"/>
                  <a:gd name="connsiteX8-1913" fmla="*/ 5777346 w 10432473"/>
                  <a:gd name="connsiteY8-1914" fmla="*/ 224577 h 727432"/>
                  <a:gd name="connsiteX9-1915" fmla="*/ 6359235 w 10432473"/>
                  <a:gd name="connsiteY9-1916" fmla="*/ 25071 h 727432"/>
                  <a:gd name="connsiteX10-1917" fmla="*/ 7007628 w 10432473"/>
                  <a:gd name="connsiteY10-1918" fmla="*/ 33383 h 727432"/>
                  <a:gd name="connsiteX11-1919" fmla="*/ 7622771 w 10432473"/>
                  <a:gd name="connsiteY11-1920" fmla="*/ 249515 h 727432"/>
                  <a:gd name="connsiteX12-1921" fmla="*/ 8171411 w 10432473"/>
                  <a:gd name="connsiteY12-1922" fmla="*/ 548774 h 727432"/>
                  <a:gd name="connsiteX13-1923" fmla="*/ 8744989 w 10432473"/>
                  <a:gd name="connsiteY13-1924" fmla="*/ 698403 h 727432"/>
                  <a:gd name="connsiteX14-1925" fmla="*/ 9301943 w 10432473"/>
                  <a:gd name="connsiteY14-1926" fmla="*/ 715028 h 727432"/>
                  <a:gd name="connsiteX15-1927" fmla="*/ 9942021 w 10432473"/>
                  <a:gd name="connsiteY15-1928" fmla="*/ 557085 h 727432"/>
                  <a:gd name="connsiteX16-1929" fmla="*/ 10432473 w 10432473"/>
                  <a:gd name="connsiteY16-1930" fmla="*/ 257828 h 727432"/>
                  <a:gd name="connsiteX0-1931" fmla="*/ 0 w 10432473"/>
                  <a:gd name="connsiteY0-1932" fmla="*/ 523836 h 727432"/>
                  <a:gd name="connsiteX1-1933" fmla="*/ 889461 w 10432473"/>
                  <a:gd name="connsiteY1-1934" fmla="*/ 124825 h 727432"/>
                  <a:gd name="connsiteX2-1935" fmla="*/ 1645920 w 10432473"/>
                  <a:gd name="connsiteY2-1936" fmla="*/ 134 h 727432"/>
                  <a:gd name="connsiteX3-1937" fmla="*/ 2394064 w 10432473"/>
                  <a:gd name="connsiteY3-1938" fmla="*/ 141451 h 727432"/>
                  <a:gd name="connsiteX4-1939" fmla="*/ 3075708 w 10432473"/>
                  <a:gd name="connsiteY4-1940" fmla="*/ 457334 h 727432"/>
                  <a:gd name="connsiteX5-1941" fmla="*/ 3807229 w 10432473"/>
                  <a:gd name="connsiteY5-1942" fmla="*/ 698403 h 727432"/>
                  <a:gd name="connsiteX6-1943" fmla="*/ 4621878 w 10432473"/>
                  <a:gd name="connsiteY6-1944" fmla="*/ 698402 h 727432"/>
                  <a:gd name="connsiteX7-1945" fmla="*/ 5286895 w 10432473"/>
                  <a:gd name="connsiteY7-1946" fmla="*/ 482272 h 727432"/>
                  <a:gd name="connsiteX8-1947" fmla="*/ 5777346 w 10432473"/>
                  <a:gd name="connsiteY8-1948" fmla="*/ 224577 h 727432"/>
                  <a:gd name="connsiteX9-1949" fmla="*/ 6359235 w 10432473"/>
                  <a:gd name="connsiteY9-1950" fmla="*/ 25071 h 727432"/>
                  <a:gd name="connsiteX10-1951" fmla="*/ 7007628 w 10432473"/>
                  <a:gd name="connsiteY10-1952" fmla="*/ 33383 h 727432"/>
                  <a:gd name="connsiteX11-1953" fmla="*/ 7622771 w 10432473"/>
                  <a:gd name="connsiteY11-1954" fmla="*/ 249515 h 727432"/>
                  <a:gd name="connsiteX12-1955" fmla="*/ 8171411 w 10432473"/>
                  <a:gd name="connsiteY12-1956" fmla="*/ 548774 h 727432"/>
                  <a:gd name="connsiteX13-1957" fmla="*/ 8744989 w 10432473"/>
                  <a:gd name="connsiteY13-1958" fmla="*/ 698403 h 727432"/>
                  <a:gd name="connsiteX14-1959" fmla="*/ 9301943 w 10432473"/>
                  <a:gd name="connsiteY14-1960" fmla="*/ 715028 h 727432"/>
                  <a:gd name="connsiteX15-1961" fmla="*/ 9942021 w 10432473"/>
                  <a:gd name="connsiteY15-1962" fmla="*/ 557085 h 727432"/>
                  <a:gd name="connsiteX16-1963" fmla="*/ 10432473 w 10432473"/>
                  <a:gd name="connsiteY16-1964" fmla="*/ 257828 h 727432"/>
                  <a:gd name="connsiteX0-1965" fmla="*/ 0 w 10432473"/>
                  <a:gd name="connsiteY0-1966" fmla="*/ 523836 h 727432"/>
                  <a:gd name="connsiteX1-1967" fmla="*/ 889461 w 10432473"/>
                  <a:gd name="connsiteY1-1968" fmla="*/ 124825 h 727432"/>
                  <a:gd name="connsiteX2-1969" fmla="*/ 1645920 w 10432473"/>
                  <a:gd name="connsiteY2-1970" fmla="*/ 134 h 727432"/>
                  <a:gd name="connsiteX3-1971" fmla="*/ 2394064 w 10432473"/>
                  <a:gd name="connsiteY3-1972" fmla="*/ 141451 h 727432"/>
                  <a:gd name="connsiteX4-1973" fmla="*/ 3075708 w 10432473"/>
                  <a:gd name="connsiteY4-1974" fmla="*/ 457334 h 727432"/>
                  <a:gd name="connsiteX5-1975" fmla="*/ 3807229 w 10432473"/>
                  <a:gd name="connsiteY5-1976" fmla="*/ 698403 h 727432"/>
                  <a:gd name="connsiteX6-1977" fmla="*/ 4621878 w 10432473"/>
                  <a:gd name="connsiteY6-1978" fmla="*/ 698402 h 727432"/>
                  <a:gd name="connsiteX7-1979" fmla="*/ 5286895 w 10432473"/>
                  <a:gd name="connsiteY7-1980" fmla="*/ 482272 h 727432"/>
                  <a:gd name="connsiteX8-1981" fmla="*/ 5777346 w 10432473"/>
                  <a:gd name="connsiteY8-1982" fmla="*/ 224577 h 727432"/>
                  <a:gd name="connsiteX9-1983" fmla="*/ 6359235 w 10432473"/>
                  <a:gd name="connsiteY9-1984" fmla="*/ 25071 h 727432"/>
                  <a:gd name="connsiteX10-1985" fmla="*/ 7007628 w 10432473"/>
                  <a:gd name="connsiteY10-1986" fmla="*/ 33383 h 727432"/>
                  <a:gd name="connsiteX11-1987" fmla="*/ 7622771 w 10432473"/>
                  <a:gd name="connsiteY11-1988" fmla="*/ 249515 h 727432"/>
                  <a:gd name="connsiteX12-1989" fmla="*/ 8171411 w 10432473"/>
                  <a:gd name="connsiteY12-1990" fmla="*/ 548774 h 727432"/>
                  <a:gd name="connsiteX13-1991" fmla="*/ 8744989 w 10432473"/>
                  <a:gd name="connsiteY13-1992" fmla="*/ 698403 h 727432"/>
                  <a:gd name="connsiteX14-1993" fmla="*/ 9301943 w 10432473"/>
                  <a:gd name="connsiteY14-1994" fmla="*/ 715028 h 727432"/>
                  <a:gd name="connsiteX15-1995" fmla="*/ 9942021 w 10432473"/>
                  <a:gd name="connsiteY15-1996" fmla="*/ 557085 h 727432"/>
                  <a:gd name="connsiteX16-1997" fmla="*/ 10432473 w 10432473"/>
                  <a:gd name="connsiteY16-1998" fmla="*/ 257828 h 727432"/>
                  <a:gd name="connsiteX0-1999" fmla="*/ 0 w 10432473"/>
                  <a:gd name="connsiteY0-2000" fmla="*/ 523836 h 728201"/>
                  <a:gd name="connsiteX1-2001" fmla="*/ 889461 w 10432473"/>
                  <a:gd name="connsiteY1-2002" fmla="*/ 124825 h 728201"/>
                  <a:gd name="connsiteX2-2003" fmla="*/ 1645920 w 10432473"/>
                  <a:gd name="connsiteY2-2004" fmla="*/ 134 h 728201"/>
                  <a:gd name="connsiteX3-2005" fmla="*/ 2394064 w 10432473"/>
                  <a:gd name="connsiteY3-2006" fmla="*/ 141451 h 728201"/>
                  <a:gd name="connsiteX4-2007" fmla="*/ 3075708 w 10432473"/>
                  <a:gd name="connsiteY4-2008" fmla="*/ 457334 h 728201"/>
                  <a:gd name="connsiteX5-2009" fmla="*/ 3807229 w 10432473"/>
                  <a:gd name="connsiteY5-2010" fmla="*/ 698403 h 728201"/>
                  <a:gd name="connsiteX6-2011" fmla="*/ 4621878 w 10432473"/>
                  <a:gd name="connsiteY6-2012" fmla="*/ 698402 h 728201"/>
                  <a:gd name="connsiteX7-2013" fmla="*/ 5286895 w 10432473"/>
                  <a:gd name="connsiteY7-2014" fmla="*/ 482272 h 728201"/>
                  <a:gd name="connsiteX8-2015" fmla="*/ 5777346 w 10432473"/>
                  <a:gd name="connsiteY8-2016" fmla="*/ 224577 h 728201"/>
                  <a:gd name="connsiteX9-2017" fmla="*/ 6359235 w 10432473"/>
                  <a:gd name="connsiteY9-2018" fmla="*/ 25071 h 728201"/>
                  <a:gd name="connsiteX10-2019" fmla="*/ 7007628 w 10432473"/>
                  <a:gd name="connsiteY10-2020" fmla="*/ 33383 h 728201"/>
                  <a:gd name="connsiteX11-2021" fmla="*/ 7622771 w 10432473"/>
                  <a:gd name="connsiteY11-2022" fmla="*/ 249515 h 728201"/>
                  <a:gd name="connsiteX12-2023" fmla="*/ 8171411 w 10432473"/>
                  <a:gd name="connsiteY12-2024" fmla="*/ 548774 h 728201"/>
                  <a:gd name="connsiteX13-2025" fmla="*/ 8744989 w 10432473"/>
                  <a:gd name="connsiteY13-2026" fmla="*/ 698403 h 728201"/>
                  <a:gd name="connsiteX14-2027" fmla="*/ 9301943 w 10432473"/>
                  <a:gd name="connsiteY14-2028" fmla="*/ 715028 h 728201"/>
                  <a:gd name="connsiteX15-2029" fmla="*/ 9942021 w 10432473"/>
                  <a:gd name="connsiteY15-2030" fmla="*/ 557085 h 728201"/>
                  <a:gd name="connsiteX16-2031" fmla="*/ 10432473 w 10432473"/>
                  <a:gd name="connsiteY16-2032" fmla="*/ 257828 h 728201"/>
                  <a:gd name="connsiteX0-2033" fmla="*/ 0 w 10432473"/>
                  <a:gd name="connsiteY0-2034" fmla="*/ 523836 h 728201"/>
                  <a:gd name="connsiteX1-2035" fmla="*/ 889461 w 10432473"/>
                  <a:gd name="connsiteY1-2036" fmla="*/ 124825 h 728201"/>
                  <a:gd name="connsiteX2-2037" fmla="*/ 1645920 w 10432473"/>
                  <a:gd name="connsiteY2-2038" fmla="*/ 134 h 728201"/>
                  <a:gd name="connsiteX3-2039" fmla="*/ 2394064 w 10432473"/>
                  <a:gd name="connsiteY3-2040" fmla="*/ 141451 h 728201"/>
                  <a:gd name="connsiteX4-2041" fmla="*/ 3075708 w 10432473"/>
                  <a:gd name="connsiteY4-2042" fmla="*/ 457334 h 728201"/>
                  <a:gd name="connsiteX5-2043" fmla="*/ 3807229 w 10432473"/>
                  <a:gd name="connsiteY5-2044" fmla="*/ 698403 h 728201"/>
                  <a:gd name="connsiteX6-2045" fmla="*/ 4621878 w 10432473"/>
                  <a:gd name="connsiteY6-2046" fmla="*/ 698402 h 728201"/>
                  <a:gd name="connsiteX7-2047" fmla="*/ 5286895 w 10432473"/>
                  <a:gd name="connsiteY7-2048" fmla="*/ 482272 h 728201"/>
                  <a:gd name="connsiteX8-2049" fmla="*/ 5777346 w 10432473"/>
                  <a:gd name="connsiteY8-2050" fmla="*/ 224577 h 728201"/>
                  <a:gd name="connsiteX9-2051" fmla="*/ 6359235 w 10432473"/>
                  <a:gd name="connsiteY9-2052" fmla="*/ 25071 h 728201"/>
                  <a:gd name="connsiteX10-2053" fmla="*/ 7007628 w 10432473"/>
                  <a:gd name="connsiteY10-2054" fmla="*/ 33383 h 728201"/>
                  <a:gd name="connsiteX11-2055" fmla="*/ 7622771 w 10432473"/>
                  <a:gd name="connsiteY11-2056" fmla="*/ 249515 h 728201"/>
                  <a:gd name="connsiteX12-2057" fmla="*/ 8171411 w 10432473"/>
                  <a:gd name="connsiteY12-2058" fmla="*/ 548774 h 728201"/>
                  <a:gd name="connsiteX13-2059" fmla="*/ 8744989 w 10432473"/>
                  <a:gd name="connsiteY13-2060" fmla="*/ 698403 h 728201"/>
                  <a:gd name="connsiteX14-2061" fmla="*/ 9301943 w 10432473"/>
                  <a:gd name="connsiteY14-2062" fmla="*/ 715028 h 728201"/>
                  <a:gd name="connsiteX15-2063" fmla="*/ 9942021 w 10432473"/>
                  <a:gd name="connsiteY15-2064" fmla="*/ 557085 h 728201"/>
                  <a:gd name="connsiteX16-2065" fmla="*/ 10432473 w 10432473"/>
                  <a:gd name="connsiteY16-2066" fmla="*/ 257828 h 728201"/>
                  <a:gd name="connsiteX0-2067" fmla="*/ 0 w 10432473"/>
                  <a:gd name="connsiteY0-2068" fmla="*/ 523836 h 728201"/>
                  <a:gd name="connsiteX1-2069" fmla="*/ 889461 w 10432473"/>
                  <a:gd name="connsiteY1-2070" fmla="*/ 124825 h 728201"/>
                  <a:gd name="connsiteX2-2071" fmla="*/ 1645920 w 10432473"/>
                  <a:gd name="connsiteY2-2072" fmla="*/ 134 h 728201"/>
                  <a:gd name="connsiteX3-2073" fmla="*/ 2394064 w 10432473"/>
                  <a:gd name="connsiteY3-2074" fmla="*/ 141451 h 728201"/>
                  <a:gd name="connsiteX4-2075" fmla="*/ 3075708 w 10432473"/>
                  <a:gd name="connsiteY4-2076" fmla="*/ 457334 h 728201"/>
                  <a:gd name="connsiteX5-2077" fmla="*/ 3807229 w 10432473"/>
                  <a:gd name="connsiteY5-2078" fmla="*/ 698403 h 728201"/>
                  <a:gd name="connsiteX6-2079" fmla="*/ 4621878 w 10432473"/>
                  <a:gd name="connsiteY6-2080" fmla="*/ 698402 h 728201"/>
                  <a:gd name="connsiteX7-2081" fmla="*/ 5286895 w 10432473"/>
                  <a:gd name="connsiteY7-2082" fmla="*/ 482272 h 728201"/>
                  <a:gd name="connsiteX8-2083" fmla="*/ 5777346 w 10432473"/>
                  <a:gd name="connsiteY8-2084" fmla="*/ 224577 h 728201"/>
                  <a:gd name="connsiteX9-2085" fmla="*/ 6359235 w 10432473"/>
                  <a:gd name="connsiteY9-2086" fmla="*/ 25071 h 728201"/>
                  <a:gd name="connsiteX10-2087" fmla="*/ 7007628 w 10432473"/>
                  <a:gd name="connsiteY10-2088" fmla="*/ 33383 h 728201"/>
                  <a:gd name="connsiteX11-2089" fmla="*/ 7622771 w 10432473"/>
                  <a:gd name="connsiteY11-2090" fmla="*/ 249515 h 728201"/>
                  <a:gd name="connsiteX12-2091" fmla="*/ 8171411 w 10432473"/>
                  <a:gd name="connsiteY12-2092" fmla="*/ 548774 h 728201"/>
                  <a:gd name="connsiteX13-2093" fmla="*/ 8744989 w 10432473"/>
                  <a:gd name="connsiteY13-2094" fmla="*/ 698403 h 728201"/>
                  <a:gd name="connsiteX14-2095" fmla="*/ 9301943 w 10432473"/>
                  <a:gd name="connsiteY14-2096" fmla="*/ 715028 h 728201"/>
                  <a:gd name="connsiteX15-2097" fmla="*/ 9942021 w 10432473"/>
                  <a:gd name="connsiteY15-2098" fmla="*/ 557085 h 728201"/>
                  <a:gd name="connsiteX16-2099" fmla="*/ 10432473 w 10432473"/>
                  <a:gd name="connsiteY16-2100" fmla="*/ 257828 h 728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</a:cxnLst>
                <a:rect l="l" t="t" r="r" b="b"/>
                <a:pathLst>
                  <a:path w="10432473" h="728201">
                    <a:moveTo>
                      <a:pt x="0" y="523836"/>
                    </a:moveTo>
                    <a:cubicBezTo>
                      <a:pt x="373380" y="300084"/>
                      <a:pt x="615141" y="212109"/>
                      <a:pt x="889461" y="124825"/>
                    </a:cubicBezTo>
                    <a:cubicBezTo>
                      <a:pt x="1163781" y="37541"/>
                      <a:pt x="1395153" y="-2637"/>
                      <a:pt x="1645920" y="134"/>
                    </a:cubicBezTo>
                    <a:cubicBezTo>
                      <a:pt x="1896687" y="2905"/>
                      <a:pt x="2164079" y="65251"/>
                      <a:pt x="2394064" y="141451"/>
                    </a:cubicBezTo>
                    <a:cubicBezTo>
                      <a:pt x="2624049" y="217651"/>
                      <a:pt x="2840181" y="364509"/>
                      <a:pt x="3075708" y="457334"/>
                    </a:cubicBezTo>
                    <a:cubicBezTo>
                      <a:pt x="3311235" y="550159"/>
                      <a:pt x="3549534" y="658225"/>
                      <a:pt x="3807229" y="698403"/>
                    </a:cubicBezTo>
                    <a:cubicBezTo>
                      <a:pt x="4064924" y="738581"/>
                      <a:pt x="4375267" y="734424"/>
                      <a:pt x="4621878" y="698402"/>
                    </a:cubicBezTo>
                    <a:cubicBezTo>
                      <a:pt x="4868489" y="662380"/>
                      <a:pt x="5099207" y="575912"/>
                      <a:pt x="5286895" y="482272"/>
                    </a:cubicBezTo>
                    <a:cubicBezTo>
                      <a:pt x="5474583" y="388632"/>
                      <a:pt x="5603513" y="305667"/>
                      <a:pt x="5777346" y="224577"/>
                    </a:cubicBezTo>
                    <a:cubicBezTo>
                      <a:pt x="5951179" y="143487"/>
                      <a:pt x="6154188" y="56937"/>
                      <a:pt x="6359235" y="25071"/>
                    </a:cubicBezTo>
                    <a:cubicBezTo>
                      <a:pt x="6564282" y="-6795"/>
                      <a:pt x="6797039" y="-4024"/>
                      <a:pt x="7007628" y="33383"/>
                    </a:cubicBezTo>
                    <a:cubicBezTo>
                      <a:pt x="7218217" y="70790"/>
                      <a:pt x="7428807" y="154825"/>
                      <a:pt x="7622771" y="249515"/>
                    </a:cubicBezTo>
                    <a:cubicBezTo>
                      <a:pt x="7816735" y="344205"/>
                      <a:pt x="7993168" y="471029"/>
                      <a:pt x="8171411" y="548774"/>
                    </a:cubicBezTo>
                    <a:cubicBezTo>
                      <a:pt x="8349654" y="626519"/>
                      <a:pt x="8559498" y="667763"/>
                      <a:pt x="8744989" y="698403"/>
                    </a:cubicBezTo>
                    <a:cubicBezTo>
                      <a:pt x="8930480" y="729043"/>
                      <a:pt x="9102438" y="738581"/>
                      <a:pt x="9301943" y="715028"/>
                    </a:cubicBezTo>
                    <a:cubicBezTo>
                      <a:pt x="9501448" y="691475"/>
                      <a:pt x="9753599" y="633285"/>
                      <a:pt x="9942021" y="557085"/>
                    </a:cubicBezTo>
                    <a:cubicBezTo>
                      <a:pt x="10130443" y="480885"/>
                      <a:pt x="10360429" y="324330"/>
                      <a:pt x="10432473" y="25782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1161941" y="44803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2037908" y="433942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>
              <a:xfrm>
                <a:off x="2926838" y="435377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>
              <a:xfrm>
                <a:off x="3630140" y="446718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3" name="Oval 102"/>
              <p:cNvSpPr>
                <a:spLocks noChangeAspect="1"/>
              </p:cNvSpPr>
              <p:nvPr/>
            </p:nvSpPr>
            <p:spPr>
              <a:xfrm>
                <a:off x="6175068" y="452926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8968539" y="4549816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Oval 104"/>
              <p:cNvSpPr>
                <a:spLocks noChangeAspect="1"/>
              </p:cNvSpPr>
              <p:nvPr/>
            </p:nvSpPr>
            <p:spPr>
              <a:xfrm>
                <a:off x="6734974" y="442173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7" name="Oval 106"/>
              <p:cNvSpPr>
                <a:spLocks noChangeAspect="1"/>
              </p:cNvSpPr>
              <p:nvPr/>
            </p:nvSpPr>
            <p:spPr>
              <a:xfrm>
                <a:off x="9452241" y="462030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9965644" y="465495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10444233" y="464048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600" dirty="0" err="1">
                  <a:solidFill>
                    <a:prstClr val="white"/>
                  </a:solidFill>
                  <a:latin typeface="Verdana" panose="020B060403050404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883451" y="431988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7343757" y="433414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8428492" y="441003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10888191" y="458871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2125" y="46585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186454" y="3454517"/>
              <a:ext cx="10111963" cy="834270"/>
              <a:chOff x="1045778" y="3839058"/>
              <a:chExt cx="10111963" cy="83427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045778" y="3973266"/>
                <a:ext cx="395295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客户洞察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912393" y="3839058"/>
                <a:ext cx="40183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需求激发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802937" y="3847294"/>
                <a:ext cx="374911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线索管理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90671" y="3982498"/>
                <a:ext cx="44086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验证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931468" y="4054323"/>
                <a:ext cx="535940" cy="404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产品配置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/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方案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813352" y="4074694"/>
                <a:ext cx="45437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履约交付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571075" y="3940591"/>
                <a:ext cx="469719" cy="6390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价格审批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9334290" y="4153235"/>
                <a:ext cx="37989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项目验收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9841268" y="4180448"/>
                <a:ext cx="428608" cy="492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合同关闭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0330248" y="4182163"/>
                <a:ext cx="38989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服务支持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64182" y="3871716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谈判签约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252731" y="3872552"/>
                <a:ext cx="362947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投标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8309224" y="3933697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订单申请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4817974" y="4164915"/>
                <a:ext cx="42850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商机推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93168" y="4117515"/>
                <a:ext cx="364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复购</a:t>
                </a:r>
              </a:p>
            </p:txBody>
          </p:sp>
        </p:grpSp>
      </p:grpSp>
      <p:sp>
        <p:nvSpPr>
          <p:cNvPr id="132" name="Rectangle 131"/>
          <p:cNvSpPr/>
          <p:nvPr/>
        </p:nvSpPr>
        <p:spPr>
          <a:xfrm>
            <a:off x="1201420" y="4011930"/>
            <a:ext cx="9870440" cy="725170"/>
          </a:xfrm>
          <a:prstGeom prst="rect">
            <a:avLst/>
          </a:prstGeom>
          <a:solidFill>
            <a:srgbClr val="D9EFEB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定义重客分类标准，建立完善客户档案，打通客户业务数据，实现重客全生命周期精细化、个性化管理与经营。</a:t>
            </a: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制定《重客首单突破机制》与《重客运营计划》，有针对性的进行沟通拜访，活动互动与联合创新。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07952" y="4877566"/>
            <a:ext cx="2341941" cy="1360195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实现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 “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线索数量可控、质量可测、转化可预期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”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，为后续签约与长期合作奠定扎实基础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69665" y="4883150"/>
            <a:ext cx="4446905" cy="655320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通过跨部门协同与风险管控，保障项目实施</a:t>
            </a:r>
            <a:r>
              <a:rPr lang="en-US" altLang="zh-CN" sz="1300" b="1" dirty="0"/>
              <a:t> “</a:t>
            </a:r>
            <a:r>
              <a:rPr lang="zh-CN" altLang="en-US" sz="1300" b="1" dirty="0"/>
              <a:t>零偏差落地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；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69665" y="5614670"/>
            <a:ext cx="4446905" cy="622935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充分考虑重客诉求，提升商机管理全链条灵活性，</a:t>
            </a:r>
            <a:endParaRPr lang="en-US" altLang="zh-CN" sz="1300" b="1" dirty="0">
              <a:latin typeface="Verdana" panose="020B0604030504040204"/>
              <a:ea typeface="微软雅黑" panose="020B0503020204020204" pitchFamily="34" charset="-122"/>
            </a:endParaRP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高效满足业务及客户多样化需求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190230" y="4883150"/>
            <a:ext cx="1958975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组建专项交付团队，严控合同履约，提高内部运营效率与客户满意度</a:t>
            </a: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1085182" y="388969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1079286" y="4736992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3530075" y="475825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116509" y="469168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3507233" y="5539503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2" name="Rectangle 139"/>
          <p:cNvSpPr/>
          <p:nvPr/>
        </p:nvSpPr>
        <p:spPr>
          <a:xfrm>
            <a:off x="10233025" y="4868545"/>
            <a:ext cx="1315720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优化重客服务机制，让客户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用的好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离不开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一起赢</a:t>
            </a:r>
            <a:r>
              <a:rPr lang="en-US" altLang="zh-CN" sz="1300" b="1" dirty="0"/>
              <a:t>”</a:t>
            </a:r>
          </a:p>
        </p:txBody>
      </p:sp>
      <p:sp>
        <p:nvSpPr>
          <p:cNvPr id="3" name="Oval 144"/>
          <p:cNvSpPr>
            <a:spLocks noChangeAspect="1"/>
          </p:cNvSpPr>
          <p:nvPr/>
        </p:nvSpPr>
        <p:spPr>
          <a:xfrm>
            <a:off x="10149144" y="469232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8133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sp>
        <p:nvSpPr>
          <p:cNvPr id="41" name="Bullet3"/>
          <p:cNvSpPr txBox="1"/>
          <p:nvPr/>
        </p:nvSpPr>
        <p:spPr>
          <a:xfrm>
            <a:off x="48296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战略层：目标模糊与资源错配</a:t>
            </a:r>
          </a:p>
        </p:txBody>
      </p:sp>
      <p:sp>
        <p:nvSpPr>
          <p:cNvPr id="40" name="Text3"/>
          <p:cNvSpPr txBox="1"/>
          <p:nvPr/>
        </p:nvSpPr>
        <p:spPr>
          <a:xfrm>
            <a:off x="48105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缺乏清晰的重客分层标准（如仅按历史交易额划分，忽视战略协同性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增长潜力，导致资源投入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撒胡椒面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对重客的长期价值认知不足（过度关注短期签约，忽视客户生命周期价值挖掘，如未规划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年以上合作路线图）；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跨部门资源调度机制缺失（如销售申请技术专家支持时，常因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部门目标，资源职责不同导致）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ext3"/>
          <p:cNvSpPr txBox="1"/>
          <p:nvPr/>
        </p:nvSpPr>
        <p:spPr>
          <a:xfrm>
            <a:off x="48296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高潜力客户（如行业新兴头部企业）未被识别，错失布局机会；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战略性亏损项目（如为抢占市场低价签约，但后期服务成本超预期）拉低整体盈利。</a:t>
            </a:r>
          </a:p>
        </p:txBody>
      </p:sp>
      <p:sp>
        <p:nvSpPr>
          <p:cNvPr id="15" name="矩形 14"/>
          <p:cNvSpPr/>
          <p:nvPr/>
        </p:nvSpPr>
        <p:spPr>
          <a:xfrm>
            <a:off x="436626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ullet3"/>
          <p:cNvSpPr txBox="1"/>
          <p:nvPr/>
        </p:nvSpPr>
        <p:spPr>
          <a:xfrm>
            <a:off x="436789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流程层：关键节点失控</a:t>
            </a:r>
          </a:p>
        </p:txBody>
      </p:sp>
      <p:sp>
        <p:nvSpPr>
          <p:cNvPr id="17" name="Text3"/>
          <p:cNvSpPr txBox="1"/>
          <p:nvPr/>
        </p:nvSpPr>
        <p:spPr>
          <a:xfrm>
            <a:off x="436598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依赖销售主观判断，缺乏数据化评估模型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针对重客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类项目需求缺乏支持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重客特殊项目</a:t>
            </a:r>
            <a:r>
              <a:rPr lang="zh-CN" altLang="en-US" sz="1400" dirty="0" smtClean="0"/>
              <a:t>的评审缺乏支持</a:t>
            </a:r>
            <a:r>
              <a:rPr lang="zh-CN" altLang="en-US" sz="1400" dirty="0"/>
              <a:t>（直签类，非标准化特殊产品服务项目，</a:t>
            </a:r>
            <a:r>
              <a:rPr lang="en-US" altLang="zh-CN" sz="1400" dirty="0"/>
              <a:t>OC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缺乏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分层对等拜访谈判策略与机制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丢单复盘总结机制</a:t>
            </a:r>
          </a:p>
        </p:txBody>
      </p:sp>
      <p:sp>
        <p:nvSpPr>
          <p:cNvPr id="18" name="Text3"/>
          <p:cNvSpPr txBox="1"/>
          <p:nvPr/>
        </p:nvSpPr>
        <p:spPr>
          <a:xfrm>
            <a:off x="436789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商机转化率低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客户体验差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客户满意度低</a:t>
            </a:r>
          </a:p>
        </p:txBody>
      </p:sp>
      <p:sp>
        <p:nvSpPr>
          <p:cNvPr id="19" name="矩形 18"/>
          <p:cNvSpPr/>
          <p:nvPr/>
        </p:nvSpPr>
        <p:spPr>
          <a:xfrm>
            <a:off x="8251190" y="1844040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ullet3"/>
          <p:cNvSpPr txBox="1"/>
          <p:nvPr/>
        </p:nvSpPr>
        <p:spPr>
          <a:xfrm>
            <a:off x="8252820" y="1275343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执行层：能力断层与工具低效</a:t>
            </a:r>
          </a:p>
        </p:txBody>
      </p:sp>
      <p:sp>
        <p:nvSpPr>
          <p:cNvPr id="21" name="Text3"/>
          <p:cNvSpPr txBox="1"/>
          <p:nvPr/>
        </p:nvSpPr>
        <p:spPr>
          <a:xfrm>
            <a:off x="8250915" y="192523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缺乏高层对话技巧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数字化工具及数字平台能力滞后；（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功能缺失；数据孤岛）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签约后缺乏长期价值运营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3"/>
          <p:cNvSpPr txBox="1"/>
          <p:nvPr/>
        </p:nvSpPr>
        <p:spPr>
          <a:xfrm>
            <a:off x="8252820" y="471796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重客年复购率低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客户推荐新商机的比例不足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无法流程全链路管控，缺乏决策支持依据。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09931" y="3012852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4254" y="2293267"/>
            <a:ext cx="10116000" cy="827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200" dirty="0"/>
              <a:t>提前介入了解和收集重客业务和相关信息，”看全，看清</a:t>
            </a:r>
            <a:r>
              <a:rPr lang="en-US" altLang="zh-CN" sz="1200" dirty="0"/>
              <a:t>FOP”</a:t>
            </a:r>
            <a:r>
              <a:rPr lang="zh-CN" altLang="en-US" sz="1200" dirty="0"/>
              <a:t>，通过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。非优势重客首单、各系统部解决方案前三单，按级别触发</a:t>
            </a:r>
            <a:r>
              <a:rPr lang="en-US" altLang="zh-CN" sz="1200" dirty="0"/>
              <a:t>BG</a:t>
            </a:r>
            <a:r>
              <a:rPr lang="zh-CN" altLang="en-US" sz="1200" dirty="0"/>
              <a:t>、</a:t>
            </a:r>
            <a:r>
              <a:rPr lang="en-US" altLang="zh-CN" sz="1200" dirty="0"/>
              <a:t>BU</a:t>
            </a:r>
            <a:r>
              <a:rPr lang="zh-CN" altLang="en-US" sz="1200" dirty="0"/>
              <a:t>级项目立项，成立专属重客项目铁三角团队，整合资源按标准流程执行； 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24254" y="3223934"/>
            <a:ext cx="10116000" cy="964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200" dirty="0"/>
              <a:t>针对客户端</a:t>
            </a:r>
            <a:r>
              <a:rPr lang="en-US" altLang="zh-CN" sz="1200" dirty="0"/>
              <a:t>EC</a:t>
            </a:r>
            <a:r>
              <a:rPr lang="zh-CN" altLang="en-US" sz="1200" dirty="0"/>
              <a:t>类、</a:t>
            </a:r>
            <a:r>
              <a:rPr lang="en-US" altLang="zh-CN" sz="1200" dirty="0"/>
              <a:t>DC</a:t>
            </a:r>
            <a:r>
              <a:rPr lang="zh-CN" altLang="en-US" sz="1200" dirty="0"/>
              <a:t>类项目信息反馈，建议在</a:t>
            </a:r>
            <a:r>
              <a:rPr lang="en-US" altLang="zh-CN" sz="1200" dirty="0"/>
              <a:t>ML</a:t>
            </a:r>
            <a:r>
              <a:rPr lang="zh-CN" altLang="en-US" sz="12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；项目</a:t>
            </a:r>
            <a:r>
              <a:rPr lang="en-US" altLang="zh-CN" sz="1200" dirty="0"/>
              <a:t>MANT</a:t>
            </a:r>
            <a:r>
              <a:rPr lang="zh-CN" altLang="en-US" sz="1200" dirty="0"/>
              <a:t>明确后，进入漏斗内，第一时间触发</a:t>
            </a:r>
            <a:r>
              <a:rPr lang="en-US" altLang="zh-CN" sz="1200" dirty="0"/>
              <a:t>BU</a:t>
            </a:r>
            <a:r>
              <a:rPr lang="zh-CN" altLang="en-US" sz="1200" dirty="0"/>
              <a:t>级立项，按照流程执行；</a:t>
            </a:r>
            <a:endParaRPr lang="zh-CN" altLang="en-US" sz="12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246391" y="4291683"/>
            <a:ext cx="10116000" cy="655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200" dirty="0"/>
              <a:t>OC</a:t>
            </a:r>
            <a:r>
              <a:rPr lang="zh-CN" altLang="en-US" sz="1200" dirty="0"/>
              <a:t>类项目，进漏斗触发</a:t>
            </a:r>
            <a:r>
              <a:rPr lang="en-US" altLang="zh-CN" sz="1200" dirty="0"/>
              <a:t>BU</a:t>
            </a:r>
            <a:r>
              <a:rPr lang="zh-CN" altLang="en-US" sz="1200" dirty="0"/>
              <a:t>级立项，在</a:t>
            </a:r>
            <a:r>
              <a:rPr lang="en-US" altLang="zh-CN" sz="1200" dirty="0"/>
              <a:t>MO</a:t>
            </a:r>
            <a:r>
              <a:rPr lang="zh-CN" altLang="en-US" sz="1200" dirty="0"/>
              <a:t>流程</a:t>
            </a:r>
            <a:r>
              <a:rPr lang="en-US" altLang="zh-CN" sz="1200" dirty="0"/>
              <a:t>L3”</a:t>
            </a:r>
            <a:r>
              <a:rPr lang="zh-CN" altLang="en-US" sz="1200" dirty="0"/>
              <a:t>制定与执行投标策略“”谈判并签订合同“流程中，加入基于销管、信控、法务、财务、交付等参与决策的评审流程，标准化执行； </a:t>
            </a:r>
            <a:endParaRPr lang="zh-CN" altLang="en-US" sz="1200" b="1" dirty="0"/>
          </a:p>
        </p:txBody>
      </p:sp>
      <p:sp>
        <p:nvSpPr>
          <p:cNvPr id="140" name="Rectangle 139"/>
          <p:cNvSpPr/>
          <p:nvPr/>
        </p:nvSpPr>
        <p:spPr>
          <a:xfrm>
            <a:off x="1252274" y="5050383"/>
            <a:ext cx="10116000" cy="61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200" dirty="0"/>
              <a:t>通过客户计划覆盖和信息收集，持续运转，提升对客户业务、需求、愿景的理解专业性，基于客户端</a:t>
            </a:r>
            <a:r>
              <a:rPr lang="en-US" altLang="zh-CN" sz="1200" dirty="0"/>
              <a:t>FOP</a:t>
            </a:r>
            <a:r>
              <a:rPr lang="zh-CN" altLang="en-US" sz="1200" dirty="0"/>
              <a:t>进行分析与制定策略；</a:t>
            </a:r>
            <a:r>
              <a:rPr lang="en-US" altLang="zh-CN" sz="1200" dirty="0"/>
              <a:t>EBG</a:t>
            </a:r>
            <a:r>
              <a:rPr lang="zh-CN" altLang="en-US" sz="1200" dirty="0"/>
              <a:t>市场、解决方案、客户体验、产品研发部门建立客户端中高层拜访资源池，供重客负责团队按需调用；</a:t>
            </a:r>
            <a:endParaRPr lang="zh-CN" altLang="en-US" sz="1200" b="1" dirty="0"/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867334" y="2285890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867334" y="312123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867334" y="4208465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867334" y="500317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96" name="Rectangle 139"/>
          <p:cNvSpPr/>
          <p:nvPr/>
        </p:nvSpPr>
        <p:spPr>
          <a:xfrm>
            <a:off x="1224254" y="5765282"/>
            <a:ext cx="10116000" cy="7049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r>
              <a:rPr lang="zh-CN" altLang="en-US" sz="1200" dirty="0" smtClean="0"/>
              <a:t>建议</a:t>
            </a:r>
            <a:r>
              <a:rPr lang="zh-CN" altLang="en-US" sz="1200" dirty="0"/>
              <a:t>在</a:t>
            </a:r>
            <a:r>
              <a:rPr lang="en-US" altLang="zh-CN" sz="1200" dirty="0"/>
              <a:t>IPD</a:t>
            </a:r>
            <a:r>
              <a:rPr lang="zh-CN" altLang="en-US" sz="12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67334" y="570528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重客前期沟通交流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，缺乏资源、流程保障。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重客特殊类产品方案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需求跟进的问题。如：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类需求。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持续的客户计划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及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对等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沟通机制。</a:t>
            </a: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客项目的特殊客户诉求需要流程支撑（直签、非标、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OC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类）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2645</Words>
  <Application>Microsoft Office PowerPoint</Application>
  <PresentationFormat>宽屏</PresentationFormat>
  <Paragraphs>282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OPPOSans B</vt:lpstr>
      <vt:lpstr>OPPOSans M</vt:lpstr>
      <vt:lpstr>OPPOSans R</vt:lpstr>
      <vt:lpstr>等线</vt:lpstr>
      <vt:lpstr>等线 Light</vt:lpstr>
      <vt:lpstr>宋体</vt:lpstr>
      <vt:lpstr>微软雅黑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24</cp:revision>
  <dcterms:created xsi:type="dcterms:W3CDTF">2025-05-17T07:29:00Z</dcterms:created>
  <dcterms:modified xsi:type="dcterms:W3CDTF">2025-05-21T05:44:59Z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CC50D88284534345BA152804333C22B7_13</vt:lpwstr>
  </property>
  <property fmtid="{D5CDD505-2E9C-101B-9397-08002B2CF9AE}" pid="3" name="KSOProductBuildVer">
    <vt:lpwstr>2052-12.1.0.21171</vt:lpwstr>
  </property>
</Properties>
</file>