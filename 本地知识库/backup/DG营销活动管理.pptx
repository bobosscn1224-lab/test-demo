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45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84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90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8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42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40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7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04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64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51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83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8D19C-2A66-46BA-9F43-1A0DF60834C4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33BD7-B33F-4C14-BDCB-DE6F494D6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13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01"/>
              </p:ext>
            </p:extLst>
          </p:nvPr>
        </p:nvGraphicFramePr>
        <p:xfrm>
          <a:off x="1479909" y="1427031"/>
          <a:ext cx="9018437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344"/>
                <a:gridCol w="1630391"/>
                <a:gridCol w="19927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宣贯内容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宣贯人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开场介绍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流程管理部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DG M8.1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制定年度整合营销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计划流程宣贯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4214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DG M8.2.1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策划及执行高质量营销活动组合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全国活动流程宣贯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6002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DG M8.2.2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策划及执行高质量营销活动组合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模板活动流程宣贯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宋彦憬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600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DG M8.2.3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策划及执行高质量营销活动组合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直播活动流程宣贯（区域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宣贯已经完成，主要针对系统部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宣贯）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李海燕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DG M8.4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整合营销复盘和质量评估流程宣贯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张青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 M11.5 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管理订单真实性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于珊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600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Q&amp;A</a:t>
                      </a:r>
                      <a:endParaRPr lang="zh-CN" altLang="en-US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65827" y="36231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宣贯内容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584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4666</TotalTime>
  <Words>119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5</cp:revision>
  <dcterms:created xsi:type="dcterms:W3CDTF">2025-04-25T01:43:10Z</dcterms:created>
  <dcterms:modified xsi:type="dcterms:W3CDTF">2025-04-28T07:29:15Z</dcterms:modified>
</cp:coreProperties>
</file>