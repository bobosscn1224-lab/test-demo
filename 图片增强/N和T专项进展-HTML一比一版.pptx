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13716000" type="custom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ML一比一高清版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</a:majorFont>
      <a:minorFont>
        <a:latin typeface="Microsoft YaHei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N和T专项进展HTML一比一版</dc:title>
  <dc:creator>Codex</dc:creator>
  <cp:lastModifiedBy>Codex</cp:lastModifiedBy>
  <dcterms:created xsi:type="dcterms:W3CDTF">2026-05-25T00:00:00Z</dcterms:created>
  <dcterms:modified xsi:type="dcterms:W3CDTF">2026-05-25T00:00:00Z</dcterms:modified>
</cp:coreProperties>
</file>