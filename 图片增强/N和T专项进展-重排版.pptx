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1066803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和T专项进展-重排高清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6680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Custom</PresentationFormat>
  <Slides>1</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N和T专项进展重排版</dc:title>
  <dc:creator>Codex</dc:creator>
  <cp:lastModifiedBy>Codex</cp:lastModifiedBy>
  <dcterms:created xsi:type="dcterms:W3CDTF">2026-05-25T00:00:00Z</dcterms:created>
  <dcterms:modified xsi:type="dcterms:W3CDTF">2026-05-25T00:00:00Z</dcterms:modified>
</cp:coreProperties>
</file>